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7" r:id="rId5"/>
    <p:sldId id="378" r:id="rId6"/>
    <p:sldId id="377" r:id="rId7"/>
    <p:sldId id="352" r:id="rId8"/>
    <p:sldId id="373" r:id="rId9"/>
    <p:sldId id="353" r:id="rId10"/>
    <p:sldId id="358" r:id="rId11"/>
    <p:sldId id="382" r:id="rId12"/>
    <p:sldId id="379" r:id="rId13"/>
    <p:sldId id="380" r:id="rId14"/>
    <p:sldId id="3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45FC3-2D3C-021E-5E79-2A89282A61B0}" v="15" dt="2025-04-28T20:28:22.761"/>
    <p1510:client id="{229EBD67-CDCD-C2CC-2C49-27EE0C95F7C6}" v="13" dt="2025-04-28T07:09:21.063"/>
    <p1510:client id="{4D0D30D1-C46B-49D8-AF95-820694604F8B}" v="3" dt="2025-04-28T21:51:06"/>
    <p1510:client id="{A77372D5-69C8-85B3-3175-E75714706F88}" v="2" dt="2025-04-28T20:45:28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S::shikha.shethia@futureskills.co.nz::18e3e2a2-0349-4937-a54d-b40040399c9e" providerId="AD" clId="Web-{A77372D5-69C8-85B3-3175-E75714706F88}"/>
    <pc:docChg chg="modSld">
      <pc:chgData name="Shikha Shethia" userId="S::shikha.shethia@futureskills.co.nz::18e3e2a2-0349-4937-a54d-b40040399c9e" providerId="AD" clId="Web-{A77372D5-69C8-85B3-3175-E75714706F88}" dt="2025-04-28T20:45:28.245" v="1" actId="20577"/>
      <pc:docMkLst>
        <pc:docMk/>
      </pc:docMkLst>
      <pc:sldChg chg="modSp">
        <pc:chgData name="Shikha Shethia" userId="S::shikha.shethia@futureskills.co.nz::18e3e2a2-0349-4937-a54d-b40040399c9e" providerId="AD" clId="Web-{A77372D5-69C8-85B3-3175-E75714706F88}" dt="2025-04-28T20:45:28.245" v="1" actId="20577"/>
        <pc:sldMkLst>
          <pc:docMk/>
          <pc:sldMk cId="1828748559" sldId="378"/>
        </pc:sldMkLst>
        <pc:spChg chg="mod">
          <ac:chgData name="Shikha Shethia" userId="S::shikha.shethia@futureskills.co.nz::18e3e2a2-0349-4937-a54d-b40040399c9e" providerId="AD" clId="Web-{A77372D5-69C8-85B3-3175-E75714706F88}" dt="2025-04-28T20:45:28.245" v="1" actId="20577"/>
          <ac:spMkLst>
            <pc:docMk/>
            <pc:sldMk cId="1828748559" sldId="378"/>
            <ac:spMk id="3" creationId="{C214F149-7B7A-1832-375F-486A7576785E}"/>
          </ac:spMkLst>
        </pc:spChg>
      </pc:sldChg>
    </pc:docChg>
  </pc:docChgLst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Shikha Shethia" userId="S::shikhas@op.ac.nz::47b3a058-8704-435c-a672-d87d78778a28" providerId="AD" clId="Web-{229EBD67-CDCD-C2CC-2C49-27EE0C95F7C6}"/>
    <pc:docChg chg="modSld">
      <pc:chgData name="Shikha Shethia" userId="S::shikhas@op.ac.nz::47b3a058-8704-435c-a672-d87d78778a28" providerId="AD" clId="Web-{229EBD67-CDCD-C2CC-2C49-27EE0C95F7C6}" dt="2025-04-28T07:09:21.063" v="19" actId="14100"/>
      <pc:docMkLst>
        <pc:docMk/>
      </pc:docMkLst>
      <pc:sldChg chg="addSp delSp modSp mod setBg">
        <pc:chgData name="Shikha Shethia" userId="S::shikhas@op.ac.nz::47b3a058-8704-435c-a672-d87d78778a28" providerId="AD" clId="Web-{229EBD67-CDCD-C2CC-2C49-27EE0C95F7C6}" dt="2025-04-28T07:09:21.063" v="19" actId="14100"/>
        <pc:sldMkLst>
          <pc:docMk/>
          <pc:sldMk cId="2923676125" sldId="366"/>
        </pc:sldMkLst>
        <pc:spChg chg="mod">
          <ac:chgData name="Shikha Shethia" userId="S::shikhas@op.ac.nz::47b3a058-8704-435c-a672-d87d78778a28" providerId="AD" clId="Web-{229EBD67-CDCD-C2CC-2C49-27EE0C95F7C6}" dt="2025-04-28T07:09:05.578" v="15"/>
          <ac:spMkLst>
            <pc:docMk/>
            <pc:sldMk cId="2923676125" sldId="366"/>
            <ac:spMk id="2" creationId="{8E46C21B-5E2D-608B-162E-2EA7D8FC5421}"/>
          </ac:spMkLst>
        </pc:spChg>
        <pc:spChg chg="mod ord">
          <ac:chgData name="Shikha Shethia" userId="S::shikhas@op.ac.nz::47b3a058-8704-435c-a672-d87d78778a28" providerId="AD" clId="Web-{229EBD67-CDCD-C2CC-2C49-27EE0C95F7C6}" dt="2025-04-28T07:09:05.578" v="15"/>
          <ac:spMkLst>
            <pc:docMk/>
            <pc:sldMk cId="2923676125" sldId="366"/>
            <ac:spMk id="5" creationId="{5AA11C9F-4B32-8551-3D89-5F932A25E698}"/>
          </ac:spMkLst>
        </pc:spChg>
        <pc:spChg chg="add del">
          <ac:chgData name="Shikha Shethia" userId="S::shikhas@op.ac.nz::47b3a058-8704-435c-a672-d87d78778a28" providerId="AD" clId="Web-{229EBD67-CDCD-C2CC-2C49-27EE0C95F7C6}" dt="2025-04-28T07:08:32.093" v="7"/>
          <ac:spMkLst>
            <pc:docMk/>
            <pc:sldMk cId="2923676125" sldId="366"/>
            <ac:spMk id="10" creationId="{333F0879-3DA0-4CB8-B35E-A0AD42558191}"/>
          </ac:spMkLst>
        </pc:spChg>
        <pc:spChg chg="add del">
          <ac:chgData name="Shikha Shethia" userId="S::shikhas@op.ac.nz::47b3a058-8704-435c-a672-d87d78778a28" providerId="AD" clId="Web-{229EBD67-CDCD-C2CC-2C49-27EE0C95F7C6}" dt="2025-04-28T07:08:32.093" v="7"/>
          <ac:spMkLst>
            <pc:docMk/>
            <pc:sldMk cId="2923676125" sldId="366"/>
            <ac:spMk id="12" creationId="{324D2183-F388-476E-92A9-D6639D698580}"/>
          </ac:spMkLst>
        </pc:spChg>
        <pc:spChg chg="add del">
          <ac:chgData name="Shikha Shethia" userId="S::shikhas@op.ac.nz::47b3a058-8704-435c-a672-d87d78778a28" providerId="AD" clId="Web-{229EBD67-CDCD-C2CC-2C49-27EE0C95F7C6}" dt="2025-04-28T07:08:32.093" v="7"/>
          <ac:spMkLst>
            <pc:docMk/>
            <pc:sldMk cId="2923676125" sldId="366"/>
            <ac:spMk id="14" creationId="{243462E7-1698-4B21-BE89-AEFAC7C2FEFA}"/>
          </ac:spMkLst>
        </pc:spChg>
        <pc:spChg chg="add del">
          <ac:chgData name="Shikha Shethia" userId="S::shikhas@op.ac.nz::47b3a058-8704-435c-a672-d87d78778a28" providerId="AD" clId="Web-{229EBD67-CDCD-C2CC-2C49-27EE0C95F7C6}" dt="2025-04-28T07:08:32.093" v="7"/>
          <ac:spMkLst>
            <pc:docMk/>
            <pc:sldMk cId="2923676125" sldId="366"/>
            <ac:spMk id="16" creationId="{6C22FCAC-D7EC-4A52-B153-FF761E2235B3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21" creationId="{333F0879-3DA0-4CB8-B35E-A0AD42558191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23" creationId="{324D2183-F388-476E-92A9-D6639D698580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25" creationId="{243462E7-1698-4B21-BE89-AEFAC7C2FEFA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27" creationId="{6C22FCAC-D7EC-4A52-B153-FF761E2235B3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2.828" v="13"/>
          <ac:spMkLst>
            <pc:docMk/>
            <pc:sldMk cId="2923676125" sldId="366"/>
            <ac:spMk id="32" creationId="{A440FBE6-72B7-43D4-A8EB-FDBC35FE56C6}"/>
          </ac:spMkLst>
        </pc:spChg>
        <pc:spChg chg="add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36" creationId="{243462E7-1698-4B21-BE89-AEFAC7C2FEFA}"/>
          </ac:spMkLst>
        </pc:spChg>
        <pc:spChg chg="add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38" creationId="{6C22FCAC-D7EC-4A52-B153-FF761E2235B3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5"/>
          <ac:spMkLst>
            <pc:docMk/>
            <pc:sldMk cId="2923676125" sldId="366"/>
            <ac:spMk id="43" creationId="{22AC0F86-9A78-4E84-A4B4-ADB8B2629A0C}"/>
          </ac:spMkLst>
        </pc:spChg>
        <pc:spChg chg="add del">
          <ac:chgData name="Shikha Shethia" userId="S::shikhas@op.ac.nz::47b3a058-8704-435c-a672-d87d78778a28" providerId="AD" clId="Web-{229EBD67-CDCD-C2CC-2C49-27EE0C95F7C6}" dt="2025-04-28T07:09:05.578" v="15"/>
          <ac:spMkLst>
            <pc:docMk/>
            <pc:sldMk cId="2923676125" sldId="366"/>
            <ac:spMk id="45" creationId="{69A54E25-1C05-48E5-A5CC-3778C1D3632D}"/>
          </ac:spMkLst>
        </pc:spChg>
        <pc:spChg chg="add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47" creationId="{333F0879-3DA0-4CB8-B35E-A0AD42558191}"/>
          </ac:spMkLst>
        </pc:spChg>
        <pc:spChg chg="add">
          <ac:chgData name="Shikha Shethia" userId="S::shikhas@op.ac.nz::47b3a058-8704-435c-a672-d87d78778a28" providerId="AD" clId="Web-{229EBD67-CDCD-C2CC-2C49-27EE0C95F7C6}" dt="2025-04-28T07:09:05.578" v="16"/>
          <ac:spMkLst>
            <pc:docMk/>
            <pc:sldMk cId="2923676125" sldId="366"/>
            <ac:spMk id="48" creationId="{324D2183-F388-476E-92A9-D6639D698580}"/>
          </ac:spMkLst>
        </pc:spChg>
        <pc:grpChg chg="add del">
          <ac:chgData name="Shikha Shethia" userId="S::shikhas@op.ac.nz::47b3a058-8704-435c-a672-d87d78778a28" providerId="AD" clId="Web-{229EBD67-CDCD-C2CC-2C49-27EE0C95F7C6}" dt="2025-04-28T07:09:02.828" v="13"/>
          <ac:grpSpMkLst>
            <pc:docMk/>
            <pc:sldMk cId="2923676125" sldId="366"/>
            <ac:grpSpMk id="34" creationId="{647B8492-BC4D-4046-B35A-C38E03494068}"/>
          </ac:grpSpMkLst>
        </pc:grpChg>
        <pc:grpChg chg="add del">
          <ac:chgData name="Shikha Shethia" userId="S::shikhas@op.ac.nz::47b3a058-8704-435c-a672-d87d78778a28" providerId="AD" clId="Web-{229EBD67-CDCD-C2CC-2C49-27EE0C95F7C6}" dt="2025-04-28T07:09:05.578" v="15"/>
          <ac:grpSpMkLst>
            <pc:docMk/>
            <pc:sldMk cId="2923676125" sldId="366"/>
            <ac:grpSpMk id="44" creationId="{4AF78B9E-8BE2-4706-9377-A05FA25ABABF}"/>
          </ac:grpSpMkLst>
        </pc:grpChg>
        <pc:picChg chg="add mod">
          <ac:chgData name="Shikha Shethia" userId="S::shikhas@op.ac.nz::47b3a058-8704-435c-a672-d87d78778a28" providerId="AD" clId="Web-{229EBD67-CDCD-C2CC-2C49-27EE0C95F7C6}" dt="2025-04-28T07:09:21.063" v="19" actId="14100"/>
          <ac:picMkLst>
            <pc:docMk/>
            <pc:sldMk cId="2923676125" sldId="366"/>
            <ac:picMk id="3" creationId="{551F26BA-BBA2-1D5F-CF7D-4A0E8DF57ECE}"/>
          </ac:picMkLst>
        </pc:picChg>
        <pc:cxnChg chg="add del">
          <ac:chgData name="Shikha Shethia" userId="S::shikhas@op.ac.nz::47b3a058-8704-435c-a672-d87d78778a28" providerId="AD" clId="Web-{229EBD67-CDCD-C2CC-2C49-27EE0C95F7C6}" dt="2025-04-28T07:09:02.828" v="13"/>
          <ac:cxnSpMkLst>
            <pc:docMk/>
            <pc:sldMk cId="2923676125" sldId="366"/>
            <ac:cxnSpMk id="40" creationId="{16652DC1-CA18-4263-AC06-BAB0B05EC783}"/>
          </ac:cxnSpMkLst>
        </pc:cxnChg>
      </pc:sldChg>
    </pc:docChg>
  </pc:docChgLst>
  <pc:docChgLst>
    <pc:chgData name="Shikha Shethia" userId="S::shikha.shethia@futureskills.co.nz::18e3e2a2-0349-4937-a54d-b40040399c9e" providerId="AD" clId="Web-{08145FC3-2D3C-021E-5E79-2A89282A61B0}"/>
    <pc:docChg chg="modSld">
      <pc:chgData name="Shikha Shethia" userId="S::shikha.shethia@futureskills.co.nz::18e3e2a2-0349-4937-a54d-b40040399c9e" providerId="AD" clId="Web-{08145FC3-2D3C-021E-5E79-2A89282A61B0}" dt="2025-04-28T20:28:22.636" v="12" actId="20577"/>
      <pc:docMkLst>
        <pc:docMk/>
      </pc:docMkLst>
      <pc:sldChg chg="modSp">
        <pc:chgData name="Shikha Shethia" userId="S::shikha.shethia@futureskills.co.nz::18e3e2a2-0349-4937-a54d-b40040399c9e" providerId="AD" clId="Web-{08145FC3-2D3C-021E-5E79-2A89282A61B0}" dt="2025-04-28T20:19:28.796" v="6" actId="20577"/>
        <pc:sldMkLst>
          <pc:docMk/>
          <pc:sldMk cId="2223899082" sldId="353"/>
        </pc:sldMkLst>
        <pc:spChg chg="mod">
          <ac:chgData name="Shikha Shethia" userId="S::shikha.shethia@futureskills.co.nz::18e3e2a2-0349-4937-a54d-b40040399c9e" providerId="AD" clId="Web-{08145FC3-2D3C-021E-5E79-2A89282A61B0}" dt="2025-04-28T20:19:28.796" v="6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modSp">
        <pc:chgData name="Shikha Shethia" userId="S::shikha.shethia@futureskills.co.nz::18e3e2a2-0349-4937-a54d-b40040399c9e" providerId="AD" clId="Web-{08145FC3-2D3C-021E-5E79-2A89282A61B0}" dt="2025-04-28T20:28:22.636" v="12" actId="20577"/>
        <pc:sldMkLst>
          <pc:docMk/>
          <pc:sldMk cId="1241918194" sldId="383"/>
        </pc:sldMkLst>
        <pc:spChg chg="mod">
          <ac:chgData name="Shikha Shethia" userId="S::shikha.shethia@futureskills.co.nz::18e3e2a2-0349-4937-a54d-b40040399c9e" providerId="AD" clId="Web-{08145FC3-2D3C-021E-5E79-2A89282A61B0}" dt="2025-04-28T20:28:22.636" v="1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~ Prabhjot  Kaur" userId="S::xupra224@futureskills.co.nz::2f24766d-5540-41cb-9927-302e862b58af" providerId="AD" clId="Web-{4D0D30D1-C46B-49D8-AF95-820694604F8B}"/>
    <pc:docChg chg="modSld">
      <pc:chgData name="~ Prabhjot  Kaur" userId="S::xupra224@futureskills.co.nz::2f24766d-5540-41cb-9927-302e862b58af" providerId="AD" clId="Web-{4D0D30D1-C46B-49D8-AF95-820694604F8B}" dt="2025-04-28T21:51:06" v="2" actId="20577"/>
      <pc:docMkLst>
        <pc:docMk/>
      </pc:docMkLst>
      <pc:sldChg chg="modSp">
        <pc:chgData name="~ Prabhjot  Kaur" userId="S::xupra224@futureskills.co.nz::2f24766d-5540-41cb-9927-302e862b58af" providerId="AD" clId="Web-{4D0D30D1-C46B-49D8-AF95-820694604F8B}" dt="2025-04-28T21:51:06" v="2" actId="20577"/>
        <pc:sldMkLst>
          <pc:docMk/>
          <pc:sldMk cId="3754895526" sldId="358"/>
        </pc:sldMkLst>
        <pc:spChg chg="mod">
          <ac:chgData name="~ Prabhjot  Kaur" userId="S::xupra224@futureskills.co.nz::2f24766d-5540-41cb-9927-302e862b58af" providerId="AD" clId="Web-{4D0D30D1-C46B-49D8-AF95-820694604F8B}" dt="2025-04-28T21:51:06" v="2" actId="20577"/>
          <ac:spMkLst>
            <pc:docMk/>
            <pc:sldMk cId="3754895526" sldId="358"/>
            <ac:spMk id="3" creationId="{DC6AD25E-4E5A-C7AB-76B4-708E1F02EFC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8DD21-BE34-467C-A1BE-9E02B11F0D3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B0B18A-099D-4CA6-BD5B-DDB2135670DB}">
      <dgm:prSet/>
      <dgm:spPr/>
      <dgm:t>
        <a:bodyPr/>
        <a:lstStyle/>
        <a:p>
          <a:r>
            <a:rPr lang="en-AU" b="1"/>
            <a:t>Identifying issues </a:t>
          </a:r>
          <a:endParaRPr lang="en-US"/>
        </a:p>
      </dgm:t>
    </dgm:pt>
    <dgm:pt modelId="{1E0D991E-420A-4655-88AB-5CC7806DA632}" type="parTrans" cxnId="{1171E2CA-D270-4DF0-AE16-05592875A823}">
      <dgm:prSet/>
      <dgm:spPr/>
      <dgm:t>
        <a:bodyPr/>
        <a:lstStyle/>
        <a:p>
          <a:endParaRPr lang="en-US"/>
        </a:p>
      </dgm:t>
    </dgm:pt>
    <dgm:pt modelId="{0EA70FB6-B2EC-41C0-923C-C65B381C7A77}" type="sibTrans" cxnId="{1171E2CA-D270-4DF0-AE16-05592875A82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3C669D6-8D94-4422-9FC4-FB9350DA0419}">
      <dgm:prSet/>
      <dgm:spPr/>
      <dgm:t>
        <a:bodyPr/>
        <a:lstStyle/>
        <a:p>
          <a:r>
            <a:rPr lang="en-AU" b="1"/>
            <a:t>Figuring out what the company needs</a:t>
          </a:r>
          <a:endParaRPr lang="en-US"/>
        </a:p>
      </dgm:t>
    </dgm:pt>
    <dgm:pt modelId="{E095BEA9-1228-46AE-BA21-EA92000601E4}" type="parTrans" cxnId="{D983A870-8678-4CFF-935B-4311444A2690}">
      <dgm:prSet/>
      <dgm:spPr/>
      <dgm:t>
        <a:bodyPr/>
        <a:lstStyle/>
        <a:p>
          <a:endParaRPr lang="en-US"/>
        </a:p>
      </dgm:t>
    </dgm:pt>
    <dgm:pt modelId="{12BF5E28-35CB-4E7A-B76B-064A31CF0636}" type="sibTrans" cxnId="{D983A870-8678-4CFF-935B-4311444A269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F4B0CCA-8A4D-424A-B081-F663EBB76867}">
      <dgm:prSet/>
      <dgm:spPr/>
      <dgm:t>
        <a:bodyPr/>
        <a:lstStyle/>
        <a:p>
          <a:r>
            <a:rPr lang="en-AU" b="1"/>
            <a:t>Using techniques to evaluate those issues </a:t>
          </a:r>
          <a:endParaRPr lang="en-US"/>
        </a:p>
      </dgm:t>
    </dgm:pt>
    <dgm:pt modelId="{4D30D6E3-C520-4055-ADAC-D8EC87900F6A}" type="parTrans" cxnId="{5999F408-4225-4B39-BDD1-4ED0E24CC149}">
      <dgm:prSet/>
      <dgm:spPr/>
      <dgm:t>
        <a:bodyPr/>
        <a:lstStyle/>
        <a:p>
          <a:endParaRPr lang="en-US"/>
        </a:p>
      </dgm:t>
    </dgm:pt>
    <dgm:pt modelId="{573AE47E-7966-49AA-8D14-050E0E7BAA05}" type="sibTrans" cxnId="{5999F408-4225-4B39-BDD1-4ED0E24CC14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BE818D5-D9FC-49A5-ABF4-FE2E90C1430F}">
      <dgm:prSet/>
      <dgm:spPr/>
      <dgm:t>
        <a:bodyPr/>
        <a:lstStyle/>
        <a:p>
          <a:r>
            <a:rPr lang="en-AU" b="1"/>
            <a:t>Coming up with solutions to solve those issues</a:t>
          </a:r>
          <a:endParaRPr lang="en-US"/>
        </a:p>
      </dgm:t>
    </dgm:pt>
    <dgm:pt modelId="{803EC84D-0F38-4AEB-A602-3D70B3942E73}" type="parTrans" cxnId="{26CF534A-386E-497B-985D-A2A131A2979E}">
      <dgm:prSet/>
      <dgm:spPr/>
      <dgm:t>
        <a:bodyPr/>
        <a:lstStyle/>
        <a:p>
          <a:endParaRPr lang="en-US"/>
        </a:p>
      </dgm:t>
    </dgm:pt>
    <dgm:pt modelId="{A1659373-BD2A-4443-8051-2781D02107D8}" type="sibTrans" cxnId="{26CF534A-386E-497B-985D-A2A131A2979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53D2BEB-EADF-4BFC-A824-4AE0959DE2A4}">
      <dgm:prSet/>
      <dgm:spPr/>
      <dgm:t>
        <a:bodyPr/>
        <a:lstStyle/>
        <a:p>
          <a:r>
            <a:rPr lang="en-AU" b="1"/>
            <a:t>Ensuring those solutions add value to the organisation</a:t>
          </a:r>
          <a:endParaRPr lang="en-US"/>
        </a:p>
      </dgm:t>
    </dgm:pt>
    <dgm:pt modelId="{12EEF0A3-C9A6-4BB0-BD3C-E665995E3E19}" type="parTrans" cxnId="{D7C82A4B-2913-4F18-B568-DCF93955BDEA}">
      <dgm:prSet/>
      <dgm:spPr/>
      <dgm:t>
        <a:bodyPr/>
        <a:lstStyle/>
        <a:p>
          <a:endParaRPr lang="en-US"/>
        </a:p>
      </dgm:t>
    </dgm:pt>
    <dgm:pt modelId="{56204B3C-C45B-4BEC-905D-68A36B04FF63}" type="sibTrans" cxnId="{D7C82A4B-2913-4F18-B568-DCF93955BDE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D44F3AF-2A83-4C72-8E4C-D5F0FFC0D676}" type="pres">
      <dgm:prSet presAssocID="{DDB8DD21-BE34-467C-A1BE-9E02B11F0D3F}" presName="Name0" presStyleCnt="0">
        <dgm:presLayoutVars>
          <dgm:animLvl val="lvl"/>
          <dgm:resizeHandles val="exact"/>
        </dgm:presLayoutVars>
      </dgm:prSet>
      <dgm:spPr/>
    </dgm:pt>
    <dgm:pt modelId="{466E202D-47AB-486A-B00F-3469263E9392}" type="pres">
      <dgm:prSet presAssocID="{C0B0B18A-099D-4CA6-BD5B-DDB2135670DB}" presName="compositeNode" presStyleCnt="0">
        <dgm:presLayoutVars>
          <dgm:bulletEnabled val="1"/>
        </dgm:presLayoutVars>
      </dgm:prSet>
      <dgm:spPr/>
    </dgm:pt>
    <dgm:pt modelId="{F41C82DC-442F-4858-8EAE-4EC73F847280}" type="pres">
      <dgm:prSet presAssocID="{C0B0B18A-099D-4CA6-BD5B-DDB2135670DB}" presName="bgRect" presStyleLbl="bgAccFollowNode1" presStyleIdx="0" presStyleCnt="5"/>
      <dgm:spPr/>
    </dgm:pt>
    <dgm:pt modelId="{7E781B74-7E21-4318-A9C7-D8C1D8C9CBA2}" type="pres">
      <dgm:prSet presAssocID="{0EA70FB6-B2EC-41C0-923C-C65B381C7A7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4A4A53F-9729-48BD-9FE7-0EAB1BD8B637}" type="pres">
      <dgm:prSet presAssocID="{C0B0B18A-099D-4CA6-BD5B-DDB2135670DB}" presName="bottomLine" presStyleLbl="alignNode1" presStyleIdx="1" presStyleCnt="10">
        <dgm:presLayoutVars/>
      </dgm:prSet>
      <dgm:spPr/>
    </dgm:pt>
    <dgm:pt modelId="{765317BA-523B-4EA6-8EB5-D114C5DD1259}" type="pres">
      <dgm:prSet presAssocID="{C0B0B18A-099D-4CA6-BD5B-DDB2135670DB}" presName="nodeText" presStyleLbl="bgAccFollowNode1" presStyleIdx="0" presStyleCnt="5">
        <dgm:presLayoutVars>
          <dgm:bulletEnabled val="1"/>
        </dgm:presLayoutVars>
      </dgm:prSet>
      <dgm:spPr/>
    </dgm:pt>
    <dgm:pt modelId="{75F55CE6-E110-4918-A9A5-894A605C4F53}" type="pres">
      <dgm:prSet presAssocID="{0EA70FB6-B2EC-41C0-923C-C65B381C7A77}" presName="sibTrans" presStyleCnt="0"/>
      <dgm:spPr/>
    </dgm:pt>
    <dgm:pt modelId="{A5642729-4427-4E76-9A8A-6F770928BDF1}" type="pres">
      <dgm:prSet presAssocID="{33C669D6-8D94-4422-9FC4-FB9350DA0419}" presName="compositeNode" presStyleCnt="0">
        <dgm:presLayoutVars>
          <dgm:bulletEnabled val="1"/>
        </dgm:presLayoutVars>
      </dgm:prSet>
      <dgm:spPr/>
    </dgm:pt>
    <dgm:pt modelId="{D1B48442-3CAD-4709-AE71-D11D6B9F79FE}" type="pres">
      <dgm:prSet presAssocID="{33C669D6-8D94-4422-9FC4-FB9350DA0419}" presName="bgRect" presStyleLbl="bgAccFollowNode1" presStyleIdx="1" presStyleCnt="5"/>
      <dgm:spPr/>
    </dgm:pt>
    <dgm:pt modelId="{1CB83D4D-2054-49CA-B896-5B713EC64632}" type="pres">
      <dgm:prSet presAssocID="{12BF5E28-35CB-4E7A-B76B-064A31CF0636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02DD94-565C-434D-B104-133993650EBA}" type="pres">
      <dgm:prSet presAssocID="{33C669D6-8D94-4422-9FC4-FB9350DA0419}" presName="bottomLine" presStyleLbl="alignNode1" presStyleIdx="3" presStyleCnt="10">
        <dgm:presLayoutVars/>
      </dgm:prSet>
      <dgm:spPr/>
    </dgm:pt>
    <dgm:pt modelId="{CE06AFA8-6A85-4E37-BC7F-27E4C94AFC25}" type="pres">
      <dgm:prSet presAssocID="{33C669D6-8D94-4422-9FC4-FB9350DA0419}" presName="nodeText" presStyleLbl="bgAccFollowNode1" presStyleIdx="1" presStyleCnt="5">
        <dgm:presLayoutVars>
          <dgm:bulletEnabled val="1"/>
        </dgm:presLayoutVars>
      </dgm:prSet>
      <dgm:spPr/>
    </dgm:pt>
    <dgm:pt modelId="{217F03B6-047C-47D0-9A68-185547DFDC0A}" type="pres">
      <dgm:prSet presAssocID="{12BF5E28-35CB-4E7A-B76B-064A31CF0636}" presName="sibTrans" presStyleCnt="0"/>
      <dgm:spPr/>
    </dgm:pt>
    <dgm:pt modelId="{9E5745FC-987C-44A5-A58D-56A6AA3313B5}" type="pres">
      <dgm:prSet presAssocID="{7F4B0CCA-8A4D-424A-B081-F663EBB76867}" presName="compositeNode" presStyleCnt="0">
        <dgm:presLayoutVars>
          <dgm:bulletEnabled val="1"/>
        </dgm:presLayoutVars>
      </dgm:prSet>
      <dgm:spPr/>
    </dgm:pt>
    <dgm:pt modelId="{81E5C7D8-F8E2-438D-909C-8DF8D45ADEE8}" type="pres">
      <dgm:prSet presAssocID="{7F4B0CCA-8A4D-424A-B081-F663EBB76867}" presName="bgRect" presStyleLbl="bgAccFollowNode1" presStyleIdx="2" presStyleCnt="5"/>
      <dgm:spPr/>
    </dgm:pt>
    <dgm:pt modelId="{A4E6B7DD-981B-4089-B16B-D3C231ED33C1}" type="pres">
      <dgm:prSet presAssocID="{573AE47E-7966-49AA-8D14-050E0E7BAA05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69ABD032-CA47-4134-B9A6-D8E5055AA443}" type="pres">
      <dgm:prSet presAssocID="{7F4B0CCA-8A4D-424A-B081-F663EBB76867}" presName="bottomLine" presStyleLbl="alignNode1" presStyleIdx="5" presStyleCnt="10">
        <dgm:presLayoutVars/>
      </dgm:prSet>
      <dgm:spPr/>
    </dgm:pt>
    <dgm:pt modelId="{E7263BC7-4FFE-4A71-A16D-DFE667167D65}" type="pres">
      <dgm:prSet presAssocID="{7F4B0CCA-8A4D-424A-B081-F663EBB76867}" presName="nodeText" presStyleLbl="bgAccFollowNode1" presStyleIdx="2" presStyleCnt="5">
        <dgm:presLayoutVars>
          <dgm:bulletEnabled val="1"/>
        </dgm:presLayoutVars>
      </dgm:prSet>
      <dgm:spPr/>
    </dgm:pt>
    <dgm:pt modelId="{09CBB6F1-A5C8-42C4-AAA8-001EA457A3C8}" type="pres">
      <dgm:prSet presAssocID="{573AE47E-7966-49AA-8D14-050E0E7BAA05}" presName="sibTrans" presStyleCnt="0"/>
      <dgm:spPr/>
    </dgm:pt>
    <dgm:pt modelId="{E191F48D-1132-48B7-8A85-CE2729A23A4C}" type="pres">
      <dgm:prSet presAssocID="{CBE818D5-D9FC-49A5-ABF4-FE2E90C1430F}" presName="compositeNode" presStyleCnt="0">
        <dgm:presLayoutVars>
          <dgm:bulletEnabled val="1"/>
        </dgm:presLayoutVars>
      </dgm:prSet>
      <dgm:spPr/>
    </dgm:pt>
    <dgm:pt modelId="{27C2EC69-E57A-4787-8AF6-C4FEE7AD59D9}" type="pres">
      <dgm:prSet presAssocID="{CBE818D5-D9FC-49A5-ABF4-FE2E90C1430F}" presName="bgRect" presStyleLbl="bgAccFollowNode1" presStyleIdx="3" presStyleCnt="5"/>
      <dgm:spPr/>
    </dgm:pt>
    <dgm:pt modelId="{38C5FD82-27FF-4D7C-9514-72DAE35854D2}" type="pres">
      <dgm:prSet presAssocID="{A1659373-BD2A-4443-8051-2781D02107D8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9FA9F0C5-81B2-4402-A886-980B43856477}" type="pres">
      <dgm:prSet presAssocID="{CBE818D5-D9FC-49A5-ABF4-FE2E90C1430F}" presName="bottomLine" presStyleLbl="alignNode1" presStyleIdx="7" presStyleCnt="10">
        <dgm:presLayoutVars/>
      </dgm:prSet>
      <dgm:spPr/>
    </dgm:pt>
    <dgm:pt modelId="{0AB0340B-A424-4C92-80A3-EBCD41EF26A8}" type="pres">
      <dgm:prSet presAssocID="{CBE818D5-D9FC-49A5-ABF4-FE2E90C1430F}" presName="nodeText" presStyleLbl="bgAccFollowNode1" presStyleIdx="3" presStyleCnt="5">
        <dgm:presLayoutVars>
          <dgm:bulletEnabled val="1"/>
        </dgm:presLayoutVars>
      </dgm:prSet>
      <dgm:spPr/>
    </dgm:pt>
    <dgm:pt modelId="{EC199BC6-6B1B-4797-A725-827D0066CA88}" type="pres">
      <dgm:prSet presAssocID="{A1659373-BD2A-4443-8051-2781D02107D8}" presName="sibTrans" presStyleCnt="0"/>
      <dgm:spPr/>
    </dgm:pt>
    <dgm:pt modelId="{CD454D74-1FBC-46F0-A285-613CFE7CBD8C}" type="pres">
      <dgm:prSet presAssocID="{853D2BEB-EADF-4BFC-A824-4AE0959DE2A4}" presName="compositeNode" presStyleCnt="0">
        <dgm:presLayoutVars>
          <dgm:bulletEnabled val="1"/>
        </dgm:presLayoutVars>
      </dgm:prSet>
      <dgm:spPr/>
    </dgm:pt>
    <dgm:pt modelId="{63D22866-A5CA-4046-99D8-97B44DAF03BD}" type="pres">
      <dgm:prSet presAssocID="{853D2BEB-EADF-4BFC-A824-4AE0959DE2A4}" presName="bgRect" presStyleLbl="bgAccFollowNode1" presStyleIdx="4" presStyleCnt="5"/>
      <dgm:spPr/>
    </dgm:pt>
    <dgm:pt modelId="{F3A07404-E449-4428-B971-EDA357A8471E}" type="pres">
      <dgm:prSet presAssocID="{56204B3C-C45B-4BEC-905D-68A36B04FF6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41B732E5-4E78-43E4-ABBB-7BAD877FE19D}" type="pres">
      <dgm:prSet presAssocID="{853D2BEB-EADF-4BFC-A824-4AE0959DE2A4}" presName="bottomLine" presStyleLbl="alignNode1" presStyleIdx="9" presStyleCnt="10">
        <dgm:presLayoutVars/>
      </dgm:prSet>
      <dgm:spPr/>
    </dgm:pt>
    <dgm:pt modelId="{A66F5F2B-8357-4061-AF85-5A06E839644D}" type="pres">
      <dgm:prSet presAssocID="{853D2BEB-EADF-4BFC-A824-4AE0959DE2A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5999F408-4225-4B39-BDD1-4ED0E24CC149}" srcId="{DDB8DD21-BE34-467C-A1BE-9E02B11F0D3F}" destId="{7F4B0CCA-8A4D-424A-B081-F663EBB76867}" srcOrd="2" destOrd="0" parTransId="{4D30D6E3-C520-4055-ADAC-D8EC87900F6A}" sibTransId="{573AE47E-7966-49AA-8D14-050E0E7BAA05}"/>
    <dgm:cxn modelId="{71F9B62E-83E3-463C-8141-9C7AB6FA6734}" type="presOf" srcId="{12BF5E28-35CB-4E7A-B76B-064A31CF0636}" destId="{1CB83D4D-2054-49CA-B896-5B713EC64632}" srcOrd="0" destOrd="0" presId="urn:microsoft.com/office/officeart/2016/7/layout/BasicLinearProcessNumbered"/>
    <dgm:cxn modelId="{DBF4F92E-D2CB-4FDE-A6A9-5CAFBE2A3276}" type="presOf" srcId="{A1659373-BD2A-4443-8051-2781D02107D8}" destId="{38C5FD82-27FF-4D7C-9514-72DAE35854D2}" srcOrd="0" destOrd="0" presId="urn:microsoft.com/office/officeart/2016/7/layout/BasicLinearProcessNumbered"/>
    <dgm:cxn modelId="{E3C6C140-38BC-453E-BC06-108EFDC6B182}" type="presOf" srcId="{C0B0B18A-099D-4CA6-BD5B-DDB2135670DB}" destId="{F41C82DC-442F-4858-8EAE-4EC73F847280}" srcOrd="0" destOrd="0" presId="urn:microsoft.com/office/officeart/2016/7/layout/BasicLinearProcessNumbered"/>
    <dgm:cxn modelId="{FCC65D62-1DBC-4606-9AF1-6854B1F54315}" type="presOf" srcId="{7F4B0CCA-8A4D-424A-B081-F663EBB76867}" destId="{E7263BC7-4FFE-4A71-A16D-DFE667167D65}" srcOrd="1" destOrd="0" presId="urn:microsoft.com/office/officeart/2016/7/layout/BasicLinearProcessNumbered"/>
    <dgm:cxn modelId="{22550F66-E099-407F-A5E3-397094F46A18}" type="presOf" srcId="{33C669D6-8D94-4422-9FC4-FB9350DA0419}" destId="{CE06AFA8-6A85-4E37-BC7F-27E4C94AFC25}" srcOrd="1" destOrd="0" presId="urn:microsoft.com/office/officeart/2016/7/layout/BasicLinearProcessNumbered"/>
    <dgm:cxn modelId="{26CF534A-386E-497B-985D-A2A131A2979E}" srcId="{DDB8DD21-BE34-467C-A1BE-9E02B11F0D3F}" destId="{CBE818D5-D9FC-49A5-ABF4-FE2E90C1430F}" srcOrd="3" destOrd="0" parTransId="{803EC84D-0F38-4AEB-A602-3D70B3942E73}" sibTransId="{A1659373-BD2A-4443-8051-2781D02107D8}"/>
    <dgm:cxn modelId="{D7C82A4B-2913-4F18-B568-DCF93955BDEA}" srcId="{DDB8DD21-BE34-467C-A1BE-9E02B11F0D3F}" destId="{853D2BEB-EADF-4BFC-A824-4AE0959DE2A4}" srcOrd="4" destOrd="0" parTransId="{12EEF0A3-C9A6-4BB0-BD3C-E665995E3E19}" sibTransId="{56204B3C-C45B-4BEC-905D-68A36B04FF63}"/>
    <dgm:cxn modelId="{8AE4CC4C-7E5D-4D20-BE15-DFC285869440}" type="presOf" srcId="{7F4B0CCA-8A4D-424A-B081-F663EBB76867}" destId="{81E5C7D8-F8E2-438D-909C-8DF8D45ADEE8}" srcOrd="0" destOrd="0" presId="urn:microsoft.com/office/officeart/2016/7/layout/BasicLinearProcessNumbered"/>
    <dgm:cxn modelId="{D983A870-8678-4CFF-935B-4311444A2690}" srcId="{DDB8DD21-BE34-467C-A1BE-9E02B11F0D3F}" destId="{33C669D6-8D94-4422-9FC4-FB9350DA0419}" srcOrd="1" destOrd="0" parTransId="{E095BEA9-1228-46AE-BA21-EA92000601E4}" sibTransId="{12BF5E28-35CB-4E7A-B76B-064A31CF0636}"/>
    <dgm:cxn modelId="{00C16374-80E5-45B5-B645-4CE4318684AE}" type="presOf" srcId="{C0B0B18A-099D-4CA6-BD5B-DDB2135670DB}" destId="{765317BA-523B-4EA6-8EB5-D114C5DD1259}" srcOrd="1" destOrd="0" presId="urn:microsoft.com/office/officeart/2016/7/layout/BasicLinearProcessNumbered"/>
    <dgm:cxn modelId="{61128E57-D334-4AB9-B383-A0984CBE292E}" type="presOf" srcId="{56204B3C-C45B-4BEC-905D-68A36B04FF63}" destId="{F3A07404-E449-4428-B971-EDA357A8471E}" srcOrd="0" destOrd="0" presId="urn:microsoft.com/office/officeart/2016/7/layout/BasicLinearProcessNumbered"/>
    <dgm:cxn modelId="{C64B7F90-8235-4ACA-9E59-2BEB40064134}" type="presOf" srcId="{853D2BEB-EADF-4BFC-A824-4AE0959DE2A4}" destId="{A66F5F2B-8357-4061-AF85-5A06E839644D}" srcOrd="1" destOrd="0" presId="urn:microsoft.com/office/officeart/2016/7/layout/BasicLinearProcessNumbered"/>
    <dgm:cxn modelId="{4AB5C398-70C6-4F02-89FC-6FE1EA631A55}" type="presOf" srcId="{573AE47E-7966-49AA-8D14-050E0E7BAA05}" destId="{A4E6B7DD-981B-4089-B16B-D3C231ED33C1}" srcOrd="0" destOrd="0" presId="urn:microsoft.com/office/officeart/2016/7/layout/BasicLinearProcessNumbered"/>
    <dgm:cxn modelId="{0B980DC0-BEB9-4A69-A326-EB3431E18FF3}" type="presOf" srcId="{0EA70FB6-B2EC-41C0-923C-C65B381C7A77}" destId="{7E781B74-7E21-4318-A9C7-D8C1D8C9CBA2}" srcOrd="0" destOrd="0" presId="urn:microsoft.com/office/officeart/2016/7/layout/BasicLinearProcessNumbered"/>
    <dgm:cxn modelId="{1D2DCEC9-1BEB-49F9-A71C-CD0CA59F87E2}" type="presOf" srcId="{CBE818D5-D9FC-49A5-ABF4-FE2E90C1430F}" destId="{0AB0340B-A424-4C92-80A3-EBCD41EF26A8}" srcOrd="1" destOrd="0" presId="urn:microsoft.com/office/officeart/2016/7/layout/BasicLinearProcessNumbered"/>
    <dgm:cxn modelId="{1171E2CA-D270-4DF0-AE16-05592875A823}" srcId="{DDB8DD21-BE34-467C-A1BE-9E02B11F0D3F}" destId="{C0B0B18A-099D-4CA6-BD5B-DDB2135670DB}" srcOrd="0" destOrd="0" parTransId="{1E0D991E-420A-4655-88AB-5CC7806DA632}" sibTransId="{0EA70FB6-B2EC-41C0-923C-C65B381C7A77}"/>
    <dgm:cxn modelId="{CF8B47D8-CB89-4675-BC5F-5616AD7B5DD0}" type="presOf" srcId="{853D2BEB-EADF-4BFC-A824-4AE0959DE2A4}" destId="{63D22866-A5CA-4046-99D8-97B44DAF03BD}" srcOrd="0" destOrd="0" presId="urn:microsoft.com/office/officeart/2016/7/layout/BasicLinearProcessNumbered"/>
    <dgm:cxn modelId="{45631FDA-1A99-4219-80A5-03CF4773142B}" type="presOf" srcId="{33C669D6-8D94-4422-9FC4-FB9350DA0419}" destId="{D1B48442-3CAD-4709-AE71-D11D6B9F79FE}" srcOrd="0" destOrd="0" presId="urn:microsoft.com/office/officeart/2016/7/layout/BasicLinearProcessNumbered"/>
    <dgm:cxn modelId="{669348F1-4610-4C85-A873-4804F1731966}" type="presOf" srcId="{DDB8DD21-BE34-467C-A1BE-9E02B11F0D3F}" destId="{AD44F3AF-2A83-4C72-8E4C-D5F0FFC0D676}" srcOrd="0" destOrd="0" presId="urn:microsoft.com/office/officeart/2016/7/layout/BasicLinearProcessNumbered"/>
    <dgm:cxn modelId="{096A94F1-77BA-467F-B2D1-EC2190B178AA}" type="presOf" srcId="{CBE818D5-D9FC-49A5-ABF4-FE2E90C1430F}" destId="{27C2EC69-E57A-4787-8AF6-C4FEE7AD59D9}" srcOrd="0" destOrd="0" presId="urn:microsoft.com/office/officeart/2016/7/layout/BasicLinearProcessNumbered"/>
    <dgm:cxn modelId="{A9A668CD-007C-4DDB-85BF-F47294564E9D}" type="presParOf" srcId="{AD44F3AF-2A83-4C72-8E4C-D5F0FFC0D676}" destId="{466E202D-47AB-486A-B00F-3469263E9392}" srcOrd="0" destOrd="0" presId="urn:microsoft.com/office/officeart/2016/7/layout/BasicLinearProcessNumbered"/>
    <dgm:cxn modelId="{CCAA8326-37F6-45CB-AA7D-FEB330482880}" type="presParOf" srcId="{466E202D-47AB-486A-B00F-3469263E9392}" destId="{F41C82DC-442F-4858-8EAE-4EC73F847280}" srcOrd="0" destOrd="0" presId="urn:microsoft.com/office/officeart/2016/7/layout/BasicLinearProcessNumbered"/>
    <dgm:cxn modelId="{7B91D47A-E3E6-42BE-9F98-06984AA2493E}" type="presParOf" srcId="{466E202D-47AB-486A-B00F-3469263E9392}" destId="{7E781B74-7E21-4318-A9C7-D8C1D8C9CBA2}" srcOrd="1" destOrd="0" presId="urn:microsoft.com/office/officeart/2016/7/layout/BasicLinearProcessNumbered"/>
    <dgm:cxn modelId="{6197B6F6-5DA5-4C5D-92F7-B25B8321B3B8}" type="presParOf" srcId="{466E202D-47AB-486A-B00F-3469263E9392}" destId="{64A4A53F-9729-48BD-9FE7-0EAB1BD8B637}" srcOrd="2" destOrd="0" presId="urn:microsoft.com/office/officeart/2016/7/layout/BasicLinearProcessNumbered"/>
    <dgm:cxn modelId="{8EF6D40C-94E4-4386-8F05-70FA7804DE3E}" type="presParOf" srcId="{466E202D-47AB-486A-B00F-3469263E9392}" destId="{765317BA-523B-4EA6-8EB5-D114C5DD1259}" srcOrd="3" destOrd="0" presId="urn:microsoft.com/office/officeart/2016/7/layout/BasicLinearProcessNumbered"/>
    <dgm:cxn modelId="{DA267187-B539-4DF2-9124-9D268762A5C2}" type="presParOf" srcId="{AD44F3AF-2A83-4C72-8E4C-D5F0FFC0D676}" destId="{75F55CE6-E110-4918-A9A5-894A605C4F53}" srcOrd="1" destOrd="0" presId="urn:microsoft.com/office/officeart/2016/7/layout/BasicLinearProcessNumbered"/>
    <dgm:cxn modelId="{3EB40834-AB2B-4CED-B652-6B6AA2B816FA}" type="presParOf" srcId="{AD44F3AF-2A83-4C72-8E4C-D5F0FFC0D676}" destId="{A5642729-4427-4E76-9A8A-6F770928BDF1}" srcOrd="2" destOrd="0" presId="urn:microsoft.com/office/officeart/2016/7/layout/BasicLinearProcessNumbered"/>
    <dgm:cxn modelId="{4D9F7ED0-00C4-46CF-A449-FA2DCC24D765}" type="presParOf" srcId="{A5642729-4427-4E76-9A8A-6F770928BDF1}" destId="{D1B48442-3CAD-4709-AE71-D11D6B9F79FE}" srcOrd="0" destOrd="0" presId="urn:microsoft.com/office/officeart/2016/7/layout/BasicLinearProcessNumbered"/>
    <dgm:cxn modelId="{9E40DCDA-5C69-477E-9CCD-075B715CF020}" type="presParOf" srcId="{A5642729-4427-4E76-9A8A-6F770928BDF1}" destId="{1CB83D4D-2054-49CA-B896-5B713EC64632}" srcOrd="1" destOrd="0" presId="urn:microsoft.com/office/officeart/2016/7/layout/BasicLinearProcessNumbered"/>
    <dgm:cxn modelId="{40D5C835-8010-4013-B3E8-A6AAE0987BF6}" type="presParOf" srcId="{A5642729-4427-4E76-9A8A-6F770928BDF1}" destId="{0F02DD94-565C-434D-B104-133993650EBA}" srcOrd="2" destOrd="0" presId="urn:microsoft.com/office/officeart/2016/7/layout/BasicLinearProcessNumbered"/>
    <dgm:cxn modelId="{A301CDE6-8537-4FFA-BD3D-EEBEED63A6A7}" type="presParOf" srcId="{A5642729-4427-4E76-9A8A-6F770928BDF1}" destId="{CE06AFA8-6A85-4E37-BC7F-27E4C94AFC25}" srcOrd="3" destOrd="0" presId="urn:microsoft.com/office/officeart/2016/7/layout/BasicLinearProcessNumbered"/>
    <dgm:cxn modelId="{7A39539A-2542-412F-97D7-D5EC855BD772}" type="presParOf" srcId="{AD44F3AF-2A83-4C72-8E4C-D5F0FFC0D676}" destId="{217F03B6-047C-47D0-9A68-185547DFDC0A}" srcOrd="3" destOrd="0" presId="urn:microsoft.com/office/officeart/2016/7/layout/BasicLinearProcessNumbered"/>
    <dgm:cxn modelId="{7B825888-33B7-4575-A65B-36464FB123A4}" type="presParOf" srcId="{AD44F3AF-2A83-4C72-8E4C-D5F0FFC0D676}" destId="{9E5745FC-987C-44A5-A58D-56A6AA3313B5}" srcOrd="4" destOrd="0" presId="urn:microsoft.com/office/officeart/2016/7/layout/BasicLinearProcessNumbered"/>
    <dgm:cxn modelId="{0B68E545-F47E-4BBD-B1F4-59F031B54455}" type="presParOf" srcId="{9E5745FC-987C-44A5-A58D-56A6AA3313B5}" destId="{81E5C7D8-F8E2-438D-909C-8DF8D45ADEE8}" srcOrd="0" destOrd="0" presId="urn:microsoft.com/office/officeart/2016/7/layout/BasicLinearProcessNumbered"/>
    <dgm:cxn modelId="{00E3A0B1-B2F1-42A6-B697-9A1AE1AA1E81}" type="presParOf" srcId="{9E5745FC-987C-44A5-A58D-56A6AA3313B5}" destId="{A4E6B7DD-981B-4089-B16B-D3C231ED33C1}" srcOrd="1" destOrd="0" presId="urn:microsoft.com/office/officeart/2016/7/layout/BasicLinearProcessNumbered"/>
    <dgm:cxn modelId="{D06541D8-B688-4FC9-AC2A-0E94B638947C}" type="presParOf" srcId="{9E5745FC-987C-44A5-A58D-56A6AA3313B5}" destId="{69ABD032-CA47-4134-B9A6-D8E5055AA443}" srcOrd="2" destOrd="0" presId="urn:microsoft.com/office/officeart/2016/7/layout/BasicLinearProcessNumbered"/>
    <dgm:cxn modelId="{22312F8F-72A6-4087-BE3D-F6B048A0DC09}" type="presParOf" srcId="{9E5745FC-987C-44A5-A58D-56A6AA3313B5}" destId="{E7263BC7-4FFE-4A71-A16D-DFE667167D65}" srcOrd="3" destOrd="0" presId="urn:microsoft.com/office/officeart/2016/7/layout/BasicLinearProcessNumbered"/>
    <dgm:cxn modelId="{99E85F70-0A74-468E-9906-7883CB652207}" type="presParOf" srcId="{AD44F3AF-2A83-4C72-8E4C-D5F0FFC0D676}" destId="{09CBB6F1-A5C8-42C4-AAA8-001EA457A3C8}" srcOrd="5" destOrd="0" presId="urn:microsoft.com/office/officeart/2016/7/layout/BasicLinearProcessNumbered"/>
    <dgm:cxn modelId="{A7BD1802-85D0-42BA-B9C4-0844F3108FBF}" type="presParOf" srcId="{AD44F3AF-2A83-4C72-8E4C-D5F0FFC0D676}" destId="{E191F48D-1132-48B7-8A85-CE2729A23A4C}" srcOrd="6" destOrd="0" presId="urn:microsoft.com/office/officeart/2016/7/layout/BasicLinearProcessNumbered"/>
    <dgm:cxn modelId="{5A9C027E-D65D-4FDF-A870-9550C878A097}" type="presParOf" srcId="{E191F48D-1132-48B7-8A85-CE2729A23A4C}" destId="{27C2EC69-E57A-4787-8AF6-C4FEE7AD59D9}" srcOrd="0" destOrd="0" presId="urn:microsoft.com/office/officeart/2016/7/layout/BasicLinearProcessNumbered"/>
    <dgm:cxn modelId="{A37B7FAF-1D7B-4082-BBB0-E00B300894AC}" type="presParOf" srcId="{E191F48D-1132-48B7-8A85-CE2729A23A4C}" destId="{38C5FD82-27FF-4D7C-9514-72DAE35854D2}" srcOrd="1" destOrd="0" presId="urn:microsoft.com/office/officeart/2016/7/layout/BasicLinearProcessNumbered"/>
    <dgm:cxn modelId="{449DB950-1AB1-433A-B4D1-F09E9CA29DFE}" type="presParOf" srcId="{E191F48D-1132-48B7-8A85-CE2729A23A4C}" destId="{9FA9F0C5-81B2-4402-A886-980B43856477}" srcOrd="2" destOrd="0" presId="urn:microsoft.com/office/officeart/2016/7/layout/BasicLinearProcessNumbered"/>
    <dgm:cxn modelId="{374329C4-F4E8-41BB-9A25-90608D684CB1}" type="presParOf" srcId="{E191F48D-1132-48B7-8A85-CE2729A23A4C}" destId="{0AB0340B-A424-4C92-80A3-EBCD41EF26A8}" srcOrd="3" destOrd="0" presId="urn:microsoft.com/office/officeart/2016/7/layout/BasicLinearProcessNumbered"/>
    <dgm:cxn modelId="{DDF21976-7DB8-4519-8E49-F6228A61C74B}" type="presParOf" srcId="{AD44F3AF-2A83-4C72-8E4C-D5F0FFC0D676}" destId="{EC199BC6-6B1B-4797-A725-827D0066CA88}" srcOrd="7" destOrd="0" presId="urn:microsoft.com/office/officeart/2016/7/layout/BasicLinearProcessNumbered"/>
    <dgm:cxn modelId="{B7A42906-5B80-4723-B328-0F25A8DC4A3D}" type="presParOf" srcId="{AD44F3AF-2A83-4C72-8E4C-D5F0FFC0D676}" destId="{CD454D74-1FBC-46F0-A285-613CFE7CBD8C}" srcOrd="8" destOrd="0" presId="urn:microsoft.com/office/officeart/2016/7/layout/BasicLinearProcessNumbered"/>
    <dgm:cxn modelId="{1C3621F2-58DD-4E62-8368-EF007D376E2D}" type="presParOf" srcId="{CD454D74-1FBC-46F0-A285-613CFE7CBD8C}" destId="{63D22866-A5CA-4046-99D8-97B44DAF03BD}" srcOrd="0" destOrd="0" presId="urn:microsoft.com/office/officeart/2016/7/layout/BasicLinearProcessNumbered"/>
    <dgm:cxn modelId="{98499BCA-948C-43A4-AAE8-E128FEE086A0}" type="presParOf" srcId="{CD454D74-1FBC-46F0-A285-613CFE7CBD8C}" destId="{F3A07404-E449-4428-B971-EDA357A8471E}" srcOrd="1" destOrd="0" presId="urn:microsoft.com/office/officeart/2016/7/layout/BasicLinearProcessNumbered"/>
    <dgm:cxn modelId="{41F1802E-6FE2-43E5-9768-007DFF444656}" type="presParOf" srcId="{CD454D74-1FBC-46F0-A285-613CFE7CBD8C}" destId="{41B732E5-4E78-43E4-ABBB-7BAD877FE19D}" srcOrd="2" destOrd="0" presId="urn:microsoft.com/office/officeart/2016/7/layout/BasicLinearProcessNumbered"/>
    <dgm:cxn modelId="{6317424B-0D51-4364-BBD7-414813A2C670}" type="presParOf" srcId="{CD454D74-1FBC-46F0-A285-613CFE7CBD8C}" destId="{A66F5F2B-8357-4061-AF85-5A06E839644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C82DC-442F-4858-8EAE-4EC73F847280}">
      <dsp:nvSpPr>
        <dsp:cNvPr id="0" name=""/>
        <dsp:cNvSpPr/>
      </dsp:nvSpPr>
      <dsp:spPr>
        <a:xfrm>
          <a:off x="3281" y="249088"/>
          <a:ext cx="1776784" cy="248749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525" tIns="330200" rIns="13852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/>
            <a:t>Identifying issues </a:t>
          </a:r>
          <a:endParaRPr lang="en-US" sz="1400" kern="1200"/>
        </a:p>
      </dsp:txBody>
      <dsp:txXfrm>
        <a:off x="3281" y="1194337"/>
        <a:ext cx="1776784" cy="1492498"/>
      </dsp:txXfrm>
    </dsp:sp>
    <dsp:sp modelId="{7E781B74-7E21-4318-A9C7-D8C1D8C9CBA2}">
      <dsp:nvSpPr>
        <dsp:cNvPr id="0" name=""/>
        <dsp:cNvSpPr/>
      </dsp:nvSpPr>
      <dsp:spPr>
        <a:xfrm>
          <a:off x="518549" y="497838"/>
          <a:ext cx="746249" cy="74624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0" tIns="12700" rIns="58180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</a:t>
          </a:r>
        </a:p>
      </dsp:txBody>
      <dsp:txXfrm>
        <a:off x="627835" y="607124"/>
        <a:ext cx="527677" cy="527677"/>
      </dsp:txXfrm>
    </dsp:sp>
    <dsp:sp modelId="{64A4A53F-9729-48BD-9FE7-0EAB1BD8B637}">
      <dsp:nvSpPr>
        <dsp:cNvPr id="0" name=""/>
        <dsp:cNvSpPr/>
      </dsp:nvSpPr>
      <dsp:spPr>
        <a:xfrm>
          <a:off x="3281" y="2736514"/>
          <a:ext cx="1776784" cy="72"/>
        </a:xfrm>
        <a:prstGeom prst="rect">
          <a:avLst/>
        </a:prstGeom>
        <a:solidFill>
          <a:schemeClr val="accent2">
            <a:hueOff val="373684"/>
            <a:satOff val="-397"/>
            <a:lumOff val="305"/>
            <a:alphaOff val="0"/>
          </a:schemeClr>
        </a:solidFill>
        <a:ln w="15875" cap="flat" cmpd="sng" algn="ctr">
          <a:solidFill>
            <a:schemeClr val="accent2">
              <a:hueOff val="373684"/>
              <a:satOff val="-397"/>
              <a:lumOff val="3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48442-3CAD-4709-AE71-D11D6B9F79FE}">
      <dsp:nvSpPr>
        <dsp:cNvPr id="0" name=""/>
        <dsp:cNvSpPr/>
      </dsp:nvSpPr>
      <dsp:spPr>
        <a:xfrm>
          <a:off x="1957744" y="249088"/>
          <a:ext cx="1776784" cy="2487497"/>
        </a:xfrm>
        <a:prstGeom prst="rect">
          <a:avLst/>
        </a:prstGeom>
        <a:solidFill>
          <a:schemeClr val="accent2">
            <a:tint val="40000"/>
            <a:alpha val="90000"/>
            <a:hueOff val="1045868"/>
            <a:satOff val="357"/>
            <a:lumOff val="11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045868"/>
              <a:satOff val="357"/>
              <a:lumOff val="1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525" tIns="330200" rIns="13852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/>
            <a:t>Figuring out what the company needs</a:t>
          </a:r>
          <a:endParaRPr lang="en-US" sz="1400" kern="1200"/>
        </a:p>
      </dsp:txBody>
      <dsp:txXfrm>
        <a:off x="1957744" y="1194337"/>
        <a:ext cx="1776784" cy="1492498"/>
      </dsp:txXfrm>
    </dsp:sp>
    <dsp:sp modelId="{1CB83D4D-2054-49CA-B896-5B713EC64632}">
      <dsp:nvSpPr>
        <dsp:cNvPr id="0" name=""/>
        <dsp:cNvSpPr/>
      </dsp:nvSpPr>
      <dsp:spPr>
        <a:xfrm>
          <a:off x="2473011" y="497838"/>
          <a:ext cx="746249" cy="746249"/>
        </a:xfrm>
        <a:prstGeom prst="ellipse">
          <a:avLst/>
        </a:prstGeom>
        <a:solidFill>
          <a:schemeClr val="accent2">
            <a:hueOff val="747368"/>
            <a:satOff val="-794"/>
            <a:lumOff val="610"/>
            <a:alphaOff val="0"/>
          </a:schemeClr>
        </a:solidFill>
        <a:ln w="15875" cap="flat" cmpd="sng" algn="ctr">
          <a:solidFill>
            <a:schemeClr val="accent2">
              <a:hueOff val="747368"/>
              <a:satOff val="-794"/>
              <a:lumOff val="6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0" tIns="12700" rIns="58180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</a:t>
          </a:r>
        </a:p>
      </dsp:txBody>
      <dsp:txXfrm>
        <a:off x="2582297" y="607124"/>
        <a:ext cx="527677" cy="527677"/>
      </dsp:txXfrm>
    </dsp:sp>
    <dsp:sp modelId="{0F02DD94-565C-434D-B104-133993650EBA}">
      <dsp:nvSpPr>
        <dsp:cNvPr id="0" name=""/>
        <dsp:cNvSpPr/>
      </dsp:nvSpPr>
      <dsp:spPr>
        <a:xfrm>
          <a:off x="1957744" y="2736514"/>
          <a:ext cx="1776784" cy="72"/>
        </a:xfrm>
        <a:prstGeom prst="rect">
          <a:avLst/>
        </a:prstGeom>
        <a:solidFill>
          <a:schemeClr val="accent2">
            <a:hueOff val="1121052"/>
            <a:satOff val="-1191"/>
            <a:lumOff val="915"/>
            <a:alphaOff val="0"/>
          </a:schemeClr>
        </a:solidFill>
        <a:ln w="15875" cap="flat" cmpd="sng" algn="ctr">
          <a:solidFill>
            <a:schemeClr val="accent2">
              <a:hueOff val="1121052"/>
              <a:satOff val="-119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5C7D8-F8E2-438D-909C-8DF8D45ADEE8}">
      <dsp:nvSpPr>
        <dsp:cNvPr id="0" name=""/>
        <dsp:cNvSpPr/>
      </dsp:nvSpPr>
      <dsp:spPr>
        <a:xfrm>
          <a:off x="3912206" y="249088"/>
          <a:ext cx="1776784" cy="2487497"/>
        </a:xfrm>
        <a:prstGeom prst="rect">
          <a:avLst/>
        </a:prstGeom>
        <a:solidFill>
          <a:schemeClr val="accent2">
            <a:tint val="40000"/>
            <a:alpha val="90000"/>
            <a:hueOff val="2091735"/>
            <a:satOff val="714"/>
            <a:lumOff val="22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091735"/>
              <a:satOff val="714"/>
              <a:lumOff val="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525" tIns="330200" rIns="13852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/>
            <a:t>Using techniques to evaluate those issues </a:t>
          </a:r>
          <a:endParaRPr lang="en-US" sz="1400" kern="1200"/>
        </a:p>
      </dsp:txBody>
      <dsp:txXfrm>
        <a:off x="3912206" y="1194337"/>
        <a:ext cx="1776784" cy="1492498"/>
      </dsp:txXfrm>
    </dsp:sp>
    <dsp:sp modelId="{A4E6B7DD-981B-4089-B16B-D3C231ED33C1}">
      <dsp:nvSpPr>
        <dsp:cNvPr id="0" name=""/>
        <dsp:cNvSpPr/>
      </dsp:nvSpPr>
      <dsp:spPr>
        <a:xfrm>
          <a:off x="4427473" y="497838"/>
          <a:ext cx="746249" cy="746249"/>
        </a:xfrm>
        <a:prstGeom prst="ellipse">
          <a:avLst/>
        </a:prstGeom>
        <a:solidFill>
          <a:schemeClr val="accent2">
            <a:hueOff val="1494735"/>
            <a:satOff val="-1588"/>
            <a:lumOff val="1220"/>
            <a:alphaOff val="0"/>
          </a:schemeClr>
        </a:solidFill>
        <a:ln w="15875" cap="flat" cmpd="sng" algn="ctr">
          <a:solidFill>
            <a:schemeClr val="accent2">
              <a:hueOff val="1494735"/>
              <a:satOff val="-1588"/>
              <a:lumOff val="1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0" tIns="12700" rIns="58180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</a:t>
          </a:r>
        </a:p>
      </dsp:txBody>
      <dsp:txXfrm>
        <a:off x="4536759" y="607124"/>
        <a:ext cx="527677" cy="527677"/>
      </dsp:txXfrm>
    </dsp:sp>
    <dsp:sp modelId="{69ABD032-CA47-4134-B9A6-D8E5055AA443}">
      <dsp:nvSpPr>
        <dsp:cNvPr id="0" name=""/>
        <dsp:cNvSpPr/>
      </dsp:nvSpPr>
      <dsp:spPr>
        <a:xfrm>
          <a:off x="3912206" y="2736514"/>
          <a:ext cx="1776784" cy="72"/>
        </a:xfrm>
        <a:prstGeom prst="rect">
          <a:avLst/>
        </a:prstGeom>
        <a:solidFill>
          <a:schemeClr val="accent2">
            <a:hueOff val="1868420"/>
            <a:satOff val="-1984"/>
            <a:lumOff val="1525"/>
            <a:alphaOff val="0"/>
          </a:schemeClr>
        </a:solidFill>
        <a:ln w="15875" cap="flat" cmpd="sng" algn="ctr">
          <a:solidFill>
            <a:schemeClr val="accent2">
              <a:hueOff val="1868420"/>
              <a:satOff val="-1984"/>
              <a:lumOff val="15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2EC69-E57A-4787-8AF6-C4FEE7AD59D9}">
      <dsp:nvSpPr>
        <dsp:cNvPr id="0" name=""/>
        <dsp:cNvSpPr/>
      </dsp:nvSpPr>
      <dsp:spPr>
        <a:xfrm>
          <a:off x="5866668" y="249088"/>
          <a:ext cx="1776784" cy="2487497"/>
        </a:xfrm>
        <a:prstGeom prst="rect">
          <a:avLst/>
        </a:prstGeom>
        <a:solidFill>
          <a:schemeClr val="accent2">
            <a:tint val="40000"/>
            <a:alpha val="90000"/>
            <a:hueOff val="3137603"/>
            <a:satOff val="1071"/>
            <a:lumOff val="32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137603"/>
              <a:satOff val="1071"/>
              <a:lumOff val="3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525" tIns="330200" rIns="13852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/>
            <a:t>Coming up with solutions to solve those issues</a:t>
          </a:r>
          <a:endParaRPr lang="en-US" sz="1400" kern="1200"/>
        </a:p>
      </dsp:txBody>
      <dsp:txXfrm>
        <a:off x="5866668" y="1194337"/>
        <a:ext cx="1776784" cy="1492498"/>
      </dsp:txXfrm>
    </dsp:sp>
    <dsp:sp modelId="{38C5FD82-27FF-4D7C-9514-72DAE35854D2}">
      <dsp:nvSpPr>
        <dsp:cNvPr id="0" name=""/>
        <dsp:cNvSpPr/>
      </dsp:nvSpPr>
      <dsp:spPr>
        <a:xfrm>
          <a:off x="6381936" y="497838"/>
          <a:ext cx="746249" cy="746249"/>
        </a:xfrm>
        <a:prstGeom prst="ellipse">
          <a:avLst/>
        </a:prstGeom>
        <a:solidFill>
          <a:schemeClr val="accent2">
            <a:hueOff val="2242103"/>
            <a:satOff val="-2381"/>
            <a:lumOff val="1830"/>
            <a:alphaOff val="0"/>
          </a:schemeClr>
        </a:solidFill>
        <a:ln w="15875" cap="flat" cmpd="sng" algn="ctr">
          <a:solidFill>
            <a:schemeClr val="accent2">
              <a:hueOff val="2242103"/>
              <a:satOff val="-2381"/>
              <a:lumOff val="18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0" tIns="12700" rIns="58180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</a:t>
          </a:r>
        </a:p>
      </dsp:txBody>
      <dsp:txXfrm>
        <a:off x="6491222" y="607124"/>
        <a:ext cx="527677" cy="527677"/>
      </dsp:txXfrm>
    </dsp:sp>
    <dsp:sp modelId="{9FA9F0C5-81B2-4402-A886-980B43856477}">
      <dsp:nvSpPr>
        <dsp:cNvPr id="0" name=""/>
        <dsp:cNvSpPr/>
      </dsp:nvSpPr>
      <dsp:spPr>
        <a:xfrm>
          <a:off x="5866668" y="2736514"/>
          <a:ext cx="1776784" cy="72"/>
        </a:xfrm>
        <a:prstGeom prst="rect">
          <a:avLst/>
        </a:prstGeom>
        <a:solidFill>
          <a:schemeClr val="accent2">
            <a:hueOff val="2615787"/>
            <a:satOff val="-2778"/>
            <a:lumOff val="2135"/>
            <a:alphaOff val="0"/>
          </a:schemeClr>
        </a:solidFill>
        <a:ln w="15875" cap="flat" cmpd="sng" algn="ctr">
          <a:solidFill>
            <a:schemeClr val="accent2">
              <a:hueOff val="2615787"/>
              <a:satOff val="-2778"/>
              <a:lumOff val="21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22866-A5CA-4046-99D8-97B44DAF03BD}">
      <dsp:nvSpPr>
        <dsp:cNvPr id="0" name=""/>
        <dsp:cNvSpPr/>
      </dsp:nvSpPr>
      <dsp:spPr>
        <a:xfrm>
          <a:off x="7821131" y="249088"/>
          <a:ext cx="1776784" cy="2487497"/>
        </a:xfrm>
        <a:prstGeom prst="rect">
          <a:avLst/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525" tIns="330200" rIns="13852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/>
            <a:t>Ensuring those solutions add value to the organisation</a:t>
          </a:r>
          <a:endParaRPr lang="en-US" sz="1400" kern="1200"/>
        </a:p>
      </dsp:txBody>
      <dsp:txXfrm>
        <a:off x="7821131" y="1194337"/>
        <a:ext cx="1776784" cy="1492498"/>
      </dsp:txXfrm>
    </dsp:sp>
    <dsp:sp modelId="{F3A07404-E449-4428-B971-EDA357A8471E}">
      <dsp:nvSpPr>
        <dsp:cNvPr id="0" name=""/>
        <dsp:cNvSpPr/>
      </dsp:nvSpPr>
      <dsp:spPr>
        <a:xfrm>
          <a:off x="8336398" y="497838"/>
          <a:ext cx="746249" cy="746249"/>
        </a:xfrm>
        <a:prstGeom prst="ellipse">
          <a:avLst/>
        </a:prstGeom>
        <a:solidFill>
          <a:schemeClr val="accent2">
            <a:hueOff val="2989471"/>
            <a:satOff val="-3175"/>
            <a:lumOff val="2440"/>
            <a:alphaOff val="0"/>
          </a:schemeClr>
        </a:solidFill>
        <a:ln w="15875" cap="flat" cmpd="sng" algn="ctr">
          <a:solidFill>
            <a:schemeClr val="accent2">
              <a:hueOff val="2989471"/>
              <a:satOff val="-3175"/>
              <a:lumOff val="24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0" tIns="12700" rIns="58180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5</a:t>
          </a:r>
        </a:p>
      </dsp:txBody>
      <dsp:txXfrm>
        <a:off x="8445684" y="607124"/>
        <a:ext cx="527677" cy="527677"/>
      </dsp:txXfrm>
    </dsp:sp>
    <dsp:sp modelId="{41B732E5-4E78-43E4-ABBB-7BAD877FE19D}">
      <dsp:nvSpPr>
        <dsp:cNvPr id="0" name=""/>
        <dsp:cNvSpPr/>
      </dsp:nvSpPr>
      <dsp:spPr>
        <a:xfrm>
          <a:off x="7821131" y="2736514"/>
          <a:ext cx="1776784" cy="72"/>
        </a:xfrm>
        <a:prstGeom prst="rect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accent2">
              <a:hueOff val="3363155"/>
              <a:satOff val="-3572"/>
              <a:lumOff val="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5720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171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28/04/2025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lesforce.com/eu/blog/what-is-business-analysi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n1ryI23r_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1): Introduction to Business Analysis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/>
              <a:t>Share your expectations with the lecturer and learn the lecturer’s expectations</a:t>
            </a:r>
          </a:p>
          <a:p>
            <a:pPr marL="457200" lvl="1" indent="0">
              <a:buNone/>
            </a:pPr>
            <a:endParaRPr lang="en-NZ"/>
          </a:p>
          <a:p>
            <a:pPr lvl="1"/>
            <a:r>
              <a:rPr lang="en-NZ"/>
              <a:t>Learn the aim and learning outcomes of the course</a:t>
            </a:r>
          </a:p>
          <a:p>
            <a:pPr marL="457200" lvl="1" indent="0">
              <a:buNone/>
            </a:pPr>
            <a:endParaRPr lang="en-NZ"/>
          </a:p>
          <a:p>
            <a:pPr lvl="1"/>
            <a:r>
              <a:rPr lang="en-NZ"/>
              <a:t>Differentiate between </a:t>
            </a:r>
            <a:r>
              <a:rPr lang="en-NZ" b="1"/>
              <a:t>analysis</a:t>
            </a:r>
            <a:r>
              <a:rPr lang="en-NZ"/>
              <a:t> and </a:t>
            </a:r>
            <a:r>
              <a:rPr lang="en-NZ" b="1"/>
              <a:t>analytics</a:t>
            </a:r>
          </a:p>
          <a:p>
            <a:pPr marL="457200" lvl="1" indent="0">
              <a:buNone/>
            </a:pPr>
            <a:endParaRPr lang="en-NZ" b="1"/>
          </a:p>
          <a:p>
            <a:pPr marL="457200" lvl="1" indent="0">
              <a:buNone/>
            </a:pPr>
            <a:endParaRPr lang="en-NZ"/>
          </a:p>
          <a:p>
            <a:pPr lvl="1"/>
            <a:endParaRPr lang="en-NZ"/>
          </a:p>
          <a:p>
            <a:pPr lvl="1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5024" y="689717"/>
            <a:ext cx="7727950" cy="935038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Introduction</a:t>
            </a:r>
            <a:endParaRPr lang="en-US" altLang="en-US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63053B2-E4CB-634B-ADDC-4BF2E076F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73712" y="1697275"/>
            <a:ext cx="7959262" cy="495476"/>
          </a:xfrm>
        </p:spPr>
        <p:txBody>
          <a:bodyPr anchor="ctr">
            <a:noAutofit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Hello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20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Everyone, I’m Shikha and Welcome to Business Analysis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  <a:sym typeface="Wingdings" pitchFamily="2" charset="2"/>
              </a:rPr>
              <a:t>!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873712" y="2940723"/>
            <a:ext cx="6096000" cy="213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Let’s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get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to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know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each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other!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What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is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</a:t>
            </a:r>
            <a:r>
              <a:rPr lang="en-US" altLang="zh-CN" sz="1800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our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name?</a:t>
            </a: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How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was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study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break?</a:t>
            </a: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What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is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the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most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impressive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experience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had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in</a:t>
            </a:r>
            <a:r>
              <a:rPr lang="en-NZ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the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last</a:t>
            </a:r>
            <a:r>
              <a:rPr lang="zh-CN" altLang="en-US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block?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10" name="Picture 9" descr="Circle of smiling faces of children with heads together looking downwards">
            <a:extLst>
              <a:ext uri="{FF2B5EF4-FFF2-40B4-BE49-F238E27FC236}">
                <a16:creationId xmlns:a16="http://schemas.microsoft.com/office/drawing/2014/main" id="{85636B7F-F4F9-20D4-95B2-66563AF9122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7879277" y="3111680"/>
            <a:ext cx="3463254" cy="231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100" b="1"/>
              <a:t>Let’s break some ICE</a:t>
            </a:r>
            <a:endParaRPr lang="en-US" altLang="en-US" sz="4100" b="1"/>
          </a:p>
        </p:txBody>
      </p:sp>
      <p:pic>
        <p:nvPicPr>
          <p:cNvPr id="5" name="Picture 4" descr="A ship on ice floe&#10;&#10;Description automatically generated">
            <a:extLst>
              <a:ext uri="{FF2B5EF4-FFF2-40B4-BE49-F238E27FC236}">
                <a16:creationId xmlns:a16="http://schemas.microsoft.com/office/drawing/2014/main" id="{7AA7F25C-1031-49D1-1A6D-E33EC812D8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17411" b="9489"/>
          <a:stretch/>
        </p:blipFill>
        <p:spPr>
          <a:xfrm>
            <a:off x="1412683" y="1410208"/>
            <a:ext cx="5278777" cy="38587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7535824" y="2556932"/>
            <a:ext cx="3360771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NZ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What's your favourite thing about New Zealand?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NZ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If you could have any superpower, what would it be?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NZ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What's your favourite movie or book?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NZ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What's a place you'd love to travel to?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43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5484" y="913607"/>
            <a:ext cx="7727950" cy="935038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Course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Description</a:t>
            </a:r>
            <a:endParaRPr lang="en-US" altLang="en-US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063053B2-E4CB-634B-ADDC-4BF2E076F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1099" y="2478024"/>
            <a:ext cx="9329802" cy="3466369"/>
          </a:xfrm>
        </p:spPr>
        <p:txBody>
          <a:bodyPr anchor="ctr">
            <a:noAutofit/>
          </a:bodyPr>
          <a:lstStyle/>
          <a:p>
            <a:endParaRPr lang="en-NZ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course prepares learners to </a:t>
            </a:r>
            <a:r>
              <a:rPr lang="en-NZ" altLang="zh-C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role of business analysts within an organisation.</a:t>
            </a:r>
          </a:p>
          <a:p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learn to </a:t>
            </a:r>
            <a:r>
              <a:rPr lang="en-NZ" altLang="zh-C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and</a:t>
            </a:r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business issues within an organisation through appropriate business analysis techniques.</a:t>
            </a:r>
          </a:p>
          <a:p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 will also learn to </a:t>
            </a:r>
            <a:r>
              <a:rPr lang="en-NZ" altLang="zh-C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</a:t>
            </a:r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NZ" altLang="zh-C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en-NZ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solutions to the business issues.</a:t>
            </a:r>
          </a:p>
          <a:p>
            <a:endParaRPr lang="en-NZ" altLang="zh-CN" sz="200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AU" altLang="en-US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463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153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5025" y="599282"/>
            <a:ext cx="7727950" cy="935038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Aim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and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Learning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Outcomes</a:t>
            </a:r>
            <a:endParaRPr lang="en-US" altLang="en-US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063053B2-E4CB-634B-ADDC-4BF2E076F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2" y="1313950"/>
            <a:ext cx="10544175" cy="4702452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AU" altLang="en-US" sz="2200" b="1">
              <a:solidFill>
                <a:srgbClr val="FF0000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Aim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NZ" altLang="zh-CN" sz="16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This course aims to enable students to meet specified business needs through critical business analysis.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Learning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Outcomes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(LOs):</a:t>
            </a:r>
          </a:p>
          <a:p>
            <a:pPr marL="0" indent="0">
              <a:buNone/>
            </a:pPr>
            <a:r>
              <a:rPr lang="en-NZ" altLang="zh-CN" sz="16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 successful completion of this course students will be able to:</a:t>
            </a:r>
          </a:p>
          <a:p>
            <a:r>
              <a:rPr lang="en-NZ" altLang="zh-CN" sz="16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1. Critically evaluate the evolution of the role of business analysts within an organisation.</a:t>
            </a:r>
          </a:p>
          <a:p>
            <a:r>
              <a:rPr lang="en-NZ" altLang="zh-CN" sz="16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2. Critically apply business analysis techniques to solve organisational issues in Aotearoa New Zealand.</a:t>
            </a:r>
          </a:p>
          <a:p>
            <a:r>
              <a:rPr lang="en-NZ" altLang="zh-CN" sz="16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3. Critically develop and justify solutions aligning to organisational strategy.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Assignment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One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(30%)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Covers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LO 1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Due: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Friday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(16</a:t>
            </a:r>
            <a:r>
              <a:rPr lang="en-US" altLang="zh-CN" sz="1600" b="1" baseline="300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May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2025),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9:00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AM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Assignment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Two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(70%)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Covers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LOs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1-3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Due: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Friday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Week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8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(20</a:t>
            </a:r>
            <a:r>
              <a:rPr lang="en-US" altLang="zh-CN" sz="1600" b="1" baseline="30000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th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 June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2025),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 11.59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 panose="020B0300000000000000" pitchFamily="34" charset="-128"/>
                <a:cs typeface="Arial"/>
              </a:rPr>
              <a:t> </a:t>
            </a:r>
            <a:r>
              <a:rPr lang="zh-CN" altLang="en-US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P</a:t>
            </a:r>
            <a:r>
              <a:rPr lang="en-US" altLang="zh-CN" sz="16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M</a:t>
            </a:r>
            <a:endParaRPr lang="en-NZ" altLang="zh-CN" sz="1600" b="1">
              <a:solidFill>
                <a:schemeClr val="tx1"/>
              </a:solidFill>
              <a:latin typeface="Arial"/>
              <a:ea typeface="ヒラギノ角ゴ Pro W3"/>
              <a:cs typeface="Arial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AU" altLang="en-US" sz="140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990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1536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AF141-2172-B431-996F-EA66C23F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68" y="922845"/>
            <a:ext cx="10355464" cy="679899"/>
          </a:xfrm>
        </p:spPr>
        <p:txBody>
          <a:bodyPr>
            <a:normAutofit/>
          </a:bodyPr>
          <a:lstStyle/>
          <a:p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Activity One: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analysis?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sz="3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AD25E-4E5A-C7AB-76B4-708E1F02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24" y="1905949"/>
            <a:ext cx="1018520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Please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discuss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following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questions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your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group</a:t>
            </a:r>
            <a:r>
              <a:rPr lang="zh-CN" altLang="en-US" sz="2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/>
                <a:cs typeface="Arial"/>
              </a:rPr>
              <a:t>members:</a:t>
            </a:r>
          </a:p>
          <a:p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What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does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business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analysis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mean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you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(what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three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key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words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your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mind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regarding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business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analysis)?</a:t>
            </a:r>
          </a:p>
          <a:p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Why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</a:rPr>
              <a:t>is business analysis important to organisations?</a:t>
            </a:r>
            <a:endParaRPr lang="en-US" altLang="zh-CN" sz="2100" b="1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After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discussion,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please read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</a:rPr>
              <a:t>following article to find out what business analysis is, what business analysts do, and why is it important. 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  <a:hlinkClick r:id="rId2"/>
              </a:rPr>
              <a:t>https://www.salesforce.com/eu/blog/what-is-business-analysis/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NZ" altLang="zh-CN" sz="2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Share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your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thoughts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your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group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members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after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lang="zh-CN" altLang="en-US" sz="21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/>
                <a:cs typeface="Arial"/>
              </a:rPr>
              <a:t>reading.</a:t>
            </a:r>
            <a:r>
              <a:rPr lang="en-NZ" altLang="zh-CN" sz="2100" b="1">
                <a:solidFill>
                  <a:schemeClr val="tx1"/>
                </a:solidFill>
                <a:latin typeface="Arial"/>
                <a:cs typeface="Arial"/>
              </a:rPr>
              <a:t> </a:t>
            </a:r>
            <a:endParaRPr lang="en-AU" sz="2100" b="1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489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4514-454F-326C-AF72-BFAF08DE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58DA5-133B-54DD-73D6-061631E8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analysis?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b="1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8FF6D1-DF5E-DF80-390E-C834E985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NZ">
                <a:hlinkClick r:id="rId2"/>
              </a:rPr>
              <a:t>https://www.youtube.com/watch?v=en1ryI23r_4</a:t>
            </a:r>
            <a:r>
              <a:rPr lang="en-NZ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181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C21D9-C429-D479-0D55-D4DDEE05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1E8D3D8-348C-5708-7A00-1120851D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analysis?</a:t>
            </a:r>
            <a:r>
              <a:rPr lang="zh-CN" altLang="en-US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b="1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内容占位符 2">
            <a:extLst>
              <a:ext uri="{FF2B5EF4-FFF2-40B4-BE49-F238E27FC236}">
                <a16:creationId xmlns:a16="http://schemas.microsoft.com/office/drawing/2014/main" id="{741360E3-AF14-FFB7-64C7-D1A5D8994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109756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750CDC-A24D-4270-3EEB-0F134E024EE2}"/>
              </a:ext>
            </a:extLst>
          </p:cNvPr>
          <p:cNvSpPr txBox="1"/>
          <p:nvPr/>
        </p:nvSpPr>
        <p:spPr>
          <a:xfrm>
            <a:off x="1705333" y="2258566"/>
            <a:ext cx="877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i="0">
                <a:solidFill>
                  <a:srgbClr val="18181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analysis is all about helping organisations improve their operations</a:t>
            </a:r>
            <a:endParaRPr lang="en-NZ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27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FFC5-7520-03B1-0419-A25F390C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28BAD-A64D-A3F1-7FDC-706746E4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68" y="922845"/>
            <a:ext cx="10355464" cy="679899"/>
          </a:xfrm>
        </p:spPr>
        <p:txBody>
          <a:bodyPr>
            <a:normAutofit/>
          </a:bodyPr>
          <a:lstStyle/>
          <a:p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500" b="1">
                <a:latin typeface="Arial" panose="020B0604020202020204" pitchFamily="34" charset="0"/>
                <a:cs typeface="Arial" panose="020B0604020202020204" pitchFamily="34" charset="0"/>
              </a:rPr>
              <a:t>Analysis vs Business Analytics</a:t>
            </a:r>
            <a:r>
              <a:rPr lang="zh-CN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sz="3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3EA76-AE6C-DBEB-B373-30FB5DA27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24" y="2033965"/>
            <a:ext cx="10185208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Z" b="1">
                <a:solidFill>
                  <a:schemeClr val="tx1"/>
                </a:solidFill>
              </a:rPr>
              <a:t>Business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Focuses on improving business processes, strategies, and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Looks at how the whole organisation works and what it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Involves identifying problems and designing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tasks: process mapping, mind mapping, root cause analysis, writing business requirements etc.</a:t>
            </a:r>
          </a:p>
          <a:p>
            <a:pPr marL="0" indent="0">
              <a:buNone/>
            </a:pPr>
            <a:r>
              <a:rPr lang="en-NZ" b="1">
                <a:solidFill>
                  <a:schemeClr val="tx1"/>
                </a:solidFill>
              </a:rPr>
              <a:t>Business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latin typeface="Arial" panose="020B0604020202020204" pitchFamily="34" charset="0"/>
                <a:cs typeface="Arial" panose="020B0604020202020204" pitchFamily="34" charset="0"/>
              </a:rPr>
              <a:t>Focuses on using </a:t>
            </a:r>
            <a:r>
              <a:rPr lang="en-NZ" sz="1600" b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NZ" sz="1600">
                <a:latin typeface="Arial" panose="020B0604020202020204" pitchFamily="34" charset="0"/>
                <a:cs typeface="Arial" panose="020B0604020202020204" pitchFamily="34" charset="0"/>
              </a:rPr>
              <a:t> to find patterns and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latin typeface="Arial" panose="020B0604020202020204" pitchFamily="34" charset="0"/>
                <a:cs typeface="Arial" panose="020B0604020202020204" pitchFamily="34" charset="0"/>
              </a:rPr>
              <a:t>Helps make better decisions using numbers, stats, quantitative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latin typeface="Arial" panose="020B0604020202020204" pitchFamily="34" charset="0"/>
                <a:cs typeface="Arial" panose="020B0604020202020204" pitchFamily="34" charset="0"/>
              </a:rPr>
              <a:t>Involves data analysis, forecasting,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600">
                <a:latin typeface="Arial" panose="020B0604020202020204" pitchFamily="34" charset="0"/>
                <a:cs typeface="Arial" panose="020B0604020202020204" pitchFamily="34" charset="0"/>
              </a:rPr>
              <a:t>Common tools: Excel, Power BI, Python, etc.</a:t>
            </a:r>
          </a:p>
          <a:p>
            <a:pPr marL="0" indent="0">
              <a:buNone/>
            </a:pPr>
            <a:endParaRPr lang="en-AU" sz="2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994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7587-74E3-D4B8-752C-2E507F8A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A4791-519F-5239-55C6-0478198B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173092"/>
            <a:ext cx="9601196" cy="1037168"/>
          </a:xfrm>
        </p:spPr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In/Out-of-class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activities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321AF9-6DEB-143D-4CB1-4F21FCD9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346" y="2540192"/>
            <a:ext cx="10315575" cy="3318936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Think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about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NZ" altLang="zh-CN" sz="2200">
                <a:solidFill>
                  <a:schemeClr val="tx1"/>
                </a:solidFill>
                <a:latin typeface="Arial"/>
                <a:cs typeface="Arial"/>
              </a:rPr>
              <a:t>potential industries where business analysis and business analysts could be utilised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(we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will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discuss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them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in the next class);</a:t>
            </a:r>
          </a:p>
          <a:p>
            <a:pPr>
              <a:buAutoNum type="arabicPeriod"/>
            </a:pP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Watch (rewatch)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videos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read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lecture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slides</a:t>
            </a:r>
            <a:r>
              <a:rPr lang="zh-CN" altLang="en-US" sz="22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zh-CN" sz="2200">
                <a:solidFill>
                  <a:schemeClr val="tx1"/>
                </a:solidFill>
                <a:latin typeface="Arial"/>
                <a:cs typeface="Arial"/>
              </a:rPr>
              <a:t>on Teams.</a:t>
            </a:r>
          </a:p>
          <a:p>
            <a:pPr marL="0" indent="0">
              <a:buNone/>
            </a:pP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918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FB2B9A-8046-40CF-A145-7DB6DEF34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BE6E4D-D0A4-429E-BBBE-73870E6B9625}">
  <ds:schemaRefs>
    <ds:schemaRef ds:uri="ebad6200-df3b-4540-884d-ea21679cb1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D9DCA8-5BAA-48A3-A83A-EB0B16C90B3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11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Organic</vt:lpstr>
      <vt:lpstr>MAMC01901 Business Analysis</vt:lpstr>
      <vt:lpstr>Agenda</vt:lpstr>
      <vt:lpstr>Introduction</vt:lpstr>
      <vt:lpstr>Let’s break some ICE</vt:lpstr>
      <vt:lpstr>Course Description</vt:lpstr>
      <vt:lpstr>Aim and Learning Outcomes</vt:lpstr>
      <vt:lpstr>Activity One: What is business analysis? </vt:lpstr>
      <vt:lpstr>What is business analysis? </vt:lpstr>
      <vt:lpstr>What is business analysis? </vt:lpstr>
      <vt:lpstr>Business Analysis vs Business Analytics </vt:lpstr>
      <vt:lpstr>In/Out-of-class activities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revision>1</cp:revision>
  <dcterms:created xsi:type="dcterms:W3CDTF">2025-04-24T00:48:25Z</dcterms:created>
  <dcterms:modified xsi:type="dcterms:W3CDTF">2025-04-28T21:51:06Z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