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sldIdLst>
    <p:sldId id="257" r:id="rId5"/>
    <p:sldId id="378" r:id="rId6"/>
    <p:sldId id="377" r:id="rId7"/>
    <p:sldId id="424" r:id="rId8"/>
    <p:sldId id="416" r:id="rId9"/>
    <p:sldId id="425" r:id="rId10"/>
    <p:sldId id="426" r:id="rId11"/>
    <p:sldId id="427" r:id="rId12"/>
    <p:sldId id="42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FAEAE3-6E9A-F2D3-CD6E-CE06552DF0F5}" v="70" dt="2025-05-14T20:45:28.428"/>
    <p1510:client id="{AA992174-BA8C-8D99-9384-93F125F2DF9C}" v="72" dt="2025-05-14T20:03:51.6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kha Shethia" userId="47b3a058-8704-435c-a672-d87d78778a28" providerId="ADAL" clId="{11F1F5B0-91AD-4C9D-AB4F-65086B192639}"/>
    <pc:docChg chg="undo redo custSel addSld delSld modSld sldOrd">
      <pc:chgData name="Shikha Shethia" userId="47b3a058-8704-435c-a672-d87d78778a28" providerId="ADAL" clId="{11F1F5B0-91AD-4C9D-AB4F-65086B192639}" dt="2025-04-24T05:18:43.374" v="1951" actId="1076"/>
      <pc:docMkLst>
        <pc:docMk/>
      </pc:docMkLst>
      <pc:sldChg chg="addSp delSp modSp mod setBg delDesignElem">
        <pc:chgData name="Shikha Shethia" userId="47b3a058-8704-435c-a672-d87d78778a28" providerId="ADAL" clId="{11F1F5B0-91AD-4C9D-AB4F-65086B192639}" dt="2025-04-24T05:18:43.374" v="1951" actId="1076"/>
        <pc:sldMkLst>
          <pc:docMk/>
          <pc:sldMk cId="1541530555" sldId="257"/>
        </pc:sldMkLst>
        <pc:spChg chg="mod">
          <ac:chgData name="Shikha Shethia" userId="47b3a058-8704-435c-a672-d87d78778a28" providerId="ADAL" clId="{11F1F5B0-91AD-4C9D-AB4F-65086B192639}" dt="2025-04-24T00:59:43.706" v="71" actId="26606"/>
          <ac:spMkLst>
            <pc:docMk/>
            <pc:sldMk cId="1541530555" sldId="257"/>
            <ac:spMk id="2" creationId="{49BBFCA9-33B3-1540-904F-A1E7F6D079F4}"/>
          </ac:spMkLst>
        </pc:spChg>
        <pc:spChg chg="mod">
          <ac:chgData name="Shikha Shethia" userId="47b3a058-8704-435c-a672-d87d78778a28" providerId="ADAL" clId="{11F1F5B0-91AD-4C9D-AB4F-65086B192639}" dt="2025-04-24T00:59:43.706" v="71" actId="26606"/>
          <ac:spMkLst>
            <pc:docMk/>
            <pc:sldMk cId="1541530555" sldId="257"/>
            <ac:spMk id="3" creationId="{AC93C8EE-593C-F74F-990D-83AA3B6C8156}"/>
          </ac:spMkLst>
        </pc:spChg>
        <pc:spChg chg="add">
          <ac:chgData name="Shikha Shethia" userId="47b3a058-8704-435c-a672-d87d78778a28" providerId="ADAL" clId="{11F1F5B0-91AD-4C9D-AB4F-65086B192639}" dt="2025-04-24T00:59:43.706" v="71" actId="26606"/>
          <ac:spMkLst>
            <pc:docMk/>
            <pc:sldMk cId="1541530555" sldId="257"/>
            <ac:spMk id="2052" creationId="{8B226A40-22CC-40E5-9EC4-5163536C62A0}"/>
          </ac:spMkLst>
        </pc:spChg>
        <pc:spChg chg="del">
          <ac:chgData name="Shikha Shethia" userId="47b3a058-8704-435c-a672-d87d78778a28" providerId="ADAL" clId="{11F1F5B0-91AD-4C9D-AB4F-65086B192639}" dt="2025-04-24T00:59:28.936" v="69"/>
          <ac:spMkLst>
            <pc:docMk/>
            <pc:sldMk cId="1541530555" sldId="257"/>
            <ac:spMk id="2055" creationId="{932495F0-C5CB-4823-AE70-EED61EBAB1BD}"/>
          </ac:spMkLst>
        </pc:spChg>
        <pc:spChg chg="del">
          <ac:chgData name="Shikha Shethia" userId="47b3a058-8704-435c-a672-d87d78778a28" providerId="ADAL" clId="{11F1F5B0-91AD-4C9D-AB4F-65086B192639}" dt="2025-04-24T00:59:28.936" v="69"/>
          <ac:spMkLst>
            <pc:docMk/>
            <pc:sldMk cId="1541530555" sldId="257"/>
            <ac:spMk id="2057" creationId="{CB8B9C25-D80D-48EC-B83A-231219A80C3F}"/>
          </ac:spMkLst>
        </pc:spChg>
        <pc:spChg chg="del">
          <ac:chgData name="Shikha Shethia" userId="47b3a058-8704-435c-a672-d87d78778a28" providerId="ADAL" clId="{11F1F5B0-91AD-4C9D-AB4F-65086B192639}" dt="2025-04-24T00:59:28.936" v="69"/>
          <ac:spMkLst>
            <pc:docMk/>
            <pc:sldMk cId="1541530555" sldId="257"/>
            <ac:spMk id="2059" creationId="{601CC70B-8875-45A1-8AFD-7D546E3C0C16}"/>
          </ac:spMkLst>
        </pc:spChg>
        <pc:spChg chg="add">
          <ac:chgData name="Shikha Shethia" userId="47b3a058-8704-435c-a672-d87d78778a28" providerId="ADAL" clId="{11F1F5B0-91AD-4C9D-AB4F-65086B192639}" dt="2025-04-24T00:59:43.706" v="71" actId="26606"/>
          <ac:spMkLst>
            <pc:docMk/>
            <pc:sldMk cId="1541530555" sldId="257"/>
            <ac:spMk id="2063" creationId="{9D2CA3DB-2141-4DE2-9F8A-9E5561DDFDA7}"/>
          </ac:spMkLst>
        </pc:spChg>
        <pc:grpChg chg="add">
          <ac:chgData name="Shikha Shethia" userId="47b3a058-8704-435c-a672-d87d78778a28" providerId="ADAL" clId="{11F1F5B0-91AD-4C9D-AB4F-65086B192639}" dt="2025-04-24T00:59:43.706" v="71" actId="26606"/>
          <ac:grpSpMkLst>
            <pc:docMk/>
            <pc:sldMk cId="1541530555" sldId="257"/>
            <ac:grpSpMk id="2053" creationId="{6BB9B7D3-101C-4F55-A956-62DA4AAD40E3}"/>
          </ac:grpSpMkLst>
        </pc:grpChg>
        <pc:picChg chg="del mod">
          <ac:chgData name="Shikha Shethia" userId="47b3a058-8704-435c-a672-d87d78778a28" providerId="ADAL" clId="{11F1F5B0-91AD-4C9D-AB4F-65086B192639}" dt="2025-04-24T05:18:25.926" v="1943" actId="478"/>
          <ac:picMkLst>
            <pc:docMk/>
            <pc:sldMk cId="1541530555" sldId="257"/>
            <ac:picMk id="4" creationId="{B8DD4FC0-4B6E-AE74-AA45-AE99A3F6ED03}"/>
          </ac:picMkLst>
        </pc:picChg>
        <pc:picChg chg="add mod">
          <ac:chgData name="Shikha Shethia" userId="47b3a058-8704-435c-a672-d87d78778a28" providerId="ADAL" clId="{11F1F5B0-91AD-4C9D-AB4F-65086B192639}" dt="2025-04-24T05:18:43.374" v="1951" actId="1076"/>
          <ac:picMkLst>
            <pc:docMk/>
            <pc:sldMk cId="1541530555" sldId="257"/>
            <ac:picMk id="6" creationId="{0747DBC0-6181-FB00-4C94-606735BE6CEA}"/>
          </ac:picMkLst>
        </pc:picChg>
        <pc:picChg chg="mod">
          <ac:chgData name="Shikha Shethia" userId="47b3a058-8704-435c-a672-d87d78778a28" providerId="ADAL" clId="{11F1F5B0-91AD-4C9D-AB4F-65086B192639}" dt="2025-04-24T00:59:43.706" v="71" actId="26606"/>
          <ac:picMkLst>
            <pc:docMk/>
            <pc:sldMk cId="1541530555" sldId="257"/>
            <ac:picMk id="2050" creationId="{B262EEE1-457B-56DE-8B21-312BA4D4F998}"/>
          </ac:picMkLst>
        </pc:picChg>
        <pc:cxnChg chg="add">
          <ac:chgData name="Shikha Shethia" userId="47b3a058-8704-435c-a672-d87d78778a28" providerId="ADAL" clId="{11F1F5B0-91AD-4C9D-AB4F-65086B192639}" dt="2025-04-24T00:59:43.706" v="71" actId="26606"/>
          <ac:cxnSpMkLst>
            <pc:docMk/>
            <pc:sldMk cId="1541530555" sldId="257"/>
            <ac:cxnSpMk id="2065" creationId="{1214B64F-D291-4308-B071-A2678ED782A7}"/>
          </ac:cxnSpMkLst>
        </pc:cxnChg>
      </pc:sldChg>
      <pc:sldChg chg="addSp delSp modSp add mod setBg delDesignElem">
        <pc:chgData name="Shikha Shethia" userId="47b3a058-8704-435c-a672-d87d78778a28" providerId="ADAL" clId="{11F1F5B0-91AD-4C9D-AB4F-65086B192639}" dt="2025-04-24T01:06:50.098" v="162"/>
        <pc:sldMkLst>
          <pc:docMk/>
          <pc:sldMk cId="182643743" sldId="352"/>
        </pc:sldMkLst>
        <pc:spChg chg="add">
          <ac:chgData name="Shikha Shethia" userId="47b3a058-8704-435c-a672-d87d78778a28" providerId="ADAL" clId="{11F1F5B0-91AD-4C9D-AB4F-65086B192639}" dt="2025-04-24T01:05:56.498" v="136"/>
          <ac:spMkLst>
            <pc:docMk/>
            <pc:sldMk cId="182643743" sldId="352"/>
            <ac:spMk id="2" creationId="{EBADADE2-54D2-483A-3158-680925E05FC9}"/>
          </ac:spMkLst>
        </pc:spChg>
        <pc:spChg chg="add mod">
          <ac:chgData name="Shikha Shethia" userId="47b3a058-8704-435c-a672-d87d78778a28" providerId="ADAL" clId="{11F1F5B0-91AD-4C9D-AB4F-65086B192639}" dt="2025-04-24T01:06:00.744" v="138"/>
          <ac:spMkLst>
            <pc:docMk/>
            <pc:sldMk cId="182643743" sldId="352"/>
            <ac:spMk id="3" creationId="{E5784101-5046-3A25-A441-49BCBB1DDF09}"/>
          </ac:spMkLst>
        </pc:spChg>
        <pc:spChg chg="add">
          <ac:chgData name="Shikha Shethia" userId="47b3a058-8704-435c-a672-d87d78778a28" providerId="ADAL" clId="{11F1F5B0-91AD-4C9D-AB4F-65086B192639}" dt="2025-04-24T01:06:20.481" v="142"/>
          <ac:spMkLst>
            <pc:docMk/>
            <pc:sldMk cId="182643743" sldId="352"/>
            <ac:spMk id="4" creationId="{21E5877E-140B-BCA4-C703-9EDF3B054BF8}"/>
          </ac:spMkLst>
        </pc:spChg>
        <pc:spChg chg="mod">
          <ac:chgData name="Shikha Shethia" userId="47b3a058-8704-435c-a672-d87d78778a28" providerId="ADAL" clId="{11F1F5B0-91AD-4C9D-AB4F-65086B192639}" dt="2025-04-24T01:06:50.098" v="162"/>
          <ac:spMkLst>
            <pc:docMk/>
            <pc:sldMk cId="182643743" sldId="352"/>
            <ac:spMk id="6" creationId="{5B69BE9B-D2F4-A99A-BA1D-6589B4F26E88}"/>
          </ac:spMkLst>
        </pc:spChg>
        <pc:spChg chg="add">
          <ac:chgData name="Shikha Shethia" userId="47b3a058-8704-435c-a672-d87d78778a28" providerId="ADAL" clId="{11F1F5B0-91AD-4C9D-AB4F-65086B192639}" dt="2025-04-24T01:06:24.141" v="145"/>
          <ac:spMkLst>
            <pc:docMk/>
            <pc:sldMk cId="182643743" sldId="352"/>
            <ac:spMk id="7" creationId="{63752443-4068-CF23-33E8-FB4E9F766698}"/>
          </ac:spMkLst>
        </pc:spChg>
        <pc:spChg chg="del">
          <ac:chgData name="Shikha Shethia" userId="47b3a058-8704-435c-a672-d87d78778a28" providerId="ADAL" clId="{11F1F5B0-91AD-4C9D-AB4F-65086B192639}" dt="2025-04-24T01:04:17.339" v="98"/>
          <ac:spMkLst>
            <pc:docMk/>
            <pc:sldMk cId="182643743" sldId="352"/>
            <ac:spMk id="250890" creationId="{22AC0F86-9A78-4E84-A4B4-ADB8B2629A0C}"/>
          </ac:spMkLst>
        </pc:spChg>
        <pc:spChg chg="del">
          <ac:chgData name="Shikha Shethia" userId="47b3a058-8704-435c-a672-d87d78778a28" providerId="ADAL" clId="{11F1F5B0-91AD-4C9D-AB4F-65086B192639}" dt="2025-04-24T01:04:17.339" v="98"/>
          <ac:spMkLst>
            <pc:docMk/>
            <pc:sldMk cId="182643743" sldId="352"/>
            <ac:spMk id="250898" creationId="{69A54E25-1C05-48E5-A5CC-3778C1D3632D}"/>
          </ac:spMkLst>
        </pc:spChg>
        <pc:grpChg chg="del">
          <ac:chgData name="Shikha Shethia" userId="47b3a058-8704-435c-a672-d87d78778a28" providerId="ADAL" clId="{11F1F5B0-91AD-4C9D-AB4F-65086B192639}" dt="2025-04-24T01:04:17.339" v="98"/>
          <ac:grpSpMkLst>
            <pc:docMk/>
            <pc:sldMk cId="182643743" sldId="352"/>
            <ac:grpSpMk id="250892" creationId="{4AF78B9E-8BE2-4706-9377-A05FA25ABABF}"/>
          </ac:grpSpMkLst>
        </pc:grpChg>
        <pc:cxnChg chg="del">
          <ac:chgData name="Shikha Shethia" userId="47b3a058-8704-435c-a672-d87d78778a28" providerId="ADAL" clId="{11F1F5B0-91AD-4C9D-AB4F-65086B192639}" dt="2025-04-24T01:04:17.339" v="98"/>
          <ac:cxnSpMkLst>
            <pc:docMk/>
            <pc:sldMk cId="182643743" sldId="352"/>
            <ac:cxnSpMk id="250900" creationId="{0E5D0023-B23E-4823-8D72-B07FFF8CAE96}"/>
          </ac:cxnSpMkLst>
        </pc:cxnChg>
      </pc:sldChg>
      <pc:sldChg chg="delSp modSp add mod modAnim">
        <pc:chgData name="Shikha Shethia" userId="47b3a058-8704-435c-a672-d87d78778a28" providerId="ADAL" clId="{11F1F5B0-91AD-4C9D-AB4F-65086B192639}" dt="2025-04-24T01:51:12.398" v="640" actId="20577"/>
        <pc:sldMkLst>
          <pc:docMk/>
          <pc:sldMk cId="2223899082" sldId="353"/>
        </pc:sldMkLst>
        <pc:spChg chg="del">
          <ac:chgData name="Shikha Shethia" userId="47b3a058-8704-435c-a672-d87d78778a28" providerId="ADAL" clId="{11F1F5B0-91AD-4C9D-AB4F-65086B192639}" dt="2025-04-24T01:47:35.158" v="580" actId="478"/>
          <ac:spMkLst>
            <pc:docMk/>
            <pc:sldMk cId="2223899082" sldId="353"/>
            <ac:spMk id="2" creationId="{165F855A-86B0-A538-10F7-59C0B927DEDB}"/>
          </ac:spMkLst>
        </pc:spChg>
        <pc:spChg chg="mod">
          <ac:chgData name="Shikha Shethia" userId="47b3a058-8704-435c-a672-d87d78778a28" providerId="ADAL" clId="{11F1F5B0-91AD-4C9D-AB4F-65086B192639}" dt="2025-04-24T01:51:12.398" v="640" actId="20577"/>
          <ac:spMkLst>
            <pc:docMk/>
            <pc:sldMk cId="2223899082" sldId="353"/>
            <ac:spMk id="15363" creationId="{063053B2-E4CB-634B-ADDC-4BF2E076FB9E}"/>
          </ac:spMkLst>
        </pc:spChg>
      </pc:sldChg>
      <pc:sldChg chg="delSp modSp add mod">
        <pc:chgData name="Shikha Shethia" userId="47b3a058-8704-435c-a672-d87d78778a28" providerId="ADAL" clId="{11F1F5B0-91AD-4C9D-AB4F-65086B192639}" dt="2025-04-24T02:31:58.386" v="873" actId="20577"/>
        <pc:sldMkLst>
          <pc:docMk/>
          <pc:sldMk cId="3754895526" sldId="358"/>
        </pc:sldMkLst>
        <pc:spChg chg="mod">
          <ac:chgData name="Shikha Shethia" userId="47b3a058-8704-435c-a672-d87d78778a28" providerId="ADAL" clId="{11F1F5B0-91AD-4C9D-AB4F-65086B192639}" dt="2025-04-24T02:04:26.604" v="713" actId="1076"/>
          <ac:spMkLst>
            <pc:docMk/>
            <pc:sldMk cId="3754895526" sldId="358"/>
            <ac:spMk id="2" creationId="{A5EAF141-2172-B431-996F-EA66C23FD5B8}"/>
          </ac:spMkLst>
        </pc:spChg>
        <pc:spChg chg="mod">
          <ac:chgData name="Shikha Shethia" userId="47b3a058-8704-435c-a672-d87d78778a28" providerId="ADAL" clId="{11F1F5B0-91AD-4C9D-AB4F-65086B192639}" dt="2025-04-24T02:31:58.386" v="873" actId="20577"/>
          <ac:spMkLst>
            <pc:docMk/>
            <pc:sldMk cId="3754895526" sldId="358"/>
            <ac:spMk id="3" creationId="{DC6AD25E-4E5A-C7AB-76B4-708E1F02EFC2}"/>
          </ac:spMkLst>
        </pc:spChg>
        <pc:picChg chg="del">
          <ac:chgData name="Shikha Shethia" userId="47b3a058-8704-435c-a672-d87d78778a28" providerId="ADAL" clId="{11F1F5B0-91AD-4C9D-AB4F-65086B192639}" dt="2025-04-24T02:04:16.243" v="711" actId="478"/>
          <ac:picMkLst>
            <pc:docMk/>
            <pc:sldMk cId="3754895526" sldId="358"/>
            <ac:picMk id="2050" creationId="{84C23FF7-99C5-7983-6985-ABD1EF6CEA2A}"/>
          </ac:picMkLst>
        </pc:picChg>
      </pc:sldChg>
      <pc:sldChg chg="delSp modSp add mod setBg">
        <pc:chgData name="Shikha Shethia" userId="47b3a058-8704-435c-a672-d87d78778a28" providerId="ADAL" clId="{11F1F5B0-91AD-4C9D-AB4F-65086B192639}" dt="2025-04-24T04:25:13.527" v="1405" actId="478"/>
        <pc:sldMkLst>
          <pc:docMk/>
          <pc:sldMk cId="2923676125" sldId="366"/>
        </pc:sldMkLst>
        <pc:spChg chg="del">
          <ac:chgData name="Shikha Shethia" userId="47b3a058-8704-435c-a672-d87d78778a28" providerId="ADAL" clId="{11F1F5B0-91AD-4C9D-AB4F-65086B192639}" dt="2025-04-24T04:25:13.527" v="1405" actId="478"/>
          <ac:spMkLst>
            <pc:docMk/>
            <pc:sldMk cId="2923676125" sldId="366"/>
            <ac:spMk id="4" creationId="{DAAE63B3-FC5B-7E70-031D-AB55B5BDCE4E}"/>
          </ac:spMkLst>
        </pc:spChg>
        <pc:spChg chg="mod">
          <ac:chgData name="Shikha Shethia" userId="47b3a058-8704-435c-a672-d87d78778a28" providerId="ADAL" clId="{11F1F5B0-91AD-4C9D-AB4F-65086B192639}" dt="2025-04-24T04:24:59.566" v="1401" actId="20577"/>
          <ac:spMkLst>
            <pc:docMk/>
            <pc:sldMk cId="2923676125" sldId="366"/>
            <ac:spMk id="5" creationId="{5AA11C9F-4B32-8551-3D89-5F932A25E698}"/>
          </ac:spMkLst>
        </pc:spChg>
        <pc:spChg chg="del">
          <ac:chgData name="Shikha Shethia" userId="47b3a058-8704-435c-a672-d87d78778a28" providerId="ADAL" clId="{11F1F5B0-91AD-4C9D-AB4F-65086B192639}" dt="2025-04-24T04:25:09.096" v="1403" actId="478"/>
          <ac:spMkLst>
            <pc:docMk/>
            <pc:sldMk cId="2923676125" sldId="366"/>
            <ac:spMk id="6" creationId="{6957CA81-8BFC-A568-9BDD-1D7D31F06160}"/>
          </ac:spMkLst>
        </pc:spChg>
        <pc:spChg chg="del">
          <ac:chgData name="Shikha Shethia" userId="47b3a058-8704-435c-a672-d87d78778a28" providerId="ADAL" clId="{11F1F5B0-91AD-4C9D-AB4F-65086B192639}" dt="2025-04-24T04:25:11.515" v="1404" actId="478"/>
          <ac:spMkLst>
            <pc:docMk/>
            <pc:sldMk cId="2923676125" sldId="366"/>
            <ac:spMk id="7" creationId="{2B3F5B43-64D4-E039-989A-C720A03AFF2D}"/>
          </ac:spMkLst>
        </pc:spChg>
        <pc:picChg chg="del">
          <ac:chgData name="Shikha Shethia" userId="47b3a058-8704-435c-a672-d87d78778a28" providerId="ADAL" clId="{11F1F5B0-91AD-4C9D-AB4F-65086B192639}" dt="2025-04-24T04:25:06.556" v="1402" actId="478"/>
          <ac:picMkLst>
            <pc:docMk/>
            <pc:sldMk cId="2923676125" sldId="366"/>
            <ac:picMk id="3" creationId="{9B34CDBC-59AD-3130-218F-DB17645F86CB}"/>
          </ac:picMkLst>
        </pc:picChg>
      </pc:sldChg>
      <pc:sldChg chg="modSp add mod">
        <pc:chgData name="Shikha Shethia" userId="47b3a058-8704-435c-a672-d87d78778a28" providerId="ADAL" clId="{11F1F5B0-91AD-4C9D-AB4F-65086B192639}" dt="2025-04-24T05:02:46.835" v="1836" actId="20577"/>
        <pc:sldMkLst>
          <pc:docMk/>
          <pc:sldMk cId="1019494680" sldId="370"/>
        </pc:sldMkLst>
        <pc:spChg chg="mod">
          <ac:chgData name="Shikha Shethia" userId="47b3a058-8704-435c-a672-d87d78778a28" providerId="ADAL" clId="{11F1F5B0-91AD-4C9D-AB4F-65086B192639}" dt="2025-04-24T05:02:46.835" v="1836" actId="20577"/>
          <ac:spMkLst>
            <pc:docMk/>
            <pc:sldMk cId="1019494680" sldId="370"/>
            <ac:spMk id="3" creationId="{C671A7E4-F024-38C1-DC35-32B091CF626A}"/>
          </ac:spMkLst>
        </pc:spChg>
      </pc:sldChg>
      <pc:sldChg chg="modSp add mod modAnim">
        <pc:chgData name="Shikha Shethia" userId="47b3a058-8704-435c-a672-d87d78778a28" providerId="ADAL" clId="{11F1F5B0-91AD-4C9D-AB4F-65086B192639}" dt="2025-04-24T01:45:31.051" v="560" actId="113"/>
        <pc:sldMkLst>
          <pc:docMk/>
          <pc:sldMk cId="235746361" sldId="373"/>
        </pc:sldMkLst>
        <pc:spChg chg="mod">
          <ac:chgData name="Shikha Shethia" userId="47b3a058-8704-435c-a672-d87d78778a28" providerId="ADAL" clId="{11F1F5B0-91AD-4C9D-AB4F-65086B192639}" dt="2025-04-24T01:45:31.051" v="560" actId="113"/>
          <ac:spMkLst>
            <pc:docMk/>
            <pc:sldMk cId="235746361" sldId="373"/>
            <ac:spMk id="15363" creationId="{063053B2-E4CB-634B-ADDC-4BF2E076FB9E}"/>
          </ac:spMkLst>
        </pc:spChg>
      </pc:sldChg>
      <pc:sldChg chg="modSp add">
        <pc:chgData name="Shikha Shethia" userId="47b3a058-8704-435c-a672-d87d78778a28" providerId="ADAL" clId="{11F1F5B0-91AD-4C9D-AB4F-65086B192639}" dt="2025-04-24T01:03:32.090" v="96" actId="20577"/>
        <pc:sldMkLst>
          <pc:docMk/>
          <pc:sldMk cId="1163813000" sldId="377"/>
        </pc:sldMkLst>
        <pc:spChg chg="mod">
          <ac:chgData name="Shikha Shethia" userId="47b3a058-8704-435c-a672-d87d78778a28" providerId="ADAL" clId="{11F1F5B0-91AD-4C9D-AB4F-65086B192639}" dt="2025-04-24T01:03:32.090" v="96" actId="20577"/>
          <ac:spMkLst>
            <pc:docMk/>
            <pc:sldMk cId="1163813000" sldId="377"/>
            <ac:spMk id="5" creationId="{063053B2-E4CB-634B-ADDC-4BF2E076FB9E}"/>
          </ac:spMkLst>
        </pc:spChg>
      </pc:sldChg>
      <pc:sldChg chg="addSp delSp modSp add mod setBg delDesignElem">
        <pc:chgData name="Shikha Shethia" userId="47b3a058-8704-435c-a672-d87d78778a28" providerId="ADAL" clId="{11F1F5B0-91AD-4C9D-AB4F-65086B192639}" dt="2025-04-24T01:00:07.974" v="76" actId="26606"/>
        <pc:sldMkLst>
          <pc:docMk/>
          <pc:sldMk cId="1828748559" sldId="378"/>
        </pc:sldMkLst>
        <pc:spChg chg="mod">
          <ac:chgData name="Shikha Shethia" userId="47b3a058-8704-435c-a672-d87d78778a28" providerId="ADAL" clId="{11F1F5B0-91AD-4C9D-AB4F-65086B192639}" dt="2025-04-24T01:00:07.974" v="76" actId="26606"/>
          <ac:spMkLst>
            <pc:docMk/>
            <pc:sldMk cId="1828748559" sldId="378"/>
            <ac:spMk id="3" creationId="{C214F149-7B7A-1832-375F-486A7576785E}"/>
          </ac:spMkLst>
        </pc:spChg>
        <pc:spChg chg="mod">
          <ac:chgData name="Shikha Shethia" userId="47b3a058-8704-435c-a672-d87d78778a28" providerId="ADAL" clId="{11F1F5B0-91AD-4C9D-AB4F-65086B192639}" dt="2025-04-24T01:00:07.974" v="76" actId="26606"/>
          <ac:spMkLst>
            <pc:docMk/>
            <pc:sldMk cId="1828748559" sldId="378"/>
            <ac:spMk id="250885" creationId="{E3635AB3-6134-EF4F-954E-CDEA56CFB99B}"/>
          </ac:spMkLst>
        </pc:spChg>
        <pc:spChg chg="add del">
          <ac:chgData name="Shikha Shethia" userId="47b3a058-8704-435c-a672-d87d78778a28" providerId="ADAL" clId="{11F1F5B0-91AD-4C9D-AB4F-65086B192639}" dt="2025-04-24T01:00:01.192" v="73" actId="26606"/>
          <ac:spMkLst>
            <pc:docMk/>
            <pc:sldMk cId="1828748559" sldId="378"/>
            <ac:spMk id="250887" creationId="{52723366-C73B-4ED6-ADEF-29911C6BC55F}"/>
          </ac:spMkLst>
        </pc:spChg>
        <pc:spChg chg="add del">
          <ac:chgData name="Shikha Shethia" userId="47b3a058-8704-435c-a672-d87d78778a28" providerId="ADAL" clId="{11F1F5B0-91AD-4C9D-AB4F-65086B192639}" dt="2025-04-24T01:00:01.192" v="73" actId="26606"/>
          <ac:spMkLst>
            <pc:docMk/>
            <pc:sldMk cId="1828748559" sldId="378"/>
            <ac:spMk id="250888" creationId="{847A4152-8E41-4D1C-B88C-57C5C430A69E}"/>
          </ac:spMkLst>
        </pc:spChg>
        <pc:spChg chg="add del">
          <ac:chgData name="Shikha Shethia" userId="47b3a058-8704-435c-a672-d87d78778a28" providerId="ADAL" clId="{11F1F5B0-91AD-4C9D-AB4F-65086B192639}" dt="2025-04-24T01:00:01.192" v="73" actId="26606"/>
          <ac:spMkLst>
            <pc:docMk/>
            <pc:sldMk cId="1828748559" sldId="378"/>
            <ac:spMk id="250889" creationId="{999F76F5-72D4-4814-9169-8F535AEEB809}"/>
          </ac:spMkLst>
        </pc:spChg>
        <pc:spChg chg="add del">
          <ac:chgData name="Shikha Shethia" userId="47b3a058-8704-435c-a672-d87d78778a28" providerId="ADAL" clId="{11F1F5B0-91AD-4C9D-AB4F-65086B192639}" dt="2025-04-24T00:59:28.936" v="69"/>
          <ac:spMkLst>
            <pc:docMk/>
            <pc:sldMk cId="1828748559" sldId="378"/>
            <ac:spMk id="250890" creationId="{DAF1966E-FD40-4A4A-B61B-C4DF7FA05F06}"/>
          </ac:spMkLst>
        </pc:spChg>
        <pc:spChg chg="add del">
          <ac:chgData name="Shikha Shethia" userId="47b3a058-8704-435c-a672-d87d78778a28" providerId="ADAL" clId="{11F1F5B0-91AD-4C9D-AB4F-65086B192639}" dt="2025-04-24T01:00:01.192" v="73" actId="26606"/>
          <ac:spMkLst>
            <pc:docMk/>
            <pc:sldMk cId="1828748559" sldId="378"/>
            <ac:spMk id="250891" creationId="{C6202988-4466-42C5-B33A-AFABF051B4FE}"/>
          </ac:spMkLst>
        </pc:spChg>
        <pc:spChg chg="add del">
          <ac:chgData name="Shikha Shethia" userId="47b3a058-8704-435c-a672-d87d78778a28" providerId="ADAL" clId="{11F1F5B0-91AD-4C9D-AB4F-65086B192639}" dt="2025-04-24T00:59:28.936" v="69"/>
          <ac:spMkLst>
            <pc:docMk/>
            <pc:sldMk cId="1828748559" sldId="378"/>
            <ac:spMk id="250892" creationId="{047BFA19-D45E-416B-A404-7AF2F3F27017}"/>
          </ac:spMkLst>
        </pc:spChg>
        <pc:spChg chg="add del">
          <ac:chgData name="Shikha Shethia" userId="47b3a058-8704-435c-a672-d87d78778a28" providerId="ADAL" clId="{11F1F5B0-91AD-4C9D-AB4F-65086B192639}" dt="2025-04-24T01:00:07.912" v="75" actId="26606"/>
          <ac:spMkLst>
            <pc:docMk/>
            <pc:sldMk cId="1828748559" sldId="378"/>
            <ac:spMk id="250893" creationId="{29369C1F-C4A4-40B4-B6E0-2858C840F618}"/>
          </ac:spMkLst>
        </pc:spChg>
        <pc:spChg chg="add del">
          <ac:chgData name="Shikha Shethia" userId="47b3a058-8704-435c-a672-d87d78778a28" providerId="ADAL" clId="{11F1F5B0-91AD-4C9D-AB4F-65086B192639}" dt="2025-04-24T00:59:28.936" v="69"/>
          <ac:spMkLst>
            <pc:docMk/>
            <pc:sldMk cId="1828748559" sldId="378"/>
            <ac:spMk id="250894" creationId="{8E0105E7-23DB-4CF2-8258-FF47C7620F6E}"/>
          </ac:spMkLst>
        </pc:spChg>
        <pc:spChg chg="add del">
          <ac:chgData name="Shikha Shethia" userId="47b3a058-8704-435c-a672-d87d78778a28" providerId="ADAL" clId="{11F1F5B0-91AD-4C9D-AB4F-65086B192639}" dt="2025-04-24T00:59:28.936" v="69"/>
          <ac:spMkLst>
            <pc:docMk/>
            <pc:sldMk cId="1828748559" sldId="378"/>
            <ac:spMk id="250896" creationId="{074B4F7D-14B2-478B-8BF5-01E4E0C5D263}"/>
          </ac:spMkLst>
        </pc:spChg>
        <pc:spChg chg="add">
          <ac:chgData name="Shikha Shethia" userId="47b3a058-8704-435c-a672-d87d78778a28" providerId="ADAL" clId="{11F1F5B0-91AD-4C9D-AB4F-65086B192639}" dt="2025-04-24T01:00:07.974" v="76" actId="26606"/>
          <ac:spMkLst>
            <pc:docMk/>
            <pc:sldMk cId="1828748559" sldId="378"/>
            <ac:spMk id="250899" creationId="{B7328C2D-38F0-4C80-9EA5-A1AD0D6B2022}"/>
          </ac:spMkLst>
        </pc:spChg>
        <pc:grpChg chg="add">
          <ac:chgData name="Shikha Shethia" userId="47b3a058-8704-435c-a672-d87d78778a28" providerId="ADAL" clId="{11F1F5B0-91AD-4C9D-AB4F-65086B192639}" dt="2025-04-24T01:00:07.974" v="76" actId="26606"/>
          <ac:grpSpMkLst>
            <pc:docMk/>
            <pc:sldMk cId="1828748559" sldId="378"/>
            <ac:grpSpMk id="250900" creationId="{BD17E249-48D0-476B-A642-A5D58DD39A22}"/>
          </ac:grpSpMkLst>
        </pc:grpChg>
        <pc:picChg chg="add del">
          <ac:chgData name="Shikha Shethia" userId="47b3a058-8704-435c-a672-d87d78778a28" providerId="ADAL" clId="{11F1F5B0-91AD-4C9D-AB4F-65086B192639}" dt="2025-04-24T01:00:07.912" v="75" actId="26606"/>
          <ac:picMkLst>
            <pc:docMk/>
            <pc:sldMk cId="1828748559" sldId="378"/>
            <ac:picMk id="250895" creationId="{D2C6A0EE-D2D9-448F-B083-7DEEB674BA77}"/>
          </ac:picMkLst>
        </pc:picChg>
        <pc:cxnChg chg="add del">
          <ac:chgData name="Shikha Shethia" userId="47b3a058-8704-435c-a672-d87d78778a28" providerId="ADAL" clId="{11F1F5B0-91AD-4C9D-AB4F-65086B192639}" dt="2025-04-24T01:00:07.912" v="75" actId="26606"/>
          <ac:cxnSpMkLst>
            <pc:docMk/>
            <pc:sldMk cId="1828748559" sldId="378"/>
            <ac:cxnSpMk id="250897" creationId="{96DC9B3E-DC68-4FF2-9781-CB1E626F5526}"/>
          </ac:cxnSpMkLst>
        </pc:cxnChg>
        <pc:cxnChg chg="add">
          <ac:chgData name="Shikha Shethia" userId="47b3a058-8704-435c-a672-d87d78778a28" providerId="ADAL" clId="{11F1F5B0-91AD-4C9D-AB4F-65086B192639}" dt="2025-04-24T01:00:07.974" v="76" actId="26606"/>
          <ac:cxnSpMkLst>
            <pc:docMk/>
            <pc:sldMk cId="1828748559" sldId="378"/>
            <ac:cxnSpMk id="250898" creationId="{0B65B193-F600-4C1B-9DBF-09D94CDB08D8}"/>
          </ac:cxnSpMkLst>
        </pc:cxnChg>
      </pc:sldChg>
      <pc:sldChg chg="add del">
        <pc:chgData name="Shikha Shethia" userId="47b3a058-8704-435c-a672-d87d78778a28" providerId="ADAL" clId="{11F1F5B0-91AD-4C9D-AB4F-65086B192639}" dt="2025-04-24T01:09:31.851" v="166"/>
        <pc:sldMkLst>
          <pc:docMk/>
          <pc:sldMk cId="222482269" sldId="379"/>
        </pc:sldMkLst>
      </pc:sldChg>
      <pc:sldChg chg="delSp add del setBg delDesignElem">
        <pc:chgData name="Shikha Shethia" userId="47b3a058-8704-435c-a672-d87d78778a28" providerId="ADAL" clId="{11F1F5B0-91AD-4C9D-AB4F-65086B192639}" dt="2025-04-24T00:59:01.610" v="65" actId="47"/>
        <pc:sldMkLst>
          <pc:docMk/>
          <pc:sldMk cId="969734942" sldId="379"/>
        </pc:sldMkLst>
        <pc:spChg chg="del">
          <ac:chgData name="Shikha Shethia" userId="47b3a058-8704-435c-a672-d87d78778a28" providerId="ADAL" clId="{11F1F5B0-91AD-4C9D-AB4F-65086B192639}" dt="2025-04-24T00:58:22.519" v="62"/>
          <ac:spMkLst>
            <pc:docMk/>
            <pc:sldMk cId="969734942" sldId="379"/>
            <ac:spMk id="250890" creationId="{DCA745D7-328B-7477-0957-26F9AD743CB2}"/>
          </ac:spMkLst>
        </pc:spChg>
        <pc:spChg chg="del">
          <ac:chgData name="Shikha Shethia" userId="47b3a058-8704-435c-a672-d87d78778a28" providerId="ADAL" clId="{11F1F5B0-91AD-4C9D-AB4F-65086B192639}" dt="2025-04-24T00:58:22.519" v="62"/>
          <ac:spMkLst>
            <pc:docMk/>
            <pc:sldMk cId="969734942" sldId="379"/>
            <ac:spMk id="250892" creationId="{C21C638F-0FA8-0861-7F58-7A6984CBA053}"/>
          </ac:spMkLst>
        </pc:spChg>
        <pc:spChg chg="del">
          <ac:chgData name="Shikha Shethia" userId="47b3a058-8704-435c-a672-d87d78778a28" providerId="ADAL" clId="{11F1F5B0-91AD-4C9D-AB4F-65086B192639}" dt="2025-04-24T00:58:22.519" v="62"/>
          <ac:spMkLst>
            <pc:docMk/>
            <pc:sldMk cId="969734942" sldId="379"/>
            <ac:spMk id="250894" creationId="{DD8E4683-00E1-E49F-C127-EF2DA927FD95}"/>
          </ac:spMkLst>
        </pc:spChg>
        <pc:spChg chg="del">
          <ac:chgData name="Shikha Shethia" userId="47b3a058-8704-435c-a672-d87d78778a28" providerId="ADAL" clId="{11F1F5B0-91AD-4C9D-AB4F-65086B192639}" dt="2025-04-24T00:58:22.519" v="62"/>
          <ac:spMkLst>
            <pc:docMk/>
            <pc:sldMk cId="969734942" sldId="379"/>
            <ac:spMk id="250896" creationId="{4B2DDE23-2943-F268-6605-AB1DEE31F4BB}"/>
          </ac:spMkLst>
        </pc:spChg>
      </pc:sldChg>
      <pc:sldChg chg="addSp delSp modSp add mod setBg">
        <pc:chgData name="Shikha Shethia" userId="47b3a058-8704-435c-a672-d87d78778a28" providerId="ADAL" clId="{11F1F5B0-91AD-4C9D-AB4F-65086B192639}" dt="2025-04-24T02:41:43.219" v="1166" actId="1076"/>
        <pc:sldMkLst>
          <pc:docMk/>
          <pc:sldMk cId="2814275081" sldId="379"/>
        </pc:sldMkLst>
        <pc:spChg chg="mod">
          <ac:chgData name="Shikha Shethia" userId="47b3a058-8704-435c-a672-d87d78778a28" providerId="ADAL" clId="{11F1F5B0-91AD-4C9D-AB4F-65086B192639}" dt="2025-04-24T02:38:51.536" v="1155" actId="26606"/>
          <ac:spMkLst>
            <pc:docMk/>
            <pc:sldMk cId="2814275081" sldId="379"/>
            <ac:spMk id="2" creationId="{F1E8D3D8-348C-5708-7A00-1120851D1E60}"/>
          </ac:spMkLst>
        </pc:spChg>
        <pc:spChg chg="add del mod">
          <ac:chgData name="Shikha Shethia" userId="47b3a058-8704-435c-a672-d87d78778a28" providerId="ADAL" clId="{11F1F5B0-91AD-4C9D-AB4F-65086B192639}" dt="2025-04-24T02:38:51.536" v="1155" actId="26606"/>
          <ac:spMkLst>
            <pc:docMk/>
            <pc:sldMk cId="2814275081" sldId="379"/>
            <ac:spMk id="3" creationId="{CB34EAA4-46CE-537D-0303-EA25F4C4352D}"/>
          </ac:spMkLst>
        </pc:spChg>
        <pc:spChg chg="add mod">
          <ac:chgData name="Shikha Shethia" userId="47b3a058-8704-435c-a672-d87d78778a28" providerId="ADAL" clId="{11F1F5B0-91AD-4C9D-AB4F-65086B192639}" dt="2025-04-24T02:41:43.219" v="1166" actId="1076"/>
          <ac:spMkLst>
            <pc:docMk/>
            <pc:sldMk cId="2814275081" sldId="379"/>
            <ac:spMk id="4" creationId="{17750CDC-A24D-4270-3EEB-0F134E024EE2}"/>
          </ac:spMkLst>
        </pc:spChg>
        <pc:spChg chg="add del">
          <ac:chgData name="Shikha Shethia" userId="47b3a058-8704-435c-a672-d87d78778a28" providerId="ADAL" clId="{11F1F5B0-91AD-4C9D-AB4F-65086B192639}" dt="2025-04-24T02:38:44.954" v="1148" actId="26606"/>
          <ac:spMkLst>
            <pc:docMk/>
            <pc:sldMk cId="2814275081" sldId="379"/>
            <ac:spMk id="8" creationId="{52BE4420-3B5F-4549-8B4A-77855B8215EC}"/>
          </ac:spMkLst>
        </pc:spChg>
        <pc:spChg chg="add del">
          <ac:chgData name="Shikha Shethia" userId="47b3a058-8704-435c-a672-d87d78778a28" providerId="ADAL" clId="{11F1F5B0-91AD-4C9D-AB4F-65086B192639}" dt="2025-04-24T02:36:34.310" v="1133" actId="26606"/>
          <ac:spMkLst>
            <pc:docMk/>
            <pc:sldMk cId="2814275081" sldId="379"/>
            <ac:spMk id="9" creationId="{52BE4420-3B5F-4549-8B4A-77855B8215EC}"/>
          </ac:spMkLst>
        </pc:spChg>
        <pc:spChg chg="add del">
          <ac:chgData name="Shikha Shethia" userId="47b3a058-8704-435c-a672-d87d78778a28" providerId="ADAL" clId="{11F1F5B0-91AD-4C9D-AB4F-65086B192639}" dt="2025-04-24T02:38:44.954" v="1148" actId="26606"/>
          <ac:spMkLst>
            <pc:docMk/>
            <pc:sldMk cId="2814275081" sldId="379"/>
            <ac:spMk id="10" creationId="{A75876F6-95D4-48CB-8E3E-4401A96E25A4}"/>
          </ac:spMkLst>
        </pc:spChg>
        <pc:spChg chg="add del">
          <ac:chgData name="Shikha Shethia" userId="47b3a058-8704-435c-a672-d87d78778a28" providerId="ADAL" clId="{11F1F5B0-91AD-4C9D-AB4F-65086B192639}" dt="2025-04-24T02:36:34.310" v="1133" actId="26606"/>
          <ac:spMkLst>
            <pc:docMk/>
            <pc:sldMk cId="2814275081" sldId="379"/>
            <ac:spMk id="11" creationId="{A75876F6-95D4-48CB-8E3E-4401A96E25A4}"/>
          </ac:spMkLst>
        </pc:spChg>
        <pc:spChg chg="add del">
          <ac:chgData name="Shikha Shethia" userId="47b3a058-8704-435c-a672-d87d78778a28" providerId="ADAL" clId="{11F1F5B0-91AD-4C9D-AB4F-65086B192639}" dt="2025-04-24T02:38:44.954" v="1148" actId="26606"/>
          <ac:spMkLst>
            <pc:docMk/>
            <pc:sldMk cId="2814275081" sldId="379"/>
            <ac:spMk id="12" creationId="{D1B84719-90BB-4D0C-92D8-61DC5512B34B}"/>
          </ac:spMkLst>
        </pc:spChg>
        <pc:spChg chg="add del">
          <ac:chgData name="Shikha Shethia" userId="47b3a058-8704-435c-a672-d87d78778a28" providerId="ADAL" clId="{11F1F5B0-91AD-4C9D-AB4F-65086B192639}" dt="2025-04-24T02:36:34.310" v="1133" actId="26606"/>
          <ac:spMkLst>
            <pc:docMk/>
            <pc:sldMk cId="2814275081" sldId="379"/>
            <ac:spMk id="13" creationId="{D1B84719-90BB-4D0C-92D8-61DC5512B34B}"/>
          </ac:spMkLst>
        </pc:spChg>
        <pc:spChg chg="add del">
          <ac:chgData name="Shikha Shethia" userId="47b3a058-8704-435c-a672-d87d78778a28" providerId="ADAL" clId="{11F1F5B0-91AD-4C9D-AB4F-65086B192639}" dt="2025-04-24T02:38:44.954" v="1148" actId="26606"/>
          <ac:spMkLst>
            <pc:docMk/>
            <pc:sldMk cId="2814275081" sldId="379"/>
            <ac:spMk id="14" creationId="{7B407EC4-5D16-4845-9840-4E28622B6568}"/>
          </ac:spMkLst>
        </pc:spChg>
        <pc:spChg chg="add del">
          <ac:chgData name="Shikha Shethia" userId="47b3a058-8704-435c-a672-d87d78778a28" providerId="ADAL" clId="{11F1F5B0-91AD-4C9D-AB4F-65086B192639}" dt="2025-04-24T02:36:34.310" v="1133" actId="26606"/>
          <ac:spMkLst>
            <pc:docMk/>
            <pc:sldMk cId="2814275081" sldId="379"/>
            <ac:spMk id="15" creationId="{7B407EC4-5D16-4845-9840-4E28622B6568}"/>
          </ac:spMkLst>
        </pc:spChg>
        <pc:spChg chg="add del">
          <ac:chgData name="Shikha Shethia" userId="47b3a058-8704-435c-a672-d87d78778a28" providerId="ADAL" clId="{11F1F5B0-91AD-4C9D-AB4F-65086B192639}" dt="2025-04-24T02:38:47.663" v="1152" actId="26606"/>
          <ac:spMkLst>
            <pc:docMk/>
            <pc:sldMk cId="2814275081" sldId="379"/>
            <ac:spMk id="20" creationId="{52BE4420-3B5F-4549-8B4A-77855B8215EC}"/>
          </ac:spMkLst>
        </pc:spChg>
        <pc:spChg chg="add del">
          <ac:chgData name="Shikha Shethia" userId="47b3a058-8704-435c-a672-d87d78778a28" providerId="ADAL" clId="{11F1F5B0-91AD-4C9D-AB4F-65086B192639}" dt="2025-04-24T02:38:47.663" v="1152" actId="26606"/>
          <ac:spMkLst>
            <pc:docMk/>
            <pc:sldMk cId="2814275081" sldId="379"/>
            <ac:spMk id="21" creationId="{A75876F6-95D4-48CB-8E3E-4401A96E25A4}"/>
          </ac:spMkLst>
        </pc:spChg>
        <pc:spChg chg="add del">
          <ac:chgData name="Shikha Shethia" userId="47b3a058-8704-435c-a672-d87d78778a28" providerId="ADAL" clId="{11F1F5B0-91AD-4C9D-AB4F-65086B192639}" dt="2025-04-24T02:38:47.663" v="1152" actId="26606"/>
          <ac:spMkLst>
            <pc:docMk/>
            <pc:sldMk cId="2814275081" sldId="379"/>
            <ac:spMk id="22" creationId="{D1B84719-90BB-4D0C-92D8-61DC5512B34B}"/>
          </ac:spMkLst>
        </pc:spChg>
        <pc:spChg chg="add del">
          <ac:chgData name="Shikha Shethia" userId="47b3a058-8704-435c-a672-d87d78778a28" providerId="ADAL" clId="{11F1F5B0-91AD-4C9D-AB4F-65086B192639}" dt="2025-04-24T02:38:47.663" v="1152" actId="26606"/>
          <ac:spMkLst>
            <pc:docMk/>
            <pc:sldMk cId="2814275081" sldId="379"/>
            <ac:spMk id="23" creationId="{7B407EC4-5D16-4845-9840-4E28622B6568}"/>
          </ac:spMkLst>
        </pc:spChg>
        <pc:grpChg chg="add del">
          <ac:chgData name="Shikha Shethia" userId="47b3a058-8704-435c-a672-d87d78778a28" providerId="ADAL" clId="{11F1F5B0-91AD-4C9D-AB4F-65086B192639}" dt="2025-04-24T02:38:51.485" v="1154" actId="26606"/>
          <ac:grpSpMkLst>
            <pc:docMk/>
            <pc:sldMk cId="2814275081" sldId="379"/>
            <ac:grpSpMk id="26" creationId="{E7DEDD00-5E71-418B-9C3C-9B71B018221A}"/>
          </ac:grpSpMkLst>
        </pc:grpChg>
        <pc:grpChg chg="add">
          <ac:chgData name="Shikha Shethia" userId="47b3a058-8704-435c-a672-d87d78778a28" providerId="ADAL" clId="{11F1F5B0-91AD-4C9D-AB4F-65086B192639}" dt="2025-04-24T02:38:51.536" v="1155" actId="26606"/>
          <ac:grpSpMkLst>
            <pc:docMk/>
            <pc:sldMk cId="2814275081" sldId="379"/>
            <ac:grpSpMk id="33" creationId="{E7DEDD00-5E71-418B-9C3C-9B71B018221A}"/>
          </ac:grpSpMkLst>
        </pc:grpChg>
        <pc:graphicFrameChg chg="add del">
          <ac:chgData name="Shikha Shethia" userId="47b3a058-8704-435c-a672-d87d78778a28" providerId="ADAL" clId="{11F1F5B0-91AD-4C9D-AB4F-65086B192639}" dt="2025-04-24T02:36:34.310" v="1133" actId="26606"/>
          <ac:graphicFrameMkLst>
            <pc:docMk/>
            <pc:sldMk cId="2814275081" sldId="379"/>
            <ac:graphicFrameMk id="5" creationId="{92F4980B-1726-9CE3-9D4C-3B7AF63C7D1A}"/>
          </ac:graphicFrameMkLst>
        </pc:graphicFrameChg>
        <pc:graphicFrameChg chg="add del">
          <ac:chgData name="Shikha Shethia" userId="47b3a058-8704-435c-a672-d87d78778a28" providerId="ADAL" clId="{11F1F5B0-91AD-4C9D-AB4F-65086B192639}" dt="2025-04-24T02:38:41.582" v="1146" actId="26606"/>
          <ac:graphicFrameMkLst>
            <pc:docMk/>
            <pc:sldMk cId="2814275081" sldId="379"/>
            <ac:graphicFrameMk id="6" creationId="{FF4B0057-EC65-EE8E-FCCD-945E5774EB44}"/>
          </ac:graphicFrameMkLst>
        </pc:graphicFrameChg>
        <pc:graphicFrameChg chg="add del">
          <ac:chgData name="Shikha Shethia" userId="47b3a058-8704-435c-a672-d87d78778a28" providerId="ADAL" clId="{11F1F5B0-91AD-4C9D-AB4F-65086B192639}" dt="2025-04-24T02:38:44.954" v="1148" actId="26606"/>
          <ac:graphicFrameMkLst>
            <pc:docMk/>
            <pc:sldMk cId="2814275081" sldId="379"/>
            <ac:graphicFrameMk id="16" creationId="{5E822DAE-5D2E-2CAA-6382-8BD27D76E402}"/>
          </ac:graphicFrameMkLst>
        </pc:graphicFrameChg>
        <pc:graphicFrameChg chg="add del">
          <ac:chgData name="Shikha Shethia" userId="47b3a058-8704-435c-a672-d87d78778a28" providerId="ADAL" clId="{11F1F5B0-91AD-4C9D-AB4F-65086B192639}" dt="2025-04-24T02:37:04.822" v="1135" actId="26606"/>
          <ac:graphicFrameMkLst>
            <pc:docMk/>
            <pc:sldMk cId="2814275081" sldId="379"/>
            <ac:graphicFrameMk id="17" creationId="{2DF463E8-3AB3-C9CD-194C-0C7A704BADCD}"/>
          </ac:graphicFrameMkLst>
        </pc:graphicFrameChg>
        <pc:graphicFrameChg chg="add del">
          <ac:chgData name="Shikha Shethia" userId="47b3a058-8704-435c-a672-d87d78778a28" providerId="ADAL" clId="{11F1F5B0-91AD-4C9D-AB4F-65086B192639}" dt="2025-04-24T02:38:45.741" v="1150" actId="26606"/>
          <ac:graphicFrameMkLst>
            <pc:docMk/>
            <pc:sldMk cId="2814275081" sldId="379"/>
            <ac:graphicFrameMk id="18" creationId="{FF4B0057-EC65-EE8E-FCCD-945E5774EB44}"/>
          </ac:graphicFrameMkLst>
        </pc:graphicFrameChg>
        <pc:graphicFrameChg chg="add del">
          <ac:chgData name="Shikha Shethia" userId="47b3a058-8704-435c-a672-d87d78778a28" providerId="ADAL" clId="{11F1F5B0-91AD-4C9D-AB4F-65086B192639}" dt="2025-04-24T02:38:47.663" v="1152" actId="26606"/>
          <ac:graphicFrameMkLst>
            <pc:docMk/>
            <pc:sldMk cId="2814275081" sldId="379"/>
            <ac:graphicFrameMk id="24" creationId="{5E822DAE-5D2E-2CAA-6382-8BD27D76E402}"/>
          </ac:graphicFrameMkLst>
        </pc:graphicFrameChg>
        <pc:graphicFrameChg chg="add del">
          <ac:chgData name="Shikha Shethia" userId="47b3a058-8704-435c-a672-d87d78778a28" providerId="ADAL" clId="{11F1F5B0-91AD-4C9D-AB4F-65086B192639}" dt="2025-04-24T02:38:51.485" v="1154" actId="26606"/>
          <ac:graphicFrameMkLst>
            <pc:docMk/>
            <pc:sldMk cId="2814275081" sldId="379"/>
            <ac:graphicFrameMk id="31" creationId="{9E815816-C840-809A-C12C-140DF2882BAF}"/>
          </ac:graphicFrameMkLst>
        </pc:graphicFrameChg>
        <pc:graphicFrameChg chg="add">
          <ac:chgData name="Shikha Shethia" userId="47b3a058-8704-435c-a672-d87d78778a28" providerId="ADAL" clId="{11F1F5B0-91AD-4C9D-AB4F-65086B192639}" dt="2025-04-24T02:38:51.536" v="1155" actId="26606"/>
          <ac:graphicFrameMkLst>
            <pc:docMk/>
            <pc:sldMk cId="2814275081" sldId="379"/>
            <ac:graphicFrameMk id="38" creationId="{741360E3-AF14-FFB7-64C7-D1A5D89946FA}"/>
          </ac:graphicFrameMkLst>
        </pc:graphicFrameChg>
      </pc:sldChg>
      <pc:sldChg chg="delSp add del setBg delDesignElem">
        <pc:chgData name="Shikha Shethia" userId="47b3a058-8704-435c-a672-d87d78778a28" providerId="ADAL" clId="{11F1F5B0-91AD-4C9D-AB4F-65086B192639}" dt="2025-04-24T00:59:13.376" v="66" actId="47"/>
        <pc:sldMkLst>
          <pc:docMk/>
          <pc:sldMk cId="470207511" sldId="380"/>
        </pc:sldMkLst>
        <pc:spChg chg="del">
          <ac:chgData name="Shikha Shethia" userId="47b3a058-8704-435c-a672-d87d78778a28" providerId="ADAL" clId="{11F1F5B0-91AD-4C9D-AB4F-65086B192639}" dt="2025-04-24T00:58:58.669" v="64"/>
          <ac:spMkLst>
            <pc:docMk/>
            <pc:sldMk cId="470207511" sldId="380"/>
            <ac:spMk id="250890" creationId="{5BC10BF8-14E7-F527-02D9-A026FA0427D4}"/>
          </ac:spMkLst>
        </pc:spChg>
        <pc:spChg chg="del">
          <ac:chgData name="Shikha Shethia" userId="47b3a058-8704-435c-a672-d87d78778a28" providerId="ADAL" clId="{11F1F5B0-91AD-4C9D-AB4F-65086B192639}" dt="2025-04-24T00:58:58.669" v="64"/>
          <ac:spMkLst>
            <pc:docMk/>
            <pc:sldMk cId="470207511" sldId="380"/>
            <ac:spMk id="250892" creationId="{E38E5424-CFD1-D4F0-36E0-624FB9F2C737}"/>
          </ac:spMkLst>
        </pc:spChg>
        <pc:spChg chg="del">
          <ac:chgData name="Shikha Shethia" userId="47b3a058-8704-435c-a672-d87d78778a28" providerId="ADAL" clId="{11F1F5B0-91AD-4C9D-AB4F-65086B192639}" dt="2025-04-24T00:58:58.669" v="64"/>
          <ac:spMkLst>
            <pc:docMk/>
            <pc:sldMk cId="470207511" sldId="380"/>
            <ac:spMk id="250894" creationId="{CAC3D203-FF5F-0314-98C7-48764DB559FD}"/>
          </ac:spMkLst>
        </pc:spChg>
        <pc:spChg chg="del">
          <ac:chgData name="Shikha Shethia" userId="47b3a058-8704-435c-a672-d87d78778a28" providerId="ADAL" clId="{11F1F5B0-91AD-4C9D-AB4F-65086B192639}" dt="2025-04-24T00:58:58.669" v="64"/>
          <ac:spMkLst>
            <pc:docMk/>
            <pc:sldMk cId="470207511" sldId="380"/>
            <ac:spMk id="250896" creationId="{F716FD44-29CF-14A6-3FFF-6338F2E548D8}"/>
          </ac:spMkLst>
        </pc:spChg>
      </pc:sldChg>
      <pc:sldChg chg="modSp add mod ord">
        <pc:chgData name="Shikha Shethia" userId="47b3a058-8704-435c-a672-d87d78778a28" providerId="ADAL" clId="{11F1F5B0-91AD-4C9D-AB4F-65086B192639}" dt="2025-04-24T02:55:11.770" v="1350" actId="20577"/>
        <pc:sldMkLst>
          <pc:docMk/>
          <pc:sldMk cId="2667994426" sldId="380"/>
        </pc:sldMkLst>
        <pc:spChg chg="mod">
          <ac:chgData name="Shikha Shethia" userId="47b3a058-8704-435c-a672-d87d78778a28" providerId="ADAL" clId="{11F1F5B0-91AD-4C9D-AB4F-65086B192639}" dt="2025-04-24T02:42:20.897" v="1207" actId="20577"/>
          <ac:spMkLst>
            <pc:docMk/>
            <pc:sldMk cId="2667994426" sldId="380"/>
            <ac:spMk id="2" creationId="{84728BAD-A64D-A3F1-7FDC-706746E4EE5B}"/>
          </ac:spMkLst>
        </pc:spChg>
        <pc:spChg chg="mod">
          <ac:chgData name="Shikha Shethia" userId="47b3a058-8704-435c-a672-d87d78778a28" providerId="ADAL" clId="{11F1F5B0-91AD-4C9D-AB4F-65086B192639}" dt="2025-04-24T02:55:11.770" v="1350" actId="20577"/>
          <ac:spMkLst>
            <pc:docMk/>
            <pc:sldMk cId="2667994426" sldId="380"/>
            <ac:spMk id="3" creationId="{55E3EA76-AE6C-DBEB-B373-30FB5DA27413}"/>
          </ac:spMkLst>
        </pc:spChg>
      </pc:sldChg>
      <pc:sldChg chg="modSp add del mod">
        <pc:chgData name="Shikha Shethia" userId="47b3a058-8704-435c-a672-d87d78778a28" providerId="ADAL" clId="{11F1F5B0-91AD-4C9D-AB4F-65086B192639}" dt="2025-04-24T03:13:01.911" v="1360" actId="47"/>
        <pc:sldMkLst>
          <pc:docMk/>
          <pc:sldMk cId="1333996838" sldId="381"/>
        </pc:sldMkLst>
        <pc:spChg chg="mod">
          <ac:chgData name="Shikha Shethia" userId="47b3a058-8704-435c-a672-d87d78778a28" providerId="ADAL" clId="{11F1F5B0-91AD-4C9D-AB4F-65086B192639}" dt="2025-04-24T03:04:06.369" v="1352" actId="6549"/>
          <ac:spMkLst>
            <pc:docMk/>
            <pc:sldMk cId="1333996838" sldId="381"/>
            <ac:spMk id="2" creationId="{E0D5A170-C2EF-DB23-B8F5-634ED93BA1F4}"/>
          </ac:spMkLst>
        </pc:spChg>
      </pc:sldChg>
      <pc:sldChg chg="addSp delSp modSp add mod ord setBg delDesignElem">
        <pc:chgData name="Shikha Shethia" userId="47b3a058-8704-435c-a672-d87d78778a28" providerId="ADAL" clId="{11F1F5B0-91AD-4C9D-AB4F-65086B192639}" dt="2025-04-24T03:13:14.031" v="1363" actId="1076"/>
        <pc:sldMkLst>
          <pc:docMk/>
          <pc:sldMk cId="2931813765" sldId="382"/>
        </pc:sldMkLst>
        <pc:spChg chg="del mod">
          <ac:chgData name="Shikha Shethia" userId="47b3a058-8704-435c-a672-d87d78778a28" providerId="ADAL" clId="{11F1F5B0-91AD-4C9D-AB4F-65086B192639}" dt="2025-04-24T03:12:50.676" v="1359" actId="478"/>
          <ac:spMkLst>
            <pc:docMk/>
            <pc:sldMk cId="2931813765" sldId="382"/>
            <ac:spMk id="4" creationId="{00B95B7B-3151-4730-422F-F2C19783B2EF}"/>
          </ac:spMkLst>
        </pc:spChg>
        <pc:spChg chg="add mod">
          <ac:chgData name="Shikha Shethia" userId="47b3a058-8704-435c-a672-d87d78778a28" providerId="ADAL" clId="{11F1F5B0-91AD-4C9D-AB4F-65086B192639}" dt="2025-04-24T03:13:14.031" v="1363" actId="1076"/>
          <ac:spMkLst>
            <pc:docMk/>
            <pc:sldMk cId="2931813765" sldId="382"/>
            <ac:spMk id="5" creationId="{1D8FF6D1-DF5E-DF80-390E-C834E985B8D7}"/>
          </ac:spMkLst>
        </pc:spChg>
        <pc:grpChg chg="del">
          <ac:chgData name="Shikha Shethia" userId="47b3a058-8704-435c-a672-d87d78778a28" providerId="ADAL" clId="{11F1F5B0-91AD-4C9D-AB4F-65086B192639}" dt="2025-04-24T03:12:30.347" v="1354"/>
          <ac:grpSpMkLst>
            <pc:docMk/>
            <pc:sldMk cId="2931813765" sldId="382"/>
            <ac:grpSpMk id="33" creationId="{D7CEEFAA-20AF-57C5-8438-9A752967006F}"/>
          </ac:grpSpMkLst>
        </pc:grpChg>
        <pc:graphicFrameChg chg="del">
          <ac:chgData name="Shikha Shethia" userId="47b3a058-8704-435c-a672-d87d78778a28" providerId="ADAL" clId="{11F1F5B0-91AD-4C9D-AB4F-65086B192639}" dt="2025-04-24T03:12:47.603" v="1357" actId="478"/>
          <ac:graphicFrameMkLst>
            <pc:docMk/>
            <pc:sldMk cId="2931813765" sldId="382"/>
            <ac:graphicFrameMk id="38" creationId="{07DDD969-76F7-953A-7FC7-4BE680F9D36B}"/>
          </ac:graphicFrameMkLst>
        </pc:graphicFrameChg>
      </pc:sldChg>
      <pc:sldChg chg="modSp add mod">
        <pc:chgData name="Shikha Shethia" userId="47b3a058-8704-435c-a672-d87d78778a28" providerId="ADAL" clId="{11F1F5B0-91AD-4C9D-AB4F-65086B192639}" dt="2025-04-24T05:04:37.674" v="1942" actId="20577"/>
        <pc:sldMkLst>
          <pc:docMk/>
          <pc:sldMk cId="1241918194" sldId="383"/>
        </pc:sldMkLst>
        <pc:spChg chg="mod">
          <ac:chgData name="Shikha Shethia" userId="47b3a058-8704-435c-a672-d87d78778a28" providerId="ADAL" clId="{11F1F5B0-91AD-4C9D-AB4F-65086B192639}" dt="2025-04-24T05:04:37.674" v="1942" actId="20577"/>
          <ac:spMkLst>
            <pc:docMk/>
            <pc:sldMk cId="1241918194" sldId="383"/>
            <ac:spMk id="3" creationId="{49321AF9-6DEB-143D-4CB1-4F21FCD9A633}"/>
          </ac:spMkLst>
        </pc:spChg>
      </pc:sldChg>
    </pc:docChg>
  </pc:docChgLst>
  <pc:docChgLst>
    <pc:chgData name="Shikha Shethia" userId="S::shikha.shethia@futureskills.co.nz::18e3e2a2-0349-4937-a54d-b40040399c9e" providerId="AD" clId="Web-{7BFAEAE3-6E9A-F2D3-CD6E-CE06552DF0F5}"/>
    <pc:docChg chg="modSld">
      <pc:chgData name="Shikha Shethia" userId="S::shikha.shethia@futureskills.co.nz::18e3e2a2-0349-4937-a54d-b40040399c9e" providerId="AD" clId="Web-{7BFAEAE3-6E9A-F2D3-CD6E-CE06552DF0F5}" dt="2025-05-14T20:45:27.053" v="34" actId="20577"/>
      <pc:docMkLst>
        <pc:docMk/>
      </pc:docMkLst>
      <pc:sldChg chg="modSp">
        <pc:chgData name="Shikha Shethia" userId="S::shikha.shethia@futureskills.co.nz::18e3e2a2-0349-4937-a54d-b40040399c9e" providerId="AD" clId="Web-{7BFAEAE3-6E9A-F2D3-CD6E-CE06552DF0F5}" dt="2025-05-14T20:45:27.053" v="34" actId="20577"/>
        <pc:sldMkLst>
          <pc:docMk/>
          <pc:sldMk cId="1541530555" sldId="257"/>
        </pc:sldMkLst>
        <pc:spChg chg="mod">
          <ac:chgData name="Shikha Shethia" userId="S::shikha.shethia@futureskills.co.nz::18e3e2a2-0349-4937-a54d-b40040399c9e" providerId="AD" clId="Web-{7BFAEAE3-6E9A-F2D3-CD6E-CE06552DF0F5}" dt="2025-05-14T20:45:27.053" v="34" actId="20577"/>
          <ac:spMkLst>
            <pc:docMk/>
            <pc:sldMk cId="1541530555" sldId="257"/>
            <ac:spMk id="3" creationId="{AC93C8EE-593C-F74F-990D-83AA3B6C8156}"/>
          </ac:spMkLst>
        </pc:spChg>
      </pc:sldChg>
      <pc:sldChg chg="modSp">
        <pc:chgData name="Shikha Shethia" userId="S::shikha.shethia@futureskills.co.nz::18e3e2a2-0349-4937-a54d-b40040399c9e" providerId="AD" clId="Web-{7BFAEAE3-6E9A-F2D3-CD6E-CE06552DF0F5}" dt="2025-05-14T20:34:47.736" v="0" actId="20577"/>
        <pc:sldMkLst>
          <pc:docMk/>
          <pc:sldMk cId="1163813000" sldId="377"/>
        </pc:sldMkLst>
        <pc:spChg chg="mod">
          <ac:chgData name="Shikha Shethia" userId="S::shikha.shethia@futureskills.co.nz::18e3e2a2-0349-4937-a54d-b40040399c9e" providerId="AD" clId="Web-{7BFAEAE3-6E9A-F2D3-CD6E-CE06552DF0F5}" dt="2025-05-14T20:34:47.736" v="0" actId="20577"/>
          <ac:spMkLst>
            <pc:docMk/>
            <pc:sldMk cId="1163813000" sldId="377"/>
            <ac:spMk id="6" creationId="{5B69BE9B-D2F4-A99A-BA1D-6589B4F26E88}"/>
          </ac:spMkLst>
        </pc:spChg>
      </pc:sldChg>
      <pc:sldChg chg="modSp">
        <pc:chgData name="Shikha Shethia" userId="S::shikha.shethia@futureskills.co.nz::18e3e2a2-0349-4937-a54d-b40040399c9e" providerId="AD" clId="Web-{7BFAEAE3-6E9A-F2D3-CD6E-CE06552DF0F5}" dt="2025-05-14T20:43:38.596" v="19" actId="20577"/>
        <pc:sldMkLst>
          <pc:docMk/>
          <pc:sldMk cId="1163813000" sldId="416"/>
        </pc:sldMkLst>
        <pc:spChg chg="mod">
          <ac:chgData name="Shikha Shethia" userId="S::shikha.shethia@futureskills.co.nz::18e3e2a2-0349-4937-a54d-b40040399c9e" providerId="AD" clId="Web-{7BFAEAE3-6E9A-F2D3-CD6E-CE06552DF0F5}" dt="2025-05-14T20:43:38.596" v="19" actId="20577"/>
          <ac:spMkLst>
            <pc:docMk/>
            <pc:sldMk cId="1163813000" sldId="416"/>
            <ac:spMk id="6" creationId="{5B69BE9B-D2F4-A99A-BA1D-6589B4F26E88}"/>
          </ac:spMkLst>
        </pc:spChg>
      </pc:sldChg>
      <pc:sldChg chg="modSp">
        <pc:chgData name="Shikha Shethia" userId="S::shikha.shethia@futureskills.co.nz::18e3e2a2-0349-4937-a54d-b40040399c9e" providerId="AD" clId="Web-{7BFAEAE3-6E9A-F2D3-CD6E-CE06552DF0F5}" dt="2025-05-14T20:45:01.505" v="30" actId="20577"/>
        <pc:sldMkLst>
          <pc:docMk/>
          <pc:sldMk cId="1163813000" sldId="426"/>
        </pc:sldMkLst>
        <pc:spChg chg="mod">
          <ac:chgData name="Shikha Shethia" userId="S::shikha.shethia@futureskills.co.nz::18e3e2a2-0349-4937-a54d-b40040399c9e" providerId="AD" clId="Web-{7BFAEAE3-6E9A-F2D3-CD6E-CE06552DF0F5}" dt="2025-05-14T20:45:01.505" v="30" actId="20577"/>
          <ac:spMkLst>
            <pc:docMk/>
            <pc:sldMk cId="1163813000" sldId="426"/>
            <ac:spMk id="6" creationId="{5B69BE9B-D2F4-A99A-BA1D-6589B4F26E88}"/>
          </ac:spMkLst>
        </pc:spChg>
      </pc:sldChg>
    </pc:docChg>
  </pc:docChgLst>
  <pc:docChgLst>
    <pc:chgData name="Shikha Shethia" userId="S::shikha.shethia@futureskills.co.nz::18e3e2a2-0349-4937-a54d-b40040399c9e" providerId="AD" clId="Web-{AA992174-BA8C-8D99-9384-93F125F2DF9C}"/>
    <pc:docChg chg="modSld">
      <pc:chgData name="Shikha Shethia" userId="S::shikha.shethia@futureskills.co.nz::18e3e2a2-0349-4937-a54d-b40040399c9e" providerId="AD" clId="Web-{AA992174-BA8C-8D99-9384-93F125F2DF9C}" dt="2025-05-14T20:03:50.294" v="40" actId="20577"/>
      <pc:docMkLst>
        <pc:docMk/>
      </pc:docMkLst>
      <pc:sldChg chg="modSp">
        <pc:chgData name="Shikha Shethia" userId="S::shikha.shethia@futureskills.co.nz::18e3e2a2-0349-4937-a54d-b40040399c9e" providerId="AD" clId="Web-{AA992174-BA8C-8D99-9384-93F125F2DF9C}" dt="2025-05-14T19:57:22.286" v="15" actId="20577"/>
        <pc:sldMkLst>
          <pc:docMk/>
          <pc:sldMk cId="1163813000" sldId="377"/>
        </pc:sldMkLst>
        <pc:spChg chg="mod">
          <ac:chgData name="Shikha Shethia" userId="S::shikha.shethia@futureskills.co.nz::18e3e2a2-0349-4937-a54d-b40040399c9e" providerId="AD" clId="Web-{AA992174-BA8C-8D99-9384-93F125F2DF9C}" dt="2025-05-14T19:57:22.286" v="15" actId="20577"/>
          <ac:spMkLst>
            <pc:docMk/>
            <pc:sldMk cId="1163813000" sldId="377"/>
            <ac:spMk id="6" creationId="{5B69BE9B-D2F4-A99A-BA1D-6589B4F26E88}"/>
          </ac:spMkLst>
        </pc:spChg>
      </pc:sldChg>
      <pc:sldChg chg="modSp">
        <pc:chgData name="Shikha Shethia" userId="S::shikha.shethia@futureskills.co.nz::18e3e2a2-0349-4937-a54d-b40040399c9e" providerId="AD" clId="Web-{AA992174-BA8C-8D99-9384-93F125F2DF9C}" dt="2025-05-14T20:02:36.666" v="29" actId="20577"/>
        <pc:sldMkLst>
          <pc:docMk/>
          <pc:sldMk cId="1163813000" sldId="416"/>
        </pc:sldMkLst>
        <pc:spChg chg="mod">
          <ac:chgData name="Shikha Shethia" userId="S::shikha.shethia@futureskills.co.nz::18e3e2a2-0349-4937-a54d-b40040399c9e" providerId="AD" clId="Web-{AA992174-BA8C-8D99-9384-93F125F2DF9C}" dt="2025-05-14T20:02:36.666" v="29" actId="20577"/>
          <ac:spMkLst>
            <pc:docMk/>
            <pc:sldMk cId="1163813000" sldId="416"/>
            <ac:spMk id="6" creationId="{5B69BE9B-D2F4-A99A-BA1D-6589B4F26E88}"/>
          </ac:spMkLst>
        </pc:spChg>
      </pc:sldChg>
      <pc:sldChg chg="modSp">
        <pc:chgData name="Shikha Shethia" userId="S::shikha.shethia@futureskills.co.nz::18e3e2a2-0349-4937-a54d-b40040399c9e" providerId="AD" clId="Web-{AA992174-BA8C-8D99-9384-93F125F2DF9C}" dt="2025-05-14T20:03:50.294" v="40" actId="20577"/>
        <pc:sldMkLst>
          <pc:docMk/>
          <pc:sldMk cId="1163813000" sldId="425"/>
        </pc:sldMkLst>
        <pc:spChg chg="mod">
          <ac:chgData name="Shikha Shethia" userId="S::shikha.shethia@futureskills.co.nz::18e3e2a2-0349-4937-a54d-b40040399c9e" providerId="AD" clId="Web-{AA992174-BA8C-8D99-9384-93F125F2DF9C}" dt="2025-05-14T20:03:50.294" v="40" actId="20577"/>
          <ac:spMkLst>
            <pc:docMk/>
            <pc:sldMk cId="1163813000" sldId="425"/>
            <ac:spMk id="6" creationId="{5B69BE9B-D2F4-A99A-BA1D-6589B4F26E8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6B379F-13FC-4598-829D-ED789C1888EB}" type="datetimeFigureOut">
              <a:rPr lang="en-NZ" smtClean="0"/>
              <a:pPr/>
              <a:t>14/05/2025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855711-52B7-476C-8529-DAA085EE7DFD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02534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2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15732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3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5016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4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5016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5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501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6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501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7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5016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8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501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9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501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13B87A2-D943-4A8B-97AA-5AEC9A7D0511}" type="datetimeFigureOut">
              <a:rPr lang="en-NZ" smtClean="0"/>
              <a:pPr/>
              <a:t>14/05/2025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8375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14/05/2025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285274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14/05/2025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5631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14/05/2025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92138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14/05/2025</a:t>
            </a:fld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1086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14/05/2025</a:t>
            </a:fld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8144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14/05/2025</a:t>
            </a:fld>
            <a:endParaRPr lang="en-N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2518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14/05/2025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6920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14/05/2025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624199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14/05/2025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37179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14/05/2025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1146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14/05/2025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3269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14/05/2025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921109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14/05/2025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1389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14/05/2025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2224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14/05/2025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157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14/05/2025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2676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13B87A2-D943-4A8B-97AA-5AEC9A7D0511}" type="datetimeFigureOut">
              <a:rPr lang="en-NZ" smtClean="0"/>
              <a:pPr/>
              <a:t>14/05/2025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37747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 cstate="print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2" name="Rectangle 2051">
            <a:extLst>
              <a:ext uri="{FF2B5EF4-FFF2-40B4-BE49-F238E27FC236}">
                <a16:creationId xmlns:a16="http://schemas.microsoft.com/office/drawing/2014/main" id="{8B226A40-22CC-40E5-9EC4-5163536C6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3" name="Group 2052">
            <a:extLst>
              <a:ext uri="{FF2B5EF4-FFF2-40B4-BE49-F238E27FC236}">
                <a16:creationId xmlns:a16="http://schemas.microsoft.com/office/drawing/2014/main" id="{6BB9B7D3-101C-4F55-A956-62DA4AAD4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786"/>
            <a:ext cx="12229962" cy="6856214"/>
            <a:chOff x="-15736" y="0"/>
            <a:chExt cx="12229962" cy="6856214"/>
          </a:xfrm>
        </p:grpSpPr>
        <p:pic>
          <p:nvPicPr>
            <p:cNvPr id="2058" name="Picture 2057">
              <a:extLst>
                <a:ext uri="{FF2B5EF4-FFF2-40B4-BE49-F238E27FC236}">
                  <a16:creationId xmlns:a16="http://schemas.microsoft.com/office/drawing/2014/main" id="{53BD5441-821C-4091-8DDD-A4A56A6FC8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054" name="Rectangle 2053">
              <a:extLst>
                <a:ext uri="{FF2B5EF4-FFF2-40B4-BE49-F238E27FC236}">
                  <a16:creationId xmlns:a16="http://schemas.microsoft.com/office/drawing/2014/main" id="{AFC6E877-1BD2-4856-8FFD-250D27C158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pic>
          <p:nvPicPr>
            <p:cNvPr id="2060" name="Picture 2059">
              <a:extLst>
                <a:ext uri="{FF2B5EF4-FFF2-40B4-BE49-F238E27FC236}">
                  <a16:creationId xmlns:a16="http://schemas.microsoft.com/office/drawing/2014/main" id="{F64C008A-2A32-4626-A83A-16A984F88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061" name="Picture 2060">
              <a:extLst>
                <a:ext uri="{FF2B5EF4-FFF2-40B4-BE49-F238E27FC236}">
                  <a16:creationId xmlns:a16="http://schemas.microsoft.com/office/drawing/2014/main" id="{875D67EF-62E2-43F5-8005-7A7A319D05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49BBFCA9-33B3-1540-904F-A1E7F6D07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2619" y="4404852"/>
            <a:ext cx="9989677" cy="1054745"/>
          </a:xfrm>
        </p:spPr>
        <p:txBody>
          <a:bodyPr>
            <a:normAutofit/>
          </a:bodyPr>
          <a:lstStyle/>
          <a:p>
            <a:r>
              <a:rPr lang="en-US" altLang="zh-CN" sz="5000" b="1">
                <a:latin typeface="Arial" panose="020B0604020202020204" pitchFamily="34" charset="0"/>
                <a:cs typeface="Arial" panose="020B0604020202020204" pitchFamily="34" charset="0"/>
              </a:rPr>
              <a:t>MAMC01901</a:t>
            </a:r>
            <a:r>
              <a:rPr lang="zh-CN" altLang="en-US" sz="50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NZ" altLang="zh-CN" sz="5000" b="1">
                <a:latin typeface="Arial" panose="020B0604020202020204" pitchFamily="34" charset="0"/>
                <a:cs typeface="Arial" panose="020B0604020202020204" pitchFamily="34" charset="0"/>
              </a:rPr>
              <a:t>Business Analysis</a:t>
            </a:r>
            <a:endParaRPr lang="en-AU" sz="500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C93C8EE-593C-F74F-990D-83AA3B6C8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8448" y="5565530"/>
            <a:ext cx="9603727" cy="4055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zh-CN">
                <a:latin typeface="Arial"/>
                <a:cs typeface="Arial"/>
              </a:rPr>
              <a:t>Week</a:t>
            </a:r>
            <a:r>
              <a:rPr lang="zh-CN" altLang="en-US">
                <a:latin typeface="Arial"/>
                <a:cs typeface="Arial"/>
              </a:rPr>
              <a:t> </a:t>
            </a:r>
            <a:r>
              <a:rPr lang="en-US" altLang="zh-CN">
                <a:latin typeface="Arial"/>
                <a:cs typeface="Arial"/>
              </a:rPr>
              <a:t>3</a:t>
            </a:r>
            <a:r>
              <a:rPr lang="zh-CN" altLang="en-US">
                <a:latin typeface="Arial"/>
                <a:cs typeface="Arial"/>
              </a:rPr>
              <a:t> </a:t>
            </a:r>
            <a:r>
              <a:rPr lang="en-US" altLang="zh-CN">
                <a:latin typeface="Arial"/>
                <a:cs typeface="Arial"/>
              </a:rPr>
              <a:t>(Session</a:t>
            </a:r>
            <a:r>
              <a:rPr lang="zh-CN" altLang="en-US">
                <a:latin typeface="Arial"/>
                <a:cs typeface="Arial"/>
              </a:rPr>
              <a:t> 2</a:t>
            </a:r>
            <a:r>
              <a:rPr lang="en-US" altLang="zh-CN">
                <a:latin typeface="Arial"/>
                <a:cs typeface="Arial"/>
              </a:rPr>
              <a:t>): Business analysis knowledge areas (part 2)</a:t>
            </a:r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9D2CA3DB-2141-4DE2-9F8A-9E5561DDF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11086" y="1092200"/>
            <a:ext cx="8962768" cy="3128346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Kia Ora sign art, carved of wood– TroubleMaker.co.nz">
            <a:extLst>
              <a:ext uri="{FF2B5EF4-FFF2-40B4-BE49-F238E27FC236}">
                <a16:creationId xmlns:a16="http://schemas.microsoft.com/office/drawing/2014/main" id="{B262EEE1-457B-56DE-8B21-312BA4D4F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80744" y="1467334"/>
            <a:ext cx="4227694" cy="2378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65" name="Straight Connector 2064">
            <a:extLst>
              <a:ext uri="{FF2B5EF4-FFF2-40B4-BE49-F238E27FC236}">
                <a16:creationId xmlns:a16="http://schemas.microsoft.com/office/drawing/2014/main" id="{1214B64F-D291-4308-B071-A2678ED78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164080" y="5518838"/>
            <a:ext cx="78638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747DBC0-6181-FB00-4C94-606735BE6CEA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642272" y="1999772"/>
            <a:ext cx="4478499" cy="1016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530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print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0899" name="Rectangle 250898">
            <a:extLst>
              <a:ext uri="{FF2B5EF4-FFF2-40B4-BE49-F238E27FC236}">
                <a16:creationId xmlns:a16="http://schemas.microsoft.com/office/drawing/2014/main" id="{B7328C2D-38F0-4C80-9EA5-A1AD0D6B2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4" cstate="print"/>
            <a:stretch/>
          </a:blipFill>
          <a:ln w="15875" cap="flat" cmpd="sng" algn="ctr">
            <a:solidFill>
              <a:srgbClr val="B15E28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grpSp>
        <p:nvGrpSpPr>
          <p:cNvPr id="250900" name="Group 250899">
            <a:extLst>
              <a:ext uri="{FF2B5EF4-FFF2-40B4-BE49-F238E27FC236}">
                <a16:creationId xmlns:a16="http://schemas.microsoft.com/office/drawing/2014/main" id="{BD17E249-48D0-476B-A642-A5D58DD39A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250901" name="Picture 250900">
              <a:extLst>
                <a:ext uri="{FF2B5EF4-FFF2-40B4-BE49-F238E27FC236}">
                  <a16:creationId xmlns:a16="http://schemas.microsoft.com/office/drawing/2014/main" id="{7E4B7EC7-DE5B-4F27-839A-7CDF49C61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50902" name="Rectangle 250901">
              <a:extLst>
                <a:ext uri="{FF2B5EF4-FFF2-40B4-BE49-F238E27FC236}">
                  <a16:creationId xmlns:a16="http://schemas.microsoft.com/office/drawing/2014/main" id="{DDA01082-3C8F-4602-8DA7-C82DF7095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 cmpd="sng" algn="ctr">
              <a:solidFill>
                <a:schemeClr val="accent1"/>
              </a:solidFill>
              <a:prstDash val="solid"/>
              <a:miter lim="800000"/>
            </a:ln>
            <a:effectLst>
              <a:innerShdw blurRad="25400" dist="12700" dir="13500000">
                <a:srgbClr val="000000">
                  <a:alpha val="45000"/>
                </a:srgbClr>
              </a:innerShdw>
            </a:effectLst>
          </p:spPr>
          <p:txBody>
            <a:bodyPr/>
            <a:lstStyle/>
            <a:p>
              <a:endParaRPr lang="en-NZ"/>
            </a:p>
          </p:txBody>
        </p:sp>
        <p:pic>
          <p:nvPicPr>
            <p:cNvPr id="250903" name="Picture 250902">
              <a:extLst>
                <a:ext uri="{FF2B5EF4-FFF2-40B4-BE49-F238E27FC236}">
                  <a16:creationId xmlns:a16="http://schemas.microsoft.com/office/drawing/2014/main" id="{1A21B48A-5892-4DD2-B2E1-91BD42A44C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250904" name="Picture 250903">
              <a:extLst>
                <a:ext uri="{FF2B5EF4-FFF2-40B4-BE49-F238E27FC236}">
                  <a16:creationId xmlns:a16="http://schemas.microsoft.com/office/drawing/2014/main" id="{BE083B53-5B4C-4C29-BDFD-A28B754A59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en-US" altLang="zh-CN" b="1"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Agenda</a:t>
            </a:r>
            <a:endParaRPr lang="en-US" altLang="en-US" b="1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cxnSp>
        <p:nvCxnSpPr>
          <p:cNvPr id="250898" name="Straight Connector 250897">
            <a:extLst>
              <a:ext uri="{FF2B5EF4-FFF2-40B4-BE49-F238E27FC236}">
                <a16:creationId xmlns:a16="http://schemas.microsoft.com/office/drawing/2014/main" id="{0B65B193-F600-4C1B-9DBF-09D94CDB0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042" y="2400639"/>
            <a:ext cx="9273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4F149-7B7A-1832-375F-486A75767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18936"/>
          </a:xfrm>
        </p:spPr>
        <p:txBody>
          <a:bodyPr>
            <a:normAutofit/>
          </a:bodyPr>
          <a:lstStyle/>
          <a:p>
            <a:pPr lvl="1"/>
            <a:r>
              <a:rPr lang="en-NZ" sz="28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NZ" sz="2800" baseline="30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nd</a:t>
            </a:r>
            <a:r>
              <a:rPr lang="en-NZ" sz="28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three business analysis knowledge areas</a:t>
            </a:r>
          </a:p>
          <a:p>
            <a:pPr lvl="1"/>
            <a:r>
              <a:rPr lang="en-NZ" sz="28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Assessment feedback </a:t>
            </a:r>
          </a:p>
          <a:p>
            <a:pPr lvl="1">
              <a:buNone/>
            </a:pPr>
            <a:endParaRPr lang="en-NZ"/>
          </a:p>
          <a:p>
            <a:pPr lvl="1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82874855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Business Analysis Knowledge Areas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130761" y="1178323"/>
            <a:ext cx="9956339" cy="649857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/>
            <a:r>
              <a:rPr lang="en-US" b="1">
                <a:latin typeface="Arial" pitchFamily="34" charset="0"/>
                <a:cs typeface="Arial" pitchFamily="34" charset="0"/>
              </a:rPr>
              <a:t>4. Strategy Analysis</a:t>
            </a:r>
            <a:endParaRPr lang="en-US" altLang="zh-CN" b="1">
              <a:latin typeface="Arial" pitchFamily="34" charset="0"/>
              <a:ea typeface="ヒラギノ角ゴ Pro W3" panose="020B0300000000000000" pitchFamily="34" charset="-128"/>
              <a:cs typeface="Arial" pitchFamily="34" charset="0"/>
            </a:endParaRPr>
          </a:p>
          <a:p>
            <a:pPr marL="342900" indent="-342900"/>
            <a:endParaRPr lang="en-NZ" altLang="zh-CN">
              <a:latin typeface="Arial" pitchFamily="34" charset="0"/>
              <a:ea typeface="ヒラギノ角ゴ Pro W3" panose="020B0300000000000000" pitchFamily="34" charset="-128"/>
              <a:cs typeface="Arial" pitchFamily="34" charset="0"/>
            </a:endParaRPr>
          </a:p>
          <a:p>
            <a:pPr marL="342900" indent="-342900"/>
            <a:r>
              <a:rPr lang="en-US" b="1">
                <a:latin typeface="Arial" pitchFamily="34" charset="0"/>
                <a:cs typeface="Arial" pitchFamily="34" charset="0"/>
              </a:rPr>
              <a:t>Purpose</a:t>
            </a:r>
            <a:r>
              <a:rPr lang="en-US">
                <a:latin typeface="Arial" pitchFamily="34" charset="0"/>
                <a:cs typeface="Arial" pitchFamily="34" charset="0"/>
              </a:rPr>
              <a:t>: To define the business problem or opportunity, </a:t>
            </a:r>
            <a:r>
              <a:rPr lang="en-US" err="1">
                <a:latin typeface="Arial" pitchFamily="34" charset="0"/>
                <a:cs typeface="Arial" pitchFamily="34" charset="0"/>
              </a:rPr>
              <a:t>analyse</a:t>
            </a:r>
            <a:r>
              <a:rPr lang="en-US">
                <a:latin typeface="Arial" pitchFamily="34" charset="0"/>
                <a:cs typeface="Arial" pitchFamily="34" charset="0"/>
              </a:rPr>
              <a:t> current capabilities, and recommend strategies or solutions.</a:t>
            </a:r>
          </a:p>
          <a:p>
            <a:pPr marL="342900" indent="-342900"/>
            <a:endParaRPr lang="en-NZ" altLang="zh-CN">
              <a:latin typeface="Arial" pitchFamily="34" charset="0"/>
              <a:ea typeface="ヒラギノ角ゴ Pro W3" panose="020B0300000000000000" pitchFamily="34" charset="-128"/>
              <a:cs typeface="Arial" pitchFamily="34" charset="0"/>
            </a:endParaRPr>
          </a:p>
          <a:p>
            <a:r>
              <a:rPr lang="en-NZ" b="1">
                <a:latin typeface="Arial" pitchFamily="34" charset="0"/>
                <a:cs typeface="Arial" pitchFamily="34" charset="0"/>
              </a:rPr>
              <a:t>Key tasks:</a:t>
            </a:r>
            <a:endParaRPr lang="en-US" b="1">
              <a:latin typeface="Arial" pitchFamily="34" charset="0"/>
              <a:cs typeface="Arial" pitchFamily="34" charset="0"/>
            </a:endParaRPr>
          </a:p>
          <a:p>
            <a:r>
              <a:rPr lang="en-US" b="1">
                <a:latin typeface="Arial"/>
                <a:cs typeface="Arial"/>
              </a:rPr>
              <a:t>Analyse Current State and define future state: </a:t>
            </a:r>
            <a:r>
              <a:rPr lang="en-US">
                <a:latin typeface="Arial"/>
                <a:cs typeface="Arial"/>
              </a:rPr>
              <a:t>Understand existing capabilities, processes, and issues, and describe desired outcomes, capabilities, and stakeholder needs.</a:t>
            </a:r>
          </a:p>
          <a:p>
            <a:r>
              <a:rPr lang="en-US" b="1">
                <a:latin typeface="Arial" pitchFamily="34" charset="0"/>
                <a:cs typeface="Arial" pitchFamily="34" charset="0"/>
              </a:rPr>
              <a:t>Example</a:t>
            </a:r>
            <a:r>
              <a:rPr lang="en-US">
                <a:latin typeface="Arial" pitchFamily="34" charset="0"/>
                <a:cs typeface="Arial" pitchFamily="34" charset="0"/>
              </a:rPr>
              <a:t>: For a supermarket, the BA notices delays in checkout and outlines a self-service kiosk for checkout to reduce staff loads. </a:t>
            </a:r>
          </a:p>
          <a:p>
            <a:endParaRPr lang="en-NZ" b="1">
              <a:latin typeface="Arial" pitchFamily="34" charset="0"/>
              <a:cs typeface="Arial" pitchFamily="34" charset="0"/>
            </a:endParaRPr>
          </a:p>
          <a:p>
            <a:r>
              <a:rPr lang="en-US" b="1">
                <a:latin typeface="Arial"/>
                <a:cs typeface="Arial"/>
              </a:rPr>
              <a:t>Assess Risks: </a:t>
            </a:r>
            <a:r>
              <a:rPr lang="en-US">
                <a:latin typeface="Arial"/>
                <a:cs typeface="Arial"/>
              </a:rPr>
              <a:t>Identify internal and external risks to achieving the future state.</a:t>
            </a:r>
          </a:p>
          <a:p>
            <a:r>
              <a:rPr lang="en-US" b="1">
                <a:latin typeface="Arial"/>
                <a:cs typeface="Arial"/>
              </a:rPr>
              <a:t>Example</a:t>
            </a:r>
            <a:r>
              <a:rPr lang="en-US">
                <a:latin typeface="Arial"/>
                <a:cs typeface="Arial"/>
              </a:rPr>
              <a:t>: </a:t>
            </a:r>
            <a:r>
              <a:rPr lang="en-US">
                <a:latin typeface="Arial"/>
                <a:ea typeface="+mn-lt"/>
                <a:cs typeface="Arial"/>
              </a:rPr>
              <a:t>A BA flags potential risks of system integration when proposing to add a new loyalty card feature to the supermarket’s self-checkout kiosks. </a:t>
            </a:r>
            <a:endParaRPr lang="en-US">
              <a:latin typeface="Arial" pitchFamily="34" charset="0"/>
              <a:cs typeface="Arial" pitchFamily="34" charset="0"/>
            </a:endParaRPr>
          </a:p>
          <a:p>
            <a:endParaRPr lang="en-US">
              <a:solidFill>
                <a:srgbClr val="FF0000"/>
              </a:solidFill>
              <a:latin typeface="Arial"/>
              <a:cs typeface="Arial"/>
            </a:endParaRPr>
          </a:p>
          <a:p>
            <a:r>
              <a:rPr lang="en-US" b="1">
                <a:latin typeface="Arial" pitchFamily="34" charset="0"/>
                <a:cs typeface="Arial" pitchFamily="34" charset="0"/>
              </a:rPr>
              <a:t>Define Change Strategy: </a:t>
            </a:r>
            <a:r>
              <a:rPr lang="en-US">
                <a:latin typeface="Arial" pitchFamily="34" charset="0"/>
                <a:cs typeface="Arial" pitchFamily="34" charset="0"/>
              </a:rPr>
              <a:t>Recommend how to transition from current to future state.</a:t>
            </a:r>
          </a:p>
          <a:p>
            <a:r>
              <a:rPr lang="en-US" b="1">
                <a:latin typeface="Arial" pitchFamily="34" charset="0"/>
                <a:cs typeface="Arial" pitchFamily="34" charset="0"/>
              </a:rPr>
              <a:t>Example</a:t>
            </a:r>
            <a:r>
              <a:rPr lang="en-US">
                <a:latin typeface="Arial" pitchFamily="34" charset="0"/>
                <a:cs typeface="Arial" pitchFamily="34" charset="0"/>
              </a:rPr>
              <a:t>: A BA proposes phased implementation for the new check out </a:t>
            </a:r>
            <a:r>
              <a:rPr lang="en-US" err="1">
                <a:latin typeface="Arial" pitchFamily="34" charset="0"/>
                <a:cs typeface="Arial" pitchFamily="34" charset="0"/>
              </a:rPr>
              <a:t>kisok</a:t>
            </a:r>
            <a:r>
              <a:rPr lang="en-US">
                <a:latin typeface="Arial" pitchFamily="34" charset="0"/>
                <a:cs typeface="Arial" pitchFamily="34" charset="0"/>
              </a:rPr>
              <a:t> to </a:t>
            </a:r>
            <a:r>
              <a:rPr lang="en-US" err="1">
                <a:latin typeface="Arial" pitchFamily="34" charset="0"/>
                <a:cs typeface="Arial" pitchFamily="34" charset="0"/>
              </a:rPr>
              <a:t>minimise</a:t>
            </a:r>
            <a:r>
              <a:rPr lang="en-US">
                <a:latin typeface="Arial" pitchFamily="34" charset="0"/>
                <a:cs typeface="Arial" pitchFamily="34" charset="0"/>
              </a:rPr>
              <a:t> disruption in the supermarket. </a:t>
            </a:r>
          </a:p>
          <a:p>
            <a:endParaRPr lang="en-US" b="1">
              <a:latin typeface="Arial" pitchFamily="34" charset="0"/>
              <a:cs typeface="Arial" pitchFamily="34" charset="0"/>
            </a:endParaRPr>
          </a:p>
          <a:p>
            <a:pPr marL="342900" indent="-342900"/>
            <a:endParaRPr lang="en-US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813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Business Analysis Knowledge Areas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130761" y="1178323"/>
            <a:ext cx="9956339" cy="459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/>
            <a:r>
              <a:rPr lang="en-US" b="1">
                <a:latin typeface="Arial" pitchFamily="34" charset="0"/>
                <a:cs typeface="Arial" pitchFamily="34" charset="0"/>
              </a:rPr>
              <a:t>4. Strategy Analysis</a:t>
            </a:r>
            <a:endParaRPr lang="en-US" altLang="zh-CN" b="1">
              <a:latin typeface="Arial" pitchFamily="34" charset="0"/>
              <a:ea typeface="ヒラギノ角ゴ Pro W3" panose="020B0300000000000000" pitchFamily="34" charset="-128"/>
              <a:cs typeface="Arial" pitchFamily="34" charset="0"/>
            </a:endParaRPr>
          </a:p>
          <a:p>
            <a:pPr marL="342900" indent="-342900"/>
            <a:endParaRPr lang="en-NZ" altLang="zh-CN">
              <a:latin typeface="Arial" pitchFamily="34" charset="0"/>
              <a:ea typeface="ヒラギノ角ゴ Pro W3" panose="020B0300000000000000" pitchFamily="34" charset="-128"/>
              <a:cs typeface="Arial" pitchFamily="34" charset="0"/>
            </a:endParaRPr>
          </a:p>
          <a:p>
            <a:pPr marL="342900" indent="-342900"/>
            <a:r>
              <a:rPr lang="en-US" b="1">
                <a:latin typeface="Arial" pitchFamily="34" charset="0"/>
                <a:cs typeface="Arial" pitchFamily="34" charset="0"/>
              </a:rPr>
              <a:t>Purpose</a:t>
            </a:r>
            <a:r>
              <a:rPr lang="en-US">
                <a:latin typeface="Arial" pitchFamily="34" charset="0"/>
                <a:cs typeface="Arial" pitchFamily="34" charset="0"/>
              </a:rPr>
              <a:t>: To define the business problem or opportunity, </a:t>
            </a:r>
            <a:r>
              <a:rPr lang="en-US" err="1">
                <a:latin typeface="Arial" pitchFamily="34" charset="0"/>
                <a:cs typeface="Arial" pitchFamily="34" charset="0"/>
              </a:rPr>
              <a:t>analyse</a:t>
            </a:r>
            <a:r>
              <a:rPr lang="en-US">
                <a:latin typeface="Arial" pitchFamily="34" charset="0"/>
                <a:cs typeface="Arial" pitchFamily="34" charset="0"/>
              </a:rPr>
              <a:t> current capabilities, and recommend strategies or solutions.</a:t>
            </a:r>
          </a:p>
          <a:p>
            <a:pPr marL="342900" indent="-342900"/>
            <a:endParaRPr lang="en-NZ" altLang="zh-CN">
              <a:latin typeface="Arial" pitchFamily="34" charset="0"/>
              <a:ea typeface="ヒラギノ角ゴ Pro W3" panose="020B0300000000000000" pitchFamily="34" charset="-128"/>
              <a:cs typeface="Arial" pitchFamily="34" charset="0"/>
            </a:endParaRPr>
          </a:p>
          <a:p>
            <a:r>
              <a:rPr lang="en-NZ" b="1">
                <a:latin typeface="Arial" pitchFamily="34" charset="0"/>
                <a:cs typeface="Arial" pitchFamily="34" charset="0"/>
              </a:rPr>
              <a:t>Common techniques: </a:t>
            </a:r>
          </a:p>
          <a:p>
            <a:pPr>
              <a:buFont typeface="Arial" pitchFamily="34" charset="0"/>
              <a:buChar char="•"/>
            </a:pPr>
            <a:r>
              <a:rPr lang="en-US">
                <a:latin typeface="Arial" pitchFamily="34" charset="0"/>
                <a:cs typeface="Arial" pitchFamily="34" charset="0"/>
              </a:rPr>
              <a:t>SWOT, PESTLE Analysis</a:t>
            </a:r>
          </a:p>
          <a:p>
            <a:pPr>
              <a:buFont typeface="Arial" pitchFamily="34" charset="0"/>
              <a:buChar char="•"/>
            </a:pPr>
            <a:r>
              <a:rPr lang="en-US">
                <a:latin typeface="Arial" pitchFamily="34" charset="0"/>
                <a:cs typeface="Arial" pitchFamily="34" charset="0"/>
              </a:rPr>
              <a:t>Root Cause Analysis</a:t>
            </a:r>
          </a:p>
          <a:p>
            <a:pPr>
              <a:buFont typeface="Arial" pitchFamily="34" charset="0"/>
              <a:buChar char="•"/>
            </a:pPr>
            <a:r>
              <a:rPr lang="en-US">
                <a:latin typeface="Arial" pitchFamily="34" charset="0"/>
                <a:cs typeface="Arial" pitchFamily="34" charset="0"/>
              </a:rPr>
              <a:t>Business Capability Analysis</a:t>
            </a:r>
          </a:p>
          <a:p>
            <a:pPr>
              <a:buFont typeface="Arial" pitchFamily="34" charset="0"/>
              <a:buChar char="•"/>
            </a:pPr>
            <a:r>
              <a:rPr lang="en-US">
                <a:latin typeface="Arial" pitchFamily="34" charset="0"/>
                <a:cs typeface="Arial" pitchFamily="34" charset="0"/>
              </a:rPr>
              <a:t>Business Model Canvas</a:t>
            </a:r>
          </a:p>
          <a:p>
            <a:pPr>
              <a:buFont typeface="Arial" pitchFamily="34" charset="0"/>
              <a:buChar char="•"/>
            </a:pPr>
            <a:r>
              <a:rPr lang="en-US">
                <a:latin typeface="Arial" pitchFamily="34" charset="0"/>
                <a:cs typeface="Arial" pitchFamily="34" charset="0"/>
              </a:rPr>
              <a:t>Risk Analysis</a:t>
            </a:r>
          </a:p>
          <a:p>
            <a:endParaRPr lang="en-US" b="1">
              <a:latin typeface="Arial" pitchFamily="34" charset="0"/>
              <a:cs typeface="Arial" pitchFamily="34" charset="0"/>
            </a:endParaRPr>
          </a:p>
          <a:p>
            <a:pPr marL="342900" indent="-342900"/>
            <a:endParaRPr lang="en-US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813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Business Analysis Knowledge Areas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130761" y="1178323"/>
            <a:ext cx="9956339" cy="68095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/>
            <a:r>
              <a:rPr lang="en-US" b="1">
                <a:latin typeface="Arial" pitchFamily="34" charset="0"/>
                <a:cs typeface="Arial" pitchFamily="34" charset="0"/>
              </a:rPr>
              <a:t>5. Requirements Analysis and Design Definition</a:t>
            </a:r>
            <a:endParaRPr lang="en-NZ" altLang="zh-CN" b="1">
              <a:latin typeface="Arial" pitchFamily="34" charset="0"/>
              <a:ea typeface="ヒラギノ角ゴ Pro W3" panose="020B0300000000000000" pitchFamily="34" charset="-128"/>
              <a:cs typeface="Arial" pitchFamily="34" charset="0"/>
            </a:endParaRPr>
          </a:p>
          <a:p>
            <a:pPr marL="342900" indent="-342900"/>
            <a:endParaRPr lang="en-US" b="1">
              <a:latin typeface="Arial" pitchFamily="34" charset="0"/>
              <a:cs typeface="Arial" pitchFamily="34" charset="0"/>
            </a:endParaRPr>
          </a:p>
          <a:p>
            <a:pPr marL="342900" indent="-342900"/>
            <a:r>
              <a:rPr lang="en-US" b="1">
                <a:latin typeface="Arial" pitchFamily="34" charset="0"/>
                <a:cs typeface="Arial" pitchFamily="34" charset="0"/>
              </a:rPr>
              <a:t>Purpose</a:t>
            </a:r>
            <a:r>
              <a:rPr lang="en-US">
                <a:latin typeface="Arial" pitchFamily="34" charset="0"/>
                <a:cs typeface="Arial" pitchFamily="34" charset="0"/>
              </a:rPr>
              <a:t>: To </a:t>
            </a:r>
            <a:r>
              <a:rPr lang="en-US" err="1">
                <a:latin typeface="Arial" pitchFamily="34" charset="0"/>
                <a:cs typeface="Arial" pitchFamily="34" charset="0"/>
              </a:rPr>
              <a:t>organise</a:t>
            </a:r>
            <a:r>
              <a:rPr lang="en-US">
                <a:latin typeface="Arial" pitchFamily="34" charset="0"/>
                <a:cs typeface="Arial" pitchFamily="34" charset="0"/>
              </a:rPr>
              <a:t>, refine, and model requirements and then design solutions that meet business needs.</a:t>
            </a:r>
          </a:p>
          <a:p>
            <a:pPr marL="342900" indent="-342900"/>
            <a:endParaRPr lang="en-NZ" altLang="zh-CN">
              <a:latin typeface="Arial" pitchFamily="34" charset="0"/>
              <a:ea typeface="ヒラギノ角ゴ Pro W3" panose="020B0300000000000000" pitchFamily="34" charset="-128"/>
              <a:cs typeface="Arial" pitchFamily="34" charset="0"/>
            </a:endParaRPr>
          </a:p>
          <a:p>
            <a:r>
              <a:rPr lang="en-NZ" b="1">
                <a:latin typeface="Arial" pitchFamily="34" charset="0"/>
                <a:cs typeface="Arial" pitchFamily="34" charset="0"/>
              </a:rPr>
              <a:t>Key tasks:</a:t>
            </a:r>
            <a:endParaRPr lang="en-US" b="1">
              <a:latin typeface="Arial" pitchFamily="34" charset="0"/>
              <a:cs typeface="Arial" pitchFamily="34" charset="0"/>
            </a:endParaRPr>
          </a:p>
          <a:p>
            <a:r>
              <a:rPr lang="en-US" b="1">
                <a:latin typeface="Arial" pitchFamily="34" charset="0"/>
                <a:cs typeface="Arial" pitchFamily="34" charset="0"/>
              </a:rPr>
              <a:t>Specify and Model Requirements: </a:t>
            </a:r>
            <a:r>
              <a:rPr lang="en-US" err="1">
                <a:latin typeface="Arial" pitchFamily="34" charset="0"/>
                <a:cs typeface="Arial" pitchFamily="34" charset="0"/>
              </a:rPr>
              <a:t>Organise</a:t>
            </a:r>
            <a:r>
              <a:rPr lang="en-US">
                <a:latin typeface="Arial" pitchFamily="34" charset="0"/>
                <a:cs typeface="Arial" pitchFamily="34" charset="0"/>
              </a:rPr>
              <a:t> and represent requirements using diagrams, models, or structured text.</a:t>
            </a:r>
          </a:p>
          <a:p>
            <a:r>
              <a:rPr lang="en-US" b="1">
                <a:latin typeface="Arial"/>
                <a:cs typeface="Arial"/>
              </a:rPr>
              <a:t>Example</a:t>
            </a:r>
            <a:r>
              <a:rPr lang="en-US">
                <a:latin typeface="Arial"/>
                <a:cs typeface="Arial"/>
              </a:rPr>
              <a:t>: A BA uses </a:t>
            </a:r>
            <a:r>
              <a:rPr lang="en-US" err="1">
                <a:latin typeface="Arial"/>
                <a:cs typeface="Arial"/>
              </a:rPr>
              <a:t>swimlane</a:t>
            </a:r>
            <a:r>
              <a:rPr lang="en-US">
                <a:latin typeface="Arial"/>
                <a:cs typeface="Arial"/>
              </a:rPr>
              <a:t> diagrams or process diagrams to show how the new checkout process would take place at the supermarket. </a:t>
            </a:r>
          </a:p>
          <a:p>
            <a:endParaRPr lang="en-NZ">
              <a:latin typeface="Arial" pitchFamily="34" charset="0"/>
              <a:cs typeface="Arial" pitchFamily="34" charset="0"/>
            </a:endParaRPr>
          </a:p>
          <a:p>
            <a:r>
              <a:rPr lang="en-US" b="1">
                <a:latin typeface="Arial" pitchFamily="34" charset="0"/>
                <a:cs typeface="Arial" pitchFamily="34" charset="0"/>
              </a:rPr>
              <a:t>Verify Requirements: </a:t>
            </a:r>
            <a:r>
              <a:rPr lang="en-US">
                <a:latin typeface="Arial" pitchFamily="34" charset="0"/>
                <a:cs typeface="Arial" pitchFamily="34" charset="0"/>
              </a:rPr>
              <a:t>Check for quality, clarity, consistency, and testability.</a:t>
            </a:r>
          </a:p>
          <a:p>
            <a:r>
              <a:rPr lang="en-US" b="1">
                <a:latin typeface="Arial"/>
                <a:cs typeface="Arial"/>
              </a:rPr>
              <a:t>Example</a:t>
            </a:r>
            <a:r>
              <a:rPr lang="en-US">
                <a:latin typeface="Arial"/>
                <a:cs typeface="Arial"/>
              </a:rPr>
              <a:t>: </a:t>
            </a:r>
            <a:r>
              <a:rPr lang="en-US">
                <a:latin typeface="Arial"/>
                <a:ea typeface="+mn-lt"/>
                <a:cs typeface="Arial"/>
              </a:rPr>
              <a:t>Before implementation, a BA reviews the requirements for the "apply discount code" feature on the self-checkout kiosk to ensure there are no duplicate terms.</a:t>
            </a:r>
          </a:p>
          <a:p>
            <a:endParaRPr lang="en-US" b="1">
              <a:latin typeface="Arial" pitchFamily="34" charset="0"/>
              <a:cs typeface="Arial" pitchFamily="34" charset="0"/>
            </a:endParaRPr>
          </a:p>
          <a:p>
            <a:r>
              <a:rPr lang="en-US" b="1">
                <a:latin typeface="Arial" pitchFamily="34" charset="0"/>
                <a:cs typeface="Arial" pitchFamily="34" charset="0"/>
              </a:rPr>
              <a:t>Validate Requirements: </a:t>
            </a:r>
            <a:r>
              <a:rPr lang="en-US">
                <a:latin typeface="Arial" pitchFamily="34" charset="0"/>
                <a:cs typeface="Arial" pitchFamily="34" charset="0"/>
              </a:rPr>
              <a:t>Ensure requirements align with the business need and goals.</a:t>
            </a:r>
          </a:p>
          <a:p>
            <a:r>
              <a:rPr lang="en-US" b="1">
                <a:latin typeface="Arial"/>
                <a:cs typeface="Arial"/>
              </a:rPr>
              <a:t>Example</a:t>
            </a:r>
            <a:r>
              <a:rPr lang="en-US">
                <a:latin typeface="Arial"/>
                <a:cs typeface="Arial"/>
              </a:rPr>
              <a:t>: A BA cross-checks feature requests of the check out system against business objectives to eliminate non-essential items.</a:t>
            </a:r>
          </a:p>
          <a:p>
            <a:endParaRPr lang="en-US">
              <a:latin typeface="Arial" pitchFamily="34" charset="0"/>
              <a:cs typeface="Arial" pitchFamily="34" charset="0"/>
            </a:endParaRPr>
          </a:p>
          <a:p>
            <a:r>
              <a:rPr lang="en-US"/>
              <a:t>.</a:t>
            </a:r>
          </a:p>
          <a:p>
            <a:pPr marL="342900" indent="-342900"/>
            <a:endParaRPr lang="en-US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813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Business Analysis Knowledge Areas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130761" y="1278336"/>
            <a:ext cx="9956339" cy="760657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/>
            <a:r>
              <a:rPr lang="en-US" b="1">
                <a:latin typeface="Arial" pitchFamily="34" charset="0"/>
                <a:cs typeface="Arial" pitchFamily="34" charset="0"/>
              </a:rPr>
              <a:t>5. Requirements Analysis and Design Definition</a:t>
            </a:r>
            <a:endParaRPr lang="en-NZ" altLang="zh-CN" b="1">
              <a:latin typeface="Arial" pitchFamily="34" charset="0"/>
              <a:ea typeface="ヒラギノ角ゴ Pro W3" panose="020B0300000000000000" pitchFamily="34" charset="-128"/>
              <a:cs typeface="Arial" pitchFamily="34" charset="0"/>
            </a:endParaRPr>
          </a:p>
          <a:p>
            <a:pPr marL="342900" indent="-342900"/>
            <a:endParaRPr lang="en-US" b="1">
              <a:latin typeface="Arial" pitchFamily="34" charset="0"/>
              <a:cs typeface="Arial" pitchFamily="34" charset="0"/>
            </a:endParaRPr>
          </a:p>
          <a:p>
            <a:r>
              <a:rPr lang="en-NZ" b="1">
                <a:latin typeface="Arial" pitchFamily="34" charset="0"/>
                <a:cs typeface="Arial" pitchFamily="34" charset="0"/>
              </a:rPr>
              <a:t>Key tasks:</a:t>
            </a:r>
          </a:p>
          <a:p>
            <a:r>
              <a:rPr lang="en-US" b="1">
                <a:latin typeface="Arial"/>
                <a:cs typeface="Arial"/>
              </a:rPr>
              <a:t>Define Design Options: </a:t>
            </a:r>
            <a:r>
              <a:rPr lang="en-US">
                <a:latin typeface="Arial"/>
                <a:cs typeface="Arial"/>
              </a:rPr>
              <a:t>Suggest potential solutions (manual, system-based, hybrid).</a:t>
            </a:r>
            <a:endParaRPr lang="en-US" b="1">
              <a:latin typeface="Arial"/>
              <a:cs typeface="Arial"/>
            </a:endParaRPr>
          </a:p>
          <a:p>
            <a:r>
              <a:rPr lang="en-US" b="1">
                <a:latin typeface="Arial"/>
                <a:cs typeface="Arial"/>
              </a:rPr>
              <a:t>Example</a:t>
            </a:r>
            <a:r>
              <a:rPr lang="en-US">
                <a:latin typeface="Arial"/>
                <a:cs typeface="Arial"/>
              </a:rPr>
              <a:t>: </a:t>
            </a:r>
            <a:r>
              <a:rPr lang="en-US">
                <a:latin typeface="Arial"/>
                <a:ea typeface="+mn-lt"/>
                <a:cs typeface="Arial"/>
              </a:rPr>
              <a:t>A BA suggests three options for adding age verification at self-checkout: asking a staff member to approve manually, using an ID scanner at the kiosk, or combining both for high-risk items.</a:t>
            </a:r>
            <a:endParaRPr lang="en-US">
              <a:solidFill>
                <a:srgbClr val="FF0000"/>
              </a:solidFill>
              <a:latin typeface="Arial"/>
              <a:cs typeface="Arial"/>
            </a:endParaRPr>
          </a:p>
          <a:p>
            <a:endParaRPr lang="en-US" b="1">
              <a:latin typeface="Arial" pitchFamily="34" charset="0"/>
              <a:cs typeface="Arial" pitchFamily="34" charset="0"/>
            </a:endParaRPr>
          </a:p>
          <a:p>
            <a:r>
              <a:rPr lang="en-US" b="1">
                <a:latin typeface="Arial"/>
                <a:cs typeface="Arial"/>
              </a:rPr>
              <a:t>Analyse Potential Value and Recommend Solution: </a:t>
            </a:r>
            <a:r>
              <a:rPr lang="en-US">
                <a:latin typeface="Arial"/>
                <a:cs typeface="Arial"/>
              </a:rPr>
              <a:t>Compare options based on ROI, cost, risk, and alignment.</a:t>
            </a:r>
          </a:p>
          <a:p>
            <a:r>
              <a:rPr lang="en-US" b="1">
                <a:latin typeface="Arial"/>
                <a:cs typeface="Arial"/>
              </a:rPr>
              <a:t>Example</a:t>
            </a:r>
            <a:r>
              <a:rPr lang="en-US">
                <a:latin typeface="Arial"/>
                <a:cs typeface="Arial"/>
              </a:rPr>
              <a:t>: A BA uses a cost-benefit matrix to recommend automating the check-out process.</a:t>
            </a:r>
          </a:p>
          <a:p>
            <a:endParaRPr lang="en-US">
              <a:latin typeface="Arial" pitchFamily="34" charset="0"/>
              <a:cs typeface="Arial" pitchFamily="34" charset="0"/>
            </a:endParaRPr>
          </a:p>
          <a:p>
            <a:r>
              <a:rPr lang="en-US" b="1">
                <a:latin typeface="Arial" pitchFamily="34" charset="0"/>
                <a:cs typeface="Arial" pitchFamily="34" charset="0"/>
              </a:rPr>
              <a:t>Common techniques: </a:t>
            </a:r>
          </a:p>
          <a:p>
            <a:pPr>
              <a:buFont typeface="Arial" pitchFamily="34" charset="0"/>
              <a:buChar char="•"/>
            </a:pPr>
            <a:r>
              <a:rPr lang="en-US">
                <a:latin typeface="Arial" pitchFamily="34" charset="0"/>
                <a:cs typeface="Arial" pitchFamily="34" charset="0"/>
              </a:rPr>
              <a:t>User Stories, Use Cases</a:t>
            </a:r>
          </a:p>
          <a:p>
            <a:pPr>
              <a:buFont typeface="Arial" pitchFamily="34" charset="0"/>
              <a:buChar char="•"/>
            </a:pPr>
            <a:r>
              <a:rPr lang="en-US">
                <a:latin typeface="Arial" pitchFamily="34" charset="0"/>
                <a:cs typeface="Arial" pitchFamily="34" charset="0"/>
              </a:rPr>
              <a:t>Process Models, Activity Diagrams</a:t>
            </a:r>
          </a:p>
          <a:p>
            <a:pPr>
              <a:buFont typeface="Arial" pitchFamily="34" charset="0"/>
              <a:buChar char="•"/>
            </a:pPr>
            <a:r>
              <a:rPr lang="en-US">
                <a:latin typeface="Arial" pitchFamily="34" charset="0"/>
                <a:cs typeface="Arial" pitchFamily="34" charset="0"/>
              </a:rPr>
              <a:t>Data Flow Diagrams (DFDs)</a:t>
            </a:r>
          </a:p>
          <a:p>
            <a:pPr>
              <a:buFont typeface="Arial" pitchFamily="34" charset="0"/>
              <a:buChar char="•"/>
            </a:pPr>
            <a:r>
              <a:rPr lang="en-US">
                <a:latin typeface="Arial" pitchFamily="34" charset="0"/>
                <a:cs typeface="Arial" pitchFamily="34" charset="0"/>
              </a:rPr>
              <a:t>Story Mapping</a:t>
            </a:r>
          </a:p>
          <a:p>
            <a:pPr>
              <a:buFont typeface="Arial" pitchFamily="34" charset="0"/>
              <a:buChar char="•"/>
            </a:pPr>
            <a:r>
              <a:rPr lang="en-US">
                <a:latin typeface="Arial" pitchFamily="34" charset="0"/>
                <a:cs typeface="Arial" pitchFamily="34" charset="0"/>
              </a:rPr>
              <a:t>Wireframes or Prototypes</a:t>
            </a:r>
          </a:p>
          <a:p>
            <a:endParaRPr lang="en-US" b="1">
              <a:latin typeface="Arial" pitchFamily="34" charset="0"/>
              <a:cs typeface="Arial" pitchFamily="34" charset="0"/>
            </a:endParaRPr>
          </a:p>
          <a:p>
            <a:r>
              <a:rPr lang="en-US" b="1">
                <a:latin typeface="Arial" pitchFamily="34" charset="0"/>
                <a:cs typeface="Arial" pitchFamily="34" charset="0"/>
              </a:rPr>
              <a:t> </a:t>
            </a:r>
          </a:p>
          <a:p>
            <a:endParaRPr lang="en-US">
              <a:latin typeface="Arial" pitchFamily="34" charset="0"/>
              <a:cs typeface="Arial" pitchFamily="34" charset="0"/>
            </a:endParaRPr>
          </a:p>
          <a:p>
            <a:r>
              <a:rPr lang="en-US"/>
              <a:t>.</a:t>
            </a:r>
          </a:p>
          <a:p>
            <a:pPr marL="342900" indent="-342900"/>
            <a:endParaRPr lang="en-US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813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Business Analysis Knowledge Areas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130761" y="1278336"/>
            <a:ext cx="9956339" cy="705257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/>
            <a:r>
              <a:rPr lang="en-US" b="1">
                <a:latin typeface="Arial" pitchFamily="34" charset="0"/>
                <a:cs typeface="Arial" pitchFamily="34" charset="0"/>
              </a:rPr>
              <a:t>6. Solution Evaluation</a:t>
            </a:r>
          </a:p>
          <a:p>
            <a:pPr marL="342900" indent="-342900"/>
            <a:endParaRPr lang="en-NZ" altLang="zh-CN" b="1">
              <a:latin typeface="Arial" pitchFamily="34" charset="0"/>
              <a:ea typeface="ヒラギノ角ゴ Pro W3" panose="020B0300000000000000" pitchFamily="34" charset="-128"/>
              <a:cs typeface="Arial" pitchFamily="34" charset="0"/>
            </a:endParaRPr>
          </a:p>
          <a:p>
            <a:pPr marL="342900" indent="-342900"/>
            <a:r>
              <a:rPr lang="en-NZ" b="1">
                <a:latin typeface="Arial" pitchFamily="34" charset="0"/>
                <a:cs typeface="Arial" pitchFamily="34" charset="0"/>
              </a:rPr>
              <a:t>Purpose: </a:t>
            </a:r>
            <a:r>
              <a:rPr lang="en-US">
                <a:latin typeface="Arial" pitchFamily="34" charset="0"/>
                <a:cs typeface="Arial" pitchFamily="34" charset="0"/>
              </a:rPr>
              <a:t>To assess how well a solution (or part of one) meets business needs and delivers value.</a:t>
            </a:r>
            <a:endParaRPr lang="en-US" b="1">
              <a:latin typeface="Arial" pitchFamily="34" charset="0"/>
              <a:cs typeface="Arial" pitchFamily="34" charset="0"/>
            </a:endParaRPr>
          </a:p>
          <a:p>
            <a:endParaRPr lang="en-NZ" b="1">
              <a:latin typeface="Arial" pitchFamily="34" charset="0"/>
              <a:cs typeface="Arial" pitchFamily="34" charset="0"/>
            </a:endParaRPr>
          </a:p>
          <a:p>
            <a:r>
              <a:rPr lang="en-NZ" b="1">
                <a:latin typeface="Arial" pitchFamily="34" charset="0"/>
                <a:cs typeface="Arial" pitchFamily="34" charset="0"/>
              </a:rPr>
              <a:t>Key tasks:</a:t>
            </a:r>
          </a:p>
          <a:p>
            <a:endParaRPr lang="en-US" b="1">
              <a:latin typeface="Arial" pitchFamily="34" charset="0"/>
              <a:cs typeface="Arial" pitchFamily="34" charset="0"/>
            </a:endParaRPr>
          </a:p>
          <a:p>
            <a:r>
              <a:rPr lang="en-US" b="1">
                <a:latin typeface="Arial" pitchFamily="34" charset="0"/>
                <a:cs typeface="Arial" pitchFamily="34" charset="0"/>
              </a:rPr>
              <a:t>Measure Solution Performance: </a:t>
            </a:r>
            <a:r>
              <a:rPr lang="en-US">
                <a:latin typeface="Arial" pitchFamily="34" charset="0"/>
                <a:cs typeface="Arial" pitchFamily="34" charset="0"/>
              </a:rPr>
              <a:t>Define and collect metrics like usage, error rates, satisfaction.</a:t>
            </a:r>
          </a:p>
          <a:p>
            <a:r>
              <a:rPr lang="en-US" b="1">
                <a:latin typeface="Arial"/>
                <a:cs typeface="Arial"/>
              </a:rPr>
              <a:t>Example</a:t>
            </a:r>
            <a:r>
              <a:rPr lang="en-US">
                <a:latin typeface="Arial"/>
                <a:cs typeface="Arial"/>
              </a:rPr>
              <a:t>: After launching a chatbot for ASB, a BA tracks the errors, how often customers use chatbots, user satisfaction etc. </a:t>
            </a:r>
          </a:p>
          <a:p>
            <a:endParaRPr lang="en-US" b="1">
              <a:latin typeface="Arial" pitchFamily="34" charset="0"/>
              <a:cs typeface="Arial" pitchFamily="34" charset="0"/>
            </a:endParaRPr>
          </a:p>
          <a:p>
            <a:r>
              <a:rPr lang="en-US" b="1">
                <a:latin typeface="Arial"/>
                <a:cs typeface="Arial"/>
              </a:rPr>
              <a:t>Analyse Performance Measures: </a:t>
            </a:r>
            <a:r>
              <a:rPr lang="en-US">
                <a:latin typeface="Arial"/>
                <a:cs typeface="Arial"/>
              </a:rPr>
              <a:t>Identify patterns and gaps.</a:t>
            </a:r>
          </a:p>
          <a:p>
            <a:r>
              <a:rPr lang="en-US" b="1">
                <a:latin typeface="Arial"/>
                <a:cs typeface="Arial"/>
              </a:rPr>
              <a:t>Example</a:t>
            </a:r>
            <a:r>
              <a:rPr lang="en-US">
                <a:latin typeface="Arial"/>
                <a:cs typeface="Arial"/>
              </a:rPr>
              <a:t>: For the same chatbot, the BA discovers peak-hour lags in response time. </a:t>
            </a:r>
          </a:p>
          <a:p>
            <a:endParaRPr lang="en-US" b="1">
              <a:latin typeface="Arial" pitchFamily="34" charset="0"/>
              <a:cs typeface="Arial" pitchFamily="34" charset="0"/>
            </a:endParaRPr>
          </a:p>
          <a:p>
            <a:r>
              <a:rPr lang="en-US" b="1">
                <a:latin typeface="Arial" pitchFamily="34" charset="0"/>
                <a:cs typeface="Arial" pitchFamily="34" charset="0"/>
              </a:rPr>
              <a:t>Assess Solution Limitations: </a:t>
            </a:r>
            <a:r>
              <a:rPr lang="en-US">
                <a:latin typeface="Arial" pitchFamily="34" charset="0"/>
                <a:cs typeface="Arial" pitchFamily="34" charset="0"/>
              </a:rPr>
              <a:t>Identify constraints or defects in the implemented solution.</a:t>
            </a:r>
          </a:p>
          <a:p>
            <a:r>
              <a:rPr lang="en-US" b="1">
                <a:latin typeface="Arial"/>
                <a:cs typeface="Arial"/>
              </a:rPr>
              <a:t>Example</a:t>
            </a:r>
            <a:r>
              <a:rPr lang="en-US">
                <a:latin typeface="Arial"/>
                <a:cs typeface="Arial"/>
              </a:rPr>
              <a:t>: A BA notes that the chatbot lacks mobile compatibility. </a:t>
            </a:r>
          </a:p>
          <a:p>
            <a:endParaRPr lang="en-US" b="1"/>
          </a:p>
          <a:p>
            <a:endParaRPr lang="en-US" b="1">
              <a:latin typeface="Arial" pitchFamily="34" charset="0"/>
              <a:cs typeface="Arial" pitchFamily="34" charset="0"/>
            </a:endParaRPr>
          </a:p>
          <a:p>
            <a:r>
              <a:rPr lang="en-US" b="1">
                <a:latin typeface="Arial" pitchFamily="34" charset="0"/>
                <a:cs typeface="Arial" pitchFamily="34" charset="0"/>
              </a:rPr>
              <a:t> </a:t>
            </a:r>
          </a:p>
          <a:p>
            <a:endParaRPr lang="en-US">
              <a:latin typeface="Arial" pitchFamily="34" charset="0"/>
              <a:cs typeface="Arial" pitchFamily="34" charset="0"/>
            </a:endParaRPr>
          </a:p>
          <a:p>
            <a:r>
              <a:rPr lang="en-US"/>
              <a:t>.</a:t>
            </a:r>
          </a:p>
          <a:p>
            <a:pPr marL="342900" indent="-342900"/>
            <a:endParaRPr lang="en-US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813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Business Analysis Knowledge Areas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130761" y="1278336"/>
            <a:ext cx="9956339" cy="7640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/>
            <a:r>
              <a:rPr lang="en-US" b="1">
                <a:latin typeface="Arial" pitchFamily="34" charset="0"/>
                <a:cs typeface="Arial" pitchFamily="34" charset="0"/>
              </a:rPr>
              <a:t>6. Solution Evaluation</a:t>
            </a:r>
            <a:endParaRPr lang="en-NZ" altLang="zh-CN" b="1">
              <a:latin typeface="Arial" pitchFamily="34" charset="0"/>
              <a:ea typeface="ヒラギノ角ゴ Pro W3" panose="020B0300000000000000" pitchFamily="34" charset="-128"/>
              <a:cs typeface="Arial" pitchFamily="34" charset="0"/>
            </a:endParaRPr>
          </a:p>
          <a:p>
            <a:pPr marL="342900" indent="-342900"/>
            <a:endParaRPr lang="en-US" b="1">
              <a:latin typeface="Arial" pitchFamily="34" charset="0"/>
              <a:cs typeface="Arial" pitchFamily="34" charset="0"/>
            </a:endParaRPr>
          </a:p>
          <a:p>
            <a:r>
              <a:rPr lang="en-NZ" b="1">
                <a:latin typeface="Arial" pitchFamily="34" charset="0"/>
                <a:cs typeface="Arial" pitchFamily="34" charset="0"/>
              </a:rPr>
              <a:t>Key tasks:</a:t>
            </a:r>
          </a:p>
          <a:p>
            <a:endParaRPr lang="en-US" b="1">
              <a:latin typeface="Arial" pitchFamily="34" charset="0"/>
              <a:cs typeface="Arial" pitchFamily="34" charset="0"/>
            </a:endParaRPr>
          </a:p>
          <a:p>
            <a:r>
              <a:rPr lang="en-US" b="1">
                <a:latin typeface="Arial" pitchFamily="34" charset="0"/>
                <a:cs typeface="Arial" pitchFamily="34" charset="0"/>
              </a:rPr>
              <a:t>Assess Enterprise Limitations: </a:t>
            </a:r>
            <a:r>
              <a:rPr lang="en-US">
                <a:latin typeface="Arial" pitchFamily="34" charset="0"/>
                <a:cs typeface="Arial" pitchFamily="34" charset="0"/>
              </a:rPr>
              <a:t>Determine if cultural, policy, or capacity issues are affecting adoption.</a:t>
            </a:r>
          </a:p>
          <a:p>
            <a:r>
              <a:rPr lang="en-US" b="1">
                <a:latin typeface="Arial" pitchFamily="34" charset="0"/>
                <a:cs typeface="Arial" pitchFamily="34" charset="0"/>
              </a:rPr>
              <a:t>Example</a:t>
            </a:r>
            <a:r>
              <a:rPr lang="en-US">
                <a:latin typeface="Arial" pitchFamily="34" charset="0"/>
                <a:cs typeface="Arial" pitchFamily="34" charset="0"/>
              </a:rPr>
              <a:t>: A BA finds resistance among senior staff who prefer legacy systems despite rollout of new HR software.</a:t>
            </a:r>
          </a:p>
          <a:p>
            <a:endParaRPr lang="en-US" b="1">
              <a:latin typeface="Arial" pitchFamily="34" charset="0"/>
              <a:cs typeface="Arial" pitchFamily="34" charset="0"/>
            </a:endParaRPr>
          </a:p>
          <a:p>
            <a:r>
              <a:rPr lang="en-US" b="1">
                <a:latin typeface="Arial" pitchFamily="34" charset="0"/>
                <a:cs typeface="Arial" pitchFamily="34" charset="0"/>
              </a:rPr>
              <a:t>Recommend Actions to Increase Solution Value: </a:t>
            </a:r>
            <a:r>
              <a:rPr lang="en-US">
                <a:latin typeface="Arial" pitchFamily="34" charset="0"/>
                <a:cs typeface="Arial" pitchFamily="34" charset="0"/>
              </a:rPr>
              <a:t>Suggest fixes, enhancements, or additional features.</a:t>
            </a:r>
          </a:p>
          <a:p>
            <a:r>
              <a:rPr lang="en-US" b="1">
                <a:latin typeface="Arial" pitchFamily="34" charset="0"/>
                <a:cs typeface="Arial" pitchFamily="34" charset="0"/>
              </a:rPr>
              <a:t>Example</a:t>
            </a:r>
            <a:r>
              <a:rPr lang="en-US">
                <a:latin typeface="Arial" pitchFamily="34" charset="0"/>
                <a:cs typeface="Arial" pitchFamily="34" charset="0"/>
              </a:rPr>
              <a:t>: A BA proposes adding live agent (human employee) in the </a:t>
            </a:r>
            <a:r>
              <a:rPr lang="en-US" err="1">
                <a:latin typeface="Arial" pitchFamily="34" charset="0"/>
                <a:cs typeface="Arial" pitchFamily="34" charset="0"/>
              </a:rPr>
              <a:t>chatbot</a:t>
            </a:r>
            <a:r>
              <a:rPr lang="en-US">
                <a:latin typeface="Arial" pitchFamily="34" charset="0"/>
                <a:cs typeface="Arial" pitchFamily="34" charset="0"/>
              </a:rPr>
              <a:t> to address complex queries.</a:t>
            </a:r>
          </a:p>
          <a:p>
            <a:endParaRPr lang="en-NZ" b="1">
              <a:latin typeface="Arial" pitchFamily="34" charset="0"/>
              <a:cs typeface="Arial" pitchFamily="34" charset="0"/>
            </a:endParaRPr>
          </a:p>
          <a:p>
            <a:r>
              <a:rPr lang="en-NZ" b="1">
                <a:latin typeface="Arial" pitchFamily="34" charset="0"/>
                <a:cs typeface="Arial" pitchFamily="34" charset="0"/>
              </a:rPr>
              <a:t>Common techniques: </a:t>
            </a:r>
          </a:p>
          <a:p>
            <a:pPr>
              <a:buFont typeface="Arial" pitchFamily="34" charset="0"/>
              <a:buChar char="•"/>
            </a:pPr>
            <a:r>
              <a:rPr lang="en-US">
                <a:latin typeface="Arial" pitchFamily="34" charset="0"/>
                <a:cs typeface="Arial" pitchFamily="34" charset="0"/>
              </a:rPr>
              <a:t>KPIs, Benchmarking</a:t>
            </a:r>
          </a:p>
          <a:p>
            <a:pPr>
              <a:buFont typeface="Arial" pitchFamily="34" charset="0"/>
              <a:buChar char="•"/>
            </a:pPr>
            <a:r>
              <a:rPr lang="en-US">
                <a:latin typeface="Arial" pitchFamily="34" charset="0"/>
                <a:cs typeface="Arial" pitchFamily="34" charset="0"/>
              </a:rPr>
              <a:t>Surveys, Focus Groups</a:t>
            </a:r>
          </a:p>
          <a:p>
            <a:pPr>
              <a:buFont typeface="Arial" pitchFamily="34" charset="0"/>
              <a:buChar char="•"/>
            </a:pPr>
            <a:r>
              <a:rPr lang="en-US">
                <a:latin typeface="Arial" pitchFamily="34" charset="0"/>
                <a:cs typeface="Arial" pitchFamily="34" charset="0"/>
              </a:rPr>
              <a:t>Root Cause Analysis</a:t>
            </a:r>
          </a:p>
          <a:p>
            <a:endParaRPr lang="en-US">
              <a:latin typeface="Arial" pitchFamily="34" charset="0"/>
              <a:cs typeface="Arial" pitchFamily="34" charset="0"/>
            </a:endParaRPr>
          </a:p>
          <a:p>
            <a:endParaRPr lang="en-US" b="1">
              <a:latin typeface="Arial" pitchFamily="34" charset="0"/>
              <a:cs typeface="Arial" pitchFamily="34" charset="0"/>
            </a:endParaRPr>
          </a:p>
          <a:p>
            <a:r>
              <a:rPr lang="en-US" b="1">
                <a:latin typeface="Arial" pitchFamily="34" charset="0"/>
                <a:cs typeface="Arial" pitchFamily="34" charset="0"/>
              </a:rPr>
              <a:t> </a:t>
            </a:r>
          </a:p>
          <a:p>
            <a:endParaRPr lang="en-US">
              <a:latin typeface="Arial" pitchFamily="34" charset="0"/>
              <a:cs typeface="Arial" pitchFamily="34" charset="0"/>
            </a:endParaRPr>
          </a:p>
          <a:p>
            <a:r>
              <a:rPr lang="en-US"/>
              <a:t>.</a:t>
            </a:r>
          </a:p>
          <a:p>
            <a:pPr marL="342900" indent="-342900"/>
            <a:endParaRPr lang="en-US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813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Business Analysis Knowledge Areas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130761" y="1278336"/>
            <a:ext cx="9956339" cy="6809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NZ" b="1" u="sng">
                <a:latin typeface="Arial" pitchFamily="34" charset="0"/>
                <a:cs typeface="Arial" pitchFamily="34" charset="0"/>
              </a:rPr>
              <a:t>Group Activity</a:t>
            </a:r>
          </a:p>
          <a:p>
            <a:endParaRPr lang="en-NZ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NZ" b="1">
                <a:latin typeface="Arial" pitchFamily="34" charset="0"/>
                <a:cs typeface="Arial" pitchFamily="34" charset="0"/>
              </a:rPr>
              <a:t>Divide yourselves in 6 small groups. Each group can pick one knowledge area to research</a:t>
            </a:r>
            <a:r>
              <a:rPr lang="en-NZ">
                <a:latin typeface="Arial" pitchFamily="34" charset="0"/>
                <a:cs typeface="Arial" pitchFamily="34" charset="0"/>
              </a:rPr>
              <a:t>.  </a:t>
            </a:r>
          </a:p>
          <a:p>
            <a:pPr>
              <a:buFont typeface="Arial" pitchFamily="34" charset="0"/>
              <a:buChar char="•"/>
            </a:pPr>
            <a:endParaRPr lang="en-NZ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NZ">
                <a:latin typeface="Arial" pitchFamily="34" charset="0"/>
                <a:cs typeface="Arial" pitchFamily="34" charset="0"/>
              </a:rPr>
              <a:t>In your group, research your knowledge area using articles, blogs, </a:t>
            </a:r>
            <a:r>
              <a:rPr lang="en-NZ" err="1">
                <a:latin typeface="Arial" pitchFamily="34" charset="0"/>
                <a:cs typeface="Arial" pitchFamily="34" charset="0"/>
              </a:rPr>
              <a:t>youtube</a:t>
            </a:r>
            <a:r>
              <a:rPr lang="en-NZ">
                <a:latin typeface="Arial" pitchFamily="34" charset="0"/>
                <a:cs typeface="Arial" pitchFamily="34" charset="0"/>
              </a:rPr>
              <a:t> videos. </a:t>
            </a:r>
          </a:p>
          <a:p>
            <a:pPr>
              <a:buFont typeface="Arial" pitchFamily="34" charset="0"/>
              <a:buChar char="•"/>
            </a:pPr>
            <a:endParaRPr lang="en-NZ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NZ">
                <a:latin typeface="Arial" pitchFamily="34" charset="0"/>
                <a:cs typeface="Arial" pitchFamily="34" charset="0"/>
              </a:rPr>
              <a:t>Pick an industry like </a:t>
            </a:r>
            <a:r>
              <a:rPr lang="en-US">
                <a:latin typeface="Arial" pitchFamily="34" charset="0"/>
                <a:cs typeface="Arial" pitchFamily="34" charset="0"/>
              </a:rPr>
              <a:t>healthcare, manufacturing, retail finance, public sector etc. </a:t>
            </a:r>
          </a:p>
          <a:p>
            <a:pPr>
              <a:buFont typeface="Arial" pitchFamily="34" charset="0"/>
              <a:buChar char="•"/>
            </a:pPr>
            <a:endParaRPr lang="en-NZ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NZ">
                <a:latin typeface="Arial" pitchFamily="34" charset="0"/>
                <a:cs typeface="Arial" pitchFamily="34" charset="0"/>
              </a:rPr>
              <a:t>Identify a process or a system they can change/implement. </a:t>
            </a:r>
            <a:endParaRPr lang="en-US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endParaRPr lang="en-NZ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NZ">
                <a:latin typeface="Arial" pitchFamily="34" charset="0"/>
                <a:cs typeface="Arial" pitchFamily="34" charset="0"/>
              </a:rPr>
              <a:t>Explain how a BA may apply key tasks and techniques from the selected knowledge area in your chosen industry. </a:t>
            </a:r>
          </a:p>
          <a:p>
            <a:pPr>
              <a:buFont typeface="Arial" pitchFamily="34" charset="0"/>
              <a:buChar char="•"/>
            </a:pPr>
            <a:endParaRPr lang="en-NZ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endParaRPr lang="en-NZ">
              <a:latin typeface="Arial" pitchFamily="34" charset="0"/>
              <a:cs typeface="Arial" pitchFamily="34" charset="0"/>
            </a:endParaRPr>
          </a:p>
          <a:p>
            <a:endParaRPr lang="en-US">
              <a:latin typeface="Arial" pitchFamily="34" charset="0"/>
              <a:cs typeface="Arial" pitchFamily="34" charset="0"/>
            </a:endParaRPr>
          </a:p>
          <a:p>
            <a:endParaRPr lang="en-US" b="1">
              <a:latin typeface="Arial" pitchFamily="34" charset="0"/>
              <a:cs typeface="Arial" pitchFamily="34" charset="0"/>
            </a:endParaRPr>
          </a:p>
          <a:p>
            <a:r>
              <a:rPr lang="en-US" b="1">
                <a:latin typeface="Arial" pitchFamily="34" charset="0"/>
                <a:cs typeface="Arial" pitchFamily="34" charset="0"/>
              </a:rPr>
              <a:t> </a:t>
            </a:r>
          </a:p>
          <a:p>
            <a:endParaRPr lang="en-US">
              <a:latin typeface="Arial" pitchFamily="34" charset="0"/>
              <a:cs typeface="Arial" pitchFamily="34" charset="0"/>
            </a:endParaRPr>
          </a:p>
          <a:p>
            <a:r>
              <a:rPr lang="en-US"/>
              <a:t>.</a:t>
            </a:r>
          </a:p>
          <a:p>
            <a:pPr marL="342900" indent="-342900"/>
            <a:endParaRPr lang="en-US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813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70D3BA86E6BE4F8997A1E0DEEA3090" ma:contentTypeVersion="3" ma:contentTypeDescription="Create a new document." ma:contentTypeScope="" ma:versionID="f63ccfd2d90a5609d7b357da731e02ed">
  <xsd:schema xmlns:xsd="http://www.w3.org/2001/XMLSchema" xmlns:xs="http://www.w3.org/2001/XMLSchema" xmlns:p="http://schemas.microsoft.com/office/2006/metadata/properties" xmlns:ns2="ebad6200-df3b-4540-884d-ea21679cb150" targetNamespace="http://schemas.microsoft.com/office/2006/metadata/properties" ma:root="true" ma:fieldsID="4ad93bd7910780605ac07ea20a1b8420" ns2:_="">
    <xsd:import namespace="ebad6200-df3b-4540-884d-ea21679cb15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ad6200-df3b-4540-884d-ea21679cb1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5E664C-3811-4E86-9637-8E94F88EF1D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385A9FE-D894-44A5-BFDB-99657639C1E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1DEEAB7-74BD-425D-9172-BB75CE1FF4F2}">
  <ds:schemaRefs>
    <ds:schemaRef ds:uri="ebad6200-df3b-4540-884d-ea21679cb15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Application>Microsoft Office PowerPoint</Application>
  <PresentationFormat>Widescreen</PresentationFormat>
  <Slides>9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Organic</vt:lpstr>
      <vt:lpstr>MAMC01901 Business Analysis</vt:lpstr>
      <vt:lpstr>Agenda</vt:lpstr>
      <vt:lpstr>Business Analysis Knowledge Areas</vt:lpstr>
      <vt:lpstr>Business Analysis Knowledge Areas</vt:lpstr>
      <vt:lpstr>Business Analysis Knowledge Areas</vt:lpstr>
      <vt:lpstr>Business Analysis Knowledge Areas</vt:lpstr>
      <vt:lpstr>Business Analysis Knowledge Areas</vt:lpstr>
      <vt:lpstr>Business Analysis Knowledge Areas</vt:lpstr>
      <vt:lpstr>Business Analysis Knowledge Areas</vt:lpstr>
    </vt:vector>
  </TitlesOfParts>
  <Company>Otago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MAMC01901 Business Analysis</dc:title>
  <dc:creator>Shikha Shethia</dc:creator>
  <cp:revision>1</cp:revision>
  <dcterms:created xsi:type="dcterms:W3CDTF">2025-04-24T00:48:25Z</dcterms:created>
  <dcterms:modified xsi:type="dcterms:W3CDTF">2025-05-14T20:45:50Z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0x0101006870D3BA86E6BE4F8997A1E0DEEA3090</vt:lpwstr>
  </property>
</Properties>
</file>