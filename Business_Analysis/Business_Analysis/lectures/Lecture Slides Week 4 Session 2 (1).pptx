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7" r:id="rId5"/>
    <p:sldId id="378" r:id="rId6"/>
    <p:sldId id="435" r:id="rId7"/>
    <p:sldId id="441" r:id="rId8"/>
    <p:sldId id="437" r:id="rId9"/>
    <p:sldId id="438" r:id="rId10"/>
    <p:sldId id="442" r:id="rId11"/>
    <p:sldId id="436" r:id="rId12"/>
    <p:sldId id="443" r:id="rId13"/>
    <p:sldId id="428" r:id="rId14"/>
    <p:sldId id="444" r:id="rId15"/>
    <p:sldId id="44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D9571-F2AC-4263-283E-BEB82366B473}" v="530" dt="2025-05-21T21:06:38.9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kha Shethia" userId="47b3a058-8704-435c-a672-d87d78778a28" providerId="ADAL" clId="{11F1F5B0-91AD-4C9D-AB4F-65086B192639}"/>
    <pc:docChg chg="undo redo custSel addSld delSld modSld sldOrd">
      <pc:chgData name="Shikha Shethia" userId="47b3a058-8704-435c-a672-d87d78778a28" providerId="ADAL" clId="{11F1F5B0-91AD-4C9D-AB4F-65086B192639}" dt="2025-04-24T05:18:43.374" v="1951" actId="1076"/>
      <pc:docMkLst>
        <pc:docMk/>
      </pc:docMkLst>
      <pc:sldChg chg="addSp delSp modSp mod setBg delDesignElem">
        <pc:chgData name="Shikha Shethia" userId="47b3a058-8704-435c-a672-d87d78778a28" providerId="ADAL" clId="{11F1F5B0-91AD-4C9D-AB4F-65086B192639}" dt="2025-04-24T05:18:43.374" v="1951" actId="1076"/>
        <pc:sldMkLst>
          <pc:docMk/>
          <pc:sldMk cId="1541530555" sldId="257"/>
        </pc:sldMkLst>
        <pc:spChg chg="mod">
          <ac:chgData name="Shikha Shethia" userId="47b3a058-8704-435c-a672-d87d78778a28" providerId="ADAL" clId="{11F1F5B0-91AD-4C9D-AB4F-65086B192639}" dt="2025-04-24T00:59:43.706" v="71" actId="26606"/>
          <ac:spMkLst>
            <pc:docMk/>
            <pc:sldMk cId="1541530555" sldId="257"/>
            <ac:spMk id="2" creationId="{49BBFCA9-33B3-1540-904F-A1E7F6D079F4}"/>
          </ac:spMkLst>
        </pc:spChg>
        <pc:spChg chg="mod">
          <ac:chgData name="Shikha Shethia" userId="47b3a058-8704-435c-a672-d87d78778a28" providerId="ADAL" clId="{11F1F5B0-91AD-4C9D-AB4F-65086B192639}" dt="2025-04-24T00:59:43.706" v="71" actId="26606"/>
          <ac:spMkLst>
            <pc:docMk/>
            <pc:sldMk cId="1541530555" sldId="257"/>
            <ac:spMk id="3" creationId="{AC93C8EE-593C-F74F-990D-83AA3B6C8156}"/>
          </ac:spMkLst>
        </pc:spChg>
        <pc:spChg chg="add">
          <ac:chgData name="Shikha Shethia" userId="47b3a058-8704-435c-a672-d87d78778a28" providerId="ADAL" clId="{11F1F5B0-91AD-4C9D-AB4F-65086B192639}" dt="2025-04-24T00:59:43.706" v="71" actId="26606"/>
          <ac:spMkLst>
            <pc:docMk/>
            <pc:sldMk cId="1541530555" sldId="257"/>
            <ac:spMk id="2052" creationId="{8B226A40-22CC-40E5-9EC4-5163536C62A0}"/>
          </ac:spMkLst>
        </pc:spChg>
        <pc:spChg chg="del">
          <ac:chgData name="Shikha Shethia" userId="47b3a058-8704-435c-a672-d87d78778a28" providerId="ADAL" clId="{11F1F5B0-91AD-4C9D-AB4F-65086B192639}" dt="2025-04-24T00:59:28.936" v="69"/>
          <ac:spMkLst>
            <pc:docMk/>
            <pc:sldMk cId="1541530555" sldId="257"/>
            <ac:spMk id="2055" creationId="{932495F0-C5CB-4823-AE70-EED61EBAB1BD}"/>
          </ac:spMkLst>
        </pc:spChg>
        <pc:spChg chg="del">
          <ac:chgData name="Shikha Shethia" userId="47b3a058-8704-435c-a672-d87d78778a28" providerId="ADAL" clId="{11F1F5B0-91AD-4C9D-AB4F-65086B192639}" dt="2025-04-24T00:59:28.936" v="69"/>
          <ac:spMkLst>
            <pc:docMk/>
            <pc:sldMk cId="1541530555" sldId="257"/>
            <ac:spMk id="2057" creationId="{CB8B9C25-D80D-48EC-B83A-231219A80C3F}"/>
          </ac:spMkLst>
        </pc:spChg>
        <pc:spChg chg="del">
          <ac:chgData name="Shikha Shethia" userId="47b3a058-8704-435c-a672-d87d78778a28" providerId="ADAL" clId="{11F1F5B0-91AD-4C9D-AB4F-65086B192639}" dt="2025-04-24T00:59:28.936" v="69"/>
          <ac:spMkLst>
            <pc:docMk/>
            <pc:sldMk cId="1541530555" sldId="257"/>
            <ac:spMk id="2059" creationId="{601CC70B-8875-45A1-8AFD-7D546E3C0C16}"/>
          </ac:spMkLst>
        </pc:spChg>
        <pc:spChg chg="add">
          <ac:chgData name="Shikha Shethia" userId="47b3a058-8704-435c-a672-d87d78778a28" providerId="ADAL" clId="{11F1F5B0-91AD-4C9D-AB4F-65086B192639}" dt="2025-04-24T00:59:43.706" v="71" actId="26606"/>
          <ac:spMkLst>
            <pc:docMk/>
            <pc:sldMk cId="1541530555" sldId="257"/>
            <ac:spMk id="2063" creationId="{9D2CA3DB-2141-4DE2-9F8A-9E5561DDFDA7}"/>
          </ac:spMkLst>
        </pc:spChg>
        <pc:grpChg chg="add">
          <ac:chgData name="Shikha Shethia" userId="47b3a058-8704-435c-a672-d87d78778a28" providerId="ADAL" clId="{11F1F5B0-91AD-4C9D-AB4F-65086B192639}" dt="2025-04-24T00:59:43.706" v="71" actId="26606"/>
          <ac:grpSpMkLst>
            <pc:docMk/>
            <pc:sldMk cId="1541530555" sldId="257"/>
            <ac:grpSpMk id="2053" creationId="{6BB9B7D3-101C-4F55-A956-62DA4AAD40E3}"/>
          </ac:grpSpMkLst>
        </pc:grpChg>
        <pc:picChg chg="del mod">
          <ac:chgData name="Shikha Shethia" userId="47b3a058-8704-435c-a672-d87d78778a28" providerId="ADAL" clId="{11F1F5B0-91AD-4C9D-AB4F-65086B192639}" dt="2025-04-24T05:18:25.926" v="1943" actId="478"/>
          <ac:picMkLst>
            <pc:docMk/>
            <pc:sldMk cId="1541530555" sldId="257"/>
            <ac:picMk id="4" creationId="{B8DD4FC0-4B6E-AE74-AA45-AE99A3F6ED03}"/>
          </ac:picMkLst>
        </pc:picChg>
        <pc:picChg chg="add mod">
          <ac:chgData name="Shikha Shethia" userId="47b3a058-8704-435c-a672-d87d78778a28" providerId="ADAL" clId="{11F1F5B0-91AD-4C9D-AB4F-65086B192639}" dt="2025-04-24T05:18:43.374" v="1951" actId="1076"/>
          <ac:picMkLst>
            <pc:docMk/>
            <pc:sldMk cId="1541530555" sldId="257"/>
            <ac:picMk id="6" creationId="{0747DBC0-6181-FB00-4C94-606735BE6CEA}"/>
          </ac:picMkLst>
        </pc:picChg>
        <pc:picChg chg="mod">
          <ac:chgData name="Shikha Shethia" userId="47b3a058-8704-435c-a672-d87d78778a28" providerId="ADAL" clId="{11F1F5B0-91AD-4C9D-AB4F-65086B192639}" dt="2025-04-24T00:59:43.706" v="71" actId="26606"/>
          <ac:picMkLst>
            <pc:docMk/>
            <pc:sldMk cId="1541530555" sldId="257"/>
            <ac:picMk id="2050" creationId="{B262EEE1-457B-56DE-8B21-312BA4D4F998}"/>
          </ac:picMkLst>
        </pc:picChg>
        <pc:cxnChg chg="add">
          <ac:chgData name="Shikha Shethia" userId="47b3a058-8704-435c-a672-d87d78778a28" providerId="ADAL" clId="{11F1F5B0-91AD-4C9D-AB4F-65086B192639}" dt="2025-04-24T00:59:43.706" v="71" actId="26606"/>
          <ac:cxnSpMkLst>
            <pc:docMk/>
            <pc:sldMk cId="1541530555" sldId="257"/>
            <ac:cxnSpMk id="2065" creationId="{1214B64F-D291-4308-B071-A2678ED782A7}"/>
          </ac:cxnSpMkLst>
        </pc:cxnChg>
      </pc:sldChg>
      <pc:sldChg chg="addSp delSp modSp add mod setBg delDesignElem">
        <pc:chgData name="Shikha Shethia" userId="47b3a058-8704-435c-a672-d87d78778a28" providerId="ADAL" clId="{11F1F5B0-91AD-4C9D-AB4F-65086B192639}" dt="2025-04-24T01:06:50.098" v="162"/>
        <pc:sldMkLst>
          <pc:docMk/>
          <pc:sldMk cId="182643743" sldId="352"/>
        </pc:sldMkLst>
        <pc:spChg chg="add">
          <ac:chgData name="Shikha Shethia" userId="47b3a058-8704-435c-a672-d87d78778a28" providerId="ADAL" clId="{11F1F5B0-91AD-4C9D-AB4F-65086B192639}" dt="2025-04-24T01:05:56.498" v="136"/>
          <ac:spMkLst>
            <pc:docMk/>
            <pc:sldMk cId="182643743" sldId="352"/>
            <ac:spMk id="2" creationId="{EBADADE2-54D2-483A-3158-680925E05FC9}"/>
          </ac:spMkLst>
        </pc:spChg>
        <pc:spChg chg="add mod">
          <ac:chgData name="Shikha Shethia" userId="47b3a058-8704-435c-a672-d87d78778a28" providerId="ADAL" clId="{11F1F5B0-91AD-4C9D-AB4F-65086B192639}" dt="2025-04-24T01:06:00.744" v="138"/>
          <ac:spMkLst>
            <pc:docMk/>
            <pc:sldMk cId="182643743" sldId="352"/>
            <ac:spMk id="3" creationId="{E5784101-5046-3A25-A441-49BCBB1DDF09}"/>
          </ac:spMkLst>
        </pc:spChg>
        <pc:spChg chg="add">
          <ac:chgData name="Shikha Shethia" userId="47b3a058-8704-435c-a672-d87d78778a28" providerId="ADAL" clId="{11F1F5B0-91AD-4C9D-AB4F-65086B192639}" dt="2025-04-24T01:06:20.481" v="142"/>
          <ac:spMkLst>
            <pc:docMk/>
            <pc:sldMk cId="182643743" sldId="352"/>
            <ac:spMk id="4" creationId="{21E5877E-140B-BCA4-C703-9EDF3B054BF8}"/>
          </ac:spMkLst>
        </pc:spChg>
        <pc:spChg chg="mod">
          <ac:chgData name="Shikha Shethia" userId="47b3a058-8704-435c-a672-d87d78778a28" providerId="ADAL" clId="{11F1F5B0-91AD-4C9D-AB4F-65086B192639}" dt="2025-04-24T01:06:50.098" v="162"/>
          <ac:spMkLst>
            <pc:docMk/>
            <pc:sldMk cId="182643743" sldId="352"/>
            <ac:spMk id="6" creationId="{5B69BE9B-D2F4-A99A-BA1D-6589B4F26E88}"/>
          </ac:spMkLst>
        </pc:spChg>
        <pc:spChg chg="add">
          <ac:chgData name="Shikha Shethia" userId="47b3a058-8704-435c-a672-d87d78778a28" providerId="ADAL" clId="{11F1F5B0-91AD-4C9D-AB4F-65086B192639}" dt="2025-04-24T01:06:24.141" v="145"/>
          <ac:spMkLst>
            <pc:docMk/>
            <pc:sldMk cId="182643743" sldId="352"/>
            <ac:spMk id="7" creationId="{63752443-4068-CF23-33E8-FB4E9F766698}"/>
          </ac:spMkLst>
        </pc:spChg>
        <pc:spChg chg="del">
          <ac:chgData name="Shikha Shethia" userId="47b3a058-8704-435c-a672-d87d78778a28" providerId="ADAL" clId="{11F1F5B0-91AD-4C9D-AB4F-65086B192639}" dt="2025-04-24T01:04:17.339" v="98"/>
          <ac:spMkLst>
            <pc:docMk/>
            <pc:sldMk cId="182643743" sldId="352"/>
            <ac:spMk id="250890" creationId="{22AC0F86-9A78-4E84-A4B4-ADB8B2629A0C}"/>
          </ac:spMkLst>
        </pc:spChg>
        <pc:spChg chg="del">
          <ac:chgData name="Shikha Shethia" userId="47b3a058-8704-435c-a672-d87d78778a28" providerId="ADAL" clId="{11F1F5B0-91AD-4C9D-AB4F-65086B192639}" dt="2025-04-24T01:04:17.339" v="98"/>
          <ac:spMkLst>
            <pc:docMk/>
            <pc:sldMk cId="182643743" sldId="352"/>
            <ac:spMk id="250898" creationId="{69A54E25-1C05-48E5-A5CC-3778C1D3632D}"/>
          </ac:spMkLst>
        </pc:spChg>
        <pc:grpChg chg="del">
          <ac:chgData name="Shikha Shethia" userId="47b3a058-8704-435c-a672-d87d78778a28" providerId="ADAL" clId="{11F1F5B0-91AD-4C9D-AB4F-65086B192639}" dt="2025-04-24T01:04:17.339" v="98"/>
          <ac:grpSpMkLst>
            <pc:docMk/>
            <pc:sldMk cId="182643743" sldId="352"/>
            <ac:grpSpMk id="250892" creationId="{4AF78B9E-8BE2-4706-9377-A05FA25ABABF}"/>
          </ac:grpSpMkLst>
        </pc:grpChg>
        <pc:cxnChg chg="del">
          <ac:chgData name="Shikha Shethia" userId="47b3a058-8704-435c-a672-d87d78778a28" providerId="ADAL" clId="{11F1F5B0-91AD-4C9D-AB4F-65086B192639}" dt="2025-04-24T01:04:17.339" v="98"/>
          <ac:cxnSpMkLst>
            <pc:docMk/>
            <pc:sldMk cId="182643743" sldId="352"/>
            <ac:cxnSpMk id="250900" creationId="{0E5D0023-B23E-4823-8D72-B07FFF8CAE96}"/>
          </ac:cxnSpMkLst>
        </pc:cxnChg>
      </pc:sldChg>
      <pc:sldChg chg="delSp modSp add mod modAnim">
        <pc:chgData name="Shikha Shethia" userId="47b3a058-8704-435c-a672-d87d78778a28" providerId="ADAL" clId="{11F1F5B0-91AD-4C9D-AB4F-65086B192639}" dt="2025-04-24T01:51:12.398" v="640" actId="20577"/>
        <pc:sldMkLst>
          <pc:docMk/>
          <pc:sldMk cId="2223899082" sldId="353"/>
        </pc:sldMkLst>
        <pc:spChg chg="del">
          <ac:chgData name="Shikha Shethia" userId="47b3a058-8704-435c-a672-d87d78778a28" providerId="ADAL" clId="{11F1F5B0-91AD-4C9D-AB4F-65086B192639}" dt="2025-04-24T01:47:35.158" v="580" actId="478"/>
          <ac:spMkLst>
            <pc:docMk/>
            <pc:sldMk cId="2223899082" sldId="353"/>
            <ac:spMk id="2" creationId="{165F855A-86B0-A538-10F7-59C0B927DEDB}"/>
          </ac:spMkLst>
        </pc:spChg>
        <pc:spChg chg="mod">
          <ac:chgData name="Shikha Shethia" userId="47b3a058-8704-435c-a672-d87d78778a28" providerId="ADAL" clId="{11F1F5B0-91AD-4C9D-AB4F-65086B192639}" dt="2025-04-24T01:51:12.398" v="640" actId="20577"/>
          <ac:spMkLst>
            <pc:docMk/>
            <pc:sldMk cId="2223899082" sldId="353"/>
            <ac:spMk id="15363" creationId="{063053B2-E4CB-634B-ADDC-4BF2E076FB9E}"/>
          </ac:spMkLst>
        </pc:spChg>
      </pc:sldChg>
      <pc:sldChg chg="delSp modSp add mod">
        <pc:chgData name="Shikha Shethia" userId="47b3a058-8704-435c-a672-d87d78778a28" providerId="ADAL" clId="{11F1F5B0-91AD-4C9D-AB4F-65086B192639}" dt="2025-04-24T02:31:58.386" v="873" actId="20577"/>
        <pc:sldMkLst>
          <pc:docMk/>
          <pc:sldMk cId="3754895526" sldId="358"/>
        </pc:sldMkLst>
        <pc:spChg chg="mod">
          <ac:chgData name="Shikha Shethia" userId="47b3a058-8704-435c-a672-d87d78778a28" providerId="ADAL" clId="{11F1F5B0-91AD-4C9D-AB4F-65086B192639}" dt="2025-04-24T02:04:26.604" v="713" actId="1076"/>
          <ac:spMkLst>
            <pc:docMk/>
            <pc:sldMk cId="3754895526" sldId="358"/>
            <ac:spMk id="2" creationId="{A5EAF141-2172-B431-996F-EA66C23FD5B8}"/>
          </ac:spMkLst>
        </pc:spChg>
        <pc:spChg chg="mod">
          <ac:chgData name="Shikha Shethia" userId="47b3a058-8704-435c-a672-d87d78778a28" providerId="ADAL" clId="{11F1F5B0-91AD-4C9D-AB4F-65086B192639}" dt="2025-04-24T02:31:58.386" v="873" actId="20577"/>
          <ac:spMkLst>
            <pc:docMk/>
            <pc:sldMk cId="3754895526" sldId="358"/>
            <ac:spMk id="3" creationId="{DC6AD25E-4E5A-C7AB-76B4-708E1F02EFC2}"/>
          </ac:spMkLst>
        </pc:spChg>
        <pc:picChg chg="del">
          <ac:chgData name="Shikha Shethia" userId="47b3a058-8704-435c-a672-d87d78778a28" providerId="ADAL" clId="{11F1F5B0-91AD-4C9D-AB4F-65086B192639}" dt="2025-04-24T02:04:16.243" v="711" actId="478"/>
          <ac:picMkLst>
            <pc:docMk/>
            <pc:sldMk cId="3754895526" sldId="358"/>
            <ac:picMk id="2050" creationId="{84C23FF7-99C5-7983-6985-ABD1EF6CEA2A}"/>
          </ac:picMkLst>
        </pc:picChg>
      </pc:sldChg>
      <pc:sldChg chg="delSp modSp add mod setBg">
        <pc:chgData name="Shikha Shethia" userId="47b3a058-8704-435c-a672-d87d78778a28" providerId="ADAL" clId="{11F1F5B0-91AD-4C9D-AB4F-65086B192639}" dt="2025-04-24T04:25:13.527" v="1405" actId="478"/>
        <pc:sldMkLst>
          <pc:docMk/>
          <pc:sldMk cId="2923676125" sldId="366"/>
        </pc:sldMkLst>
        <pc:spChg chg="del">
          <ac:chgData name="Shikha Shethia" userId="47b3a058-8704-435c-a672-d87d78778a28" providerId="ADAL" clId="{11F1F5B0-91AD-4C9D-AB4F-65086B192639}" dt="2025-04-24T04:25:13.527" v="1405" actId="478"/>
          <ac:spMkLst>
            <pc:docMk/>
            <pc:sldMk cId="2923676125" sldId="366"/>
            <ac:spMk id="4" creationId="{DAAE63B3-FC5B-7E70-031D-AB55B5BDCE4E}"/>
          </ac:spMkLst>
        </pc:spChg>
        <pc:spChg chg="mod">
          <ac:chgData name="Shikha Shethia" userId="47b3a058-8704-435c-a672-d87d78778a28" providerId="ADAL" clId="{11F1F5B0-91AD-4C9D-AB4F-65086B192639}" dt="2025-04-24T04:24:59.566" v="1401" actId="20577"/>
          <ac:spMkLst>
            <pc:docMk/>
            <pc:sldMk cId="2923676125" sldId="366"/>
            <ac:spMk id="5" creationId="{5AA11C9F-4B32-8551-3D89-5F932A25E698}"/>
          </ac:spMkLst>
        </pc:spChg>
        <pc:spChg chg="del">
          <ac:chgData name="Shikha Shethia" userId="47b3a058-8704-435c-a672-d87d78778a28" providerId="ADAL" clId="{11F1F5B0-91AD-4C9D-AB4F-65086B192639}" dt="2025-04-24T04:25:09.096" v="1403" actId="478"/>
          <ac:spMkLst>
            <pc:docMk/>
            <pc:sldMk cId="2923676125" sldId="366"/>
            <ac:spMk id="6" creationId="{6957CA81-8BFC-A568-9BDD-1D7D31F06160}"/>
          </ac:spMkLst>
        </pc:spChg>
        <pc:spChg chg="del">
          <ac:chgData name="Shikha Shethia" userId="47b3a058-8704-435c-a672-d87d78778a28" providerId="ADAL" clId="{11F1F5B0-91AD-4C9D-AB4F-65086B192639}" dt="2025-04-24T04:25:11.515" v="1404" actId="478"/>
          <ac:spMkLst>
            <pc:docMk/>
            <pc:sldMk cId="2923676125" sldId="366"/>
            <ac:spMk id="7" creationId="{2B3F5B43-64D4-E039-989A-C720A03AFF2D}"/>
          </ac:spMkLst>
        </pc:spChg>
        <pc:picChg chg="del">
          <ac:chgData name="Shikha Shethia" userId="47b3a058-8704-435c-a672-d87d78778a28" providerId="ADAL" clId="{11F1F5B0-91AD-4C9D-AB4F-65086B192639}" dt="2025-04-24T04:25:06.556" v="1402" actId="478"/>
          <ac:picMkLst>
            <pc:docMk/>
            <pc:sldMk cId="2923676125" sldId="366"/>
            <ac:picMk id="3" creationId="{9B34CDBC-59AD-3130-218F-DB17645F86CB}"/>
          </ac:picMkLst>
        </pc:picChg>
      </pc:sldChg>
      <pc:sldChg chg="modSp add mod">
        <pc:chgData name="Shikha Shethia" userId="47b3a058-8704-435c-a672-d87d78778a28" providerId="ADAL" clId="{11F1F5B0-91AD-4C9D-AB4F-65086B192639}" dt="2025-04-24T05:02:46.835" v="1836" actId="20577"/>
        <pc:sldMkLst>
          <pc:docMk/>
          <pc:sldMk cId="1019494680" sldId="370"/>
        </pc:sldMkLst>
        <pc:spChg chg="mod">
          <ac:chgData name="Shikha Shethia" userId="47b3a058-8704-435c-a672-d87d78778a28" providerId="ADAL" clId="{11F1F5B0-91AD-4C9D-AB4F-65086B192639}" dt="2025-04-24T05:02:46.835" v="1836" actId="20577"/>
          <ac:spMkLst>
            <pc:docMk/>
            <pc:sldMk cId="1019494680" sldId="370"/>
            <ac:spMk id="3" creationId="{C671A7E4-F024-38C1-DC35-32B091CF626A}"/>
          </ac:spMkLst>
        </pc:spChg>
      </pc:sldChg>
      <pc:sldChg chg="modSp add mod modAnim">
        <pc:chgData name="Shikha Shethia" userId="47b3a058-8704-435c-a672-d87d78778a28" providerId="ADAL" clId="{11F1F5B0-91AD-4C9D-AB4F-65086B192639}" dt="2025-04-24T01:45:31.051" v="560" actId="113"/>
        <pc:sldMkLst>
          <pc:docMk/>
          <pc:sldMk cId="235746361" sldId="373"/>
        </pc:sldMkLst>
        <pc:spChg chg="mod">
          <ac:chgData name="Shikha Shethia" userId="47b3a058-8704-435c-a672-d87d78778a28" providerId="ADAL" clId="{11F1F5B0-91AD-4C9D-AB4F-65086B192639}" dt="2025-04-24T01:45:31.051" v="560" actId="113"/>
          <ac:spMkLst>
            <pc:docMk/>
            <pc:sldMk cId="235746361" sldId="373"/>
            <ac:spMk id="15363" creationId="{063053B2-E4CB-634B-ADDC-4BF2E076FB9E}"/>
          </ac:spMkLst>
        </pc:spChg>
      </pc:sldChg>
      <pc:sldChg chg="modSp add">
        <pc:chgData name="Shikha Shethia" userId="47b3a058-8704-435c-a672-d87d78778a28" providerId="ADAL" clId="{11F1F5B0-91AD-4C9D-AB4F-65086B192639}" dt="2025-04-24T01:03:32.090" v="96" actId="20577"/>
        <pc:sldMkLst>
          <pc:docMk/>
          <pc:sldMk cId="1163813000" sldId="377"/>
        </pc:sldMkLst>
        <pc:spChg chg="mod">
          <ac:chgData name="Shikha Shethia" userId="47b3a058-8704-435c-a672-d87d78778a28" providerId="ADAL" clId="{11F1F5B0-91AD-4C9D-AB4F-65086B192639}" dt="2025-04-24T01:03:32.090" v="96" actId="20577"/>
          <ac:spMkLst>
            <pc:docMk/>
            <pc:sldMk cId="1163813000" sldId="377"/>
            <ac:spMk id="5" creationId="{063053B2-E4CB-634B-ADDC-4BF2E076FB9E}"/>
          </ac:spMkLst>
        </pc:spChg>
      </pc:sldChg>
      <pc:sldChg chg="addSp delSp modSp add mod setBg delDesignElem">
        <pc:chgData name="Shikha Shethia" userId="47b3a058-8704-435c-a672-d87d78778a28" providerId="ADAL" clId="{11F1F5B0-91AD-4C9D-AB4F-65086B192639}" dt="2025-04-24T01:00:07.974" v="76" actId="26606"/>
        <pc:sldMkLst>
          <pc:docMk/>
          <pc:sldMk cId="1828748559" sldId="378"/>
        </pc:sldMkLst>
        <pc:spChg chg="mod">
          <ac:chgData name="Shikha Shethia" userId="47b3a058-8704-435c-a672-d87d78778a28" providerId="ADAL" clId="{11F1F5B0-91AD-4C9D-AB4F-65086B192639}" dt="2025-04-24T01:00:07.974" v="76" actId="26606"/>
          <ac:spMkLst>
            <pc:docMk/>
            <pc:sldMk cId="1828748559" sldId="378"/>
            <ac:spMk id="3" creationId="{C214F149-7B7A-1832-375F-486A7576785E}"/>
          </ac:spMkLst>
        </pc:spChg>
        <pc:spChg chg="mod">
          <ac:chgData name="Shikha Shethia" userId="47b3a058-8704-435c-a672-d87d78778a28" providerId="ADAL" clId="{11F1F5B0-91AD-4C9D-AB4F-65086B192639}" dt="2025-04-24T01:00:07.974" v="76" actId="26606"/>
          <ac:spMkLst>
            <pc:docMk/>
            <pc:sldMk cId="1828748559" sldId="378"/>
            <ac:spMk id="250885" creationId="{E3635AB3-6134-EF4F-954E-CDEA56CFB99B}"/>
          </ac:spMkLst>
        </pc:spChg>
        <pc:spChg chg="add del">
          <ac:chgData name="Shikha Shethia" userId="47b3a058-8704-435c-a672-d87d78778a28" providerId="ADAL" clId="{11F1F5B0-91AD-4C9D-AB4F-65086B192639}" dt="2025-04-24T01:00:01.192" v="73" actId="26606"/>
          <ac:spMkLst>
            <pc:docMk/>
            <pc:sldMk cId="1828748559" sldId="378"/>
            <ac:spMk id="250887" creationId="{52723366-C73B-4ED6-ADEF-29911C6BC55F}"/>
          </ac:spMkLst>
        </pc:spChg>
        <pc:spChg chg="add del">
          <ac:chgData name="Shikha Shethia" userId="47b3a058-8704-435c-a672-d87d78778a28" providerId="ADAL" clId="{11F1F5B0-91AD-4C9D-AB4F-65086B192639}" dt="2025-04-24T01:00:01.192" v="73" actId="26606"/>
          <ac:spMkLst>
            <pc:docMk/>
            <pc:sldMk cId="1828748559" sldId="378"/>
            <ac:spMk id="250888" creationId="{847A4152-8E41-4D1C-B88C-57C5C430A69E}"/>
          </ac:spMkLst>
        </pc:spChg>
        <pc:spChg chg="add del">
          <ac:chgData name="Shikha Shethia" userId="47b3a058-8704-435c-a672-d87d78778a28" providerId="ADAL" clId="{11F1F5B0-91AD-4C9D-AB4F-65086B192639}" dt="2025-04-24T01:00:01.192" v="73" actId="26606"/>
          <ac:spMkLst>
            <pc:docMk/>
            <pc:sldMk cId="1828748559" sldId="378"/>
            <ac:spMk id="250889" creationId="{999F76F5-72D4-4814-9169-8F535AEEB809}"/>
          </ac:spMkLst>
        </pc:spChg>
        <pc:spChg chg="add del">
          <ac:chgData name="Shikha Shethia" userId="47b3a058-8704-435c-a672-d87d78778a28" providerId="ADAL" clId="{11F1F5B0-91AD-4C9D-AB4F-65086B192639}" dt="2025-04-24T00:59:28.936" v="69"/>
          <ac:spMkLst>
            <pc:docMk/>
            <pc:sldMk cId="1828748559" sldId="378"/>
            <ac:spMk id="250890" creationId="{DAF1966E-FD40-4A4A-B61B-C4DF7FA05F06}"/>
          </ac:spMkLst>
        </pc:spChg>
        <pc:spChg chg="add del">
          <ac:chgData name="Shikha Shethia" userId="47b3a058-8704-435c-a672-d87d78778a28" providerId="ADAL" clId="{11F1F5B0-91AD-4C9D-AB4F-65086B192639}" dt="2025-04-24T01:00:01.192" v="73" actId="26606"/>
          <ac:spMkLst>
            <pc:docMk/>
            <pc:sldMk cId="1828748559" sldId="378"/>
            <ac:spMk id="250891" creationId="{C6202988-4466-42C5-B33A-AFABF051B4FE}"/>
          </ac:spMkLst>
        </pc:spChg>
        <pc:spChg chg="add del">
          <ac:chgData name="Shikha Shethia" userId="47b3a058-8704-435c-a672-d87d78778a28" providerId="ADAL" clId="{11F1F5B0-91AD-4C9D-AB4F-65086B192639}" dt="2025-04-24T00:59:28.936" v="69"/>
          <ac:spMkLst>
            <pc:docMk/>
            <pc:sldMk cId="1828748559" sldId="378"/>
            <ac:spMk id="250892" creationId="{047BFA19-D45E-416B-A404-7AF2F3F27017}"/>
          </ac:spMkLst>
        </pc:spChg>
        <pc:spChg chg="add del">
          <ac:chgData name="Shikha Shethia" userId="47b3a058-8704-435c-a672-d87d78778a28" providerId="ADAL" clId="{11F1F5B0-91AD-4C9D-AB4F-65086B192639}" dt="2025-04-24T01:00:07.912" v="75" actId="26606"/>
          <ac:spMkLst>
            <pc:docMk/>
            <pc:sldMk cId="1828748559" sldId="378"/>
            <ac:spMk id="250893" creationId="{29369C1F-C4A4-40B4-B6E0-2858C840F618}"/>
          </ac:spMkLst>
        </pc:spChg>
        <pc:spChg chg="add del">
          <ac:chgData name="Shikha Shethia" userId="47b3a058-8704-435c-a672-d87d78778a28" providerId="ADAL" clId="{11F1F5B0-91AD-4C9D-AB4F-65086B192639}" dt="2025-04-24T00:59:28.936" v="69"/>
          <ac:spMkLst>
            <pc:docMk/>
            <pc:sldMk cId="1828748559" sldId="378"/>
            <ac:spMk id="250894" creationId="{8E0105E7-23DB-4CF2-8258-FF47C7620F6E}"/>
          </ac:spMkLst>
        </pc:spChg>
        <pc:spChg chg="add del">
          <ac:chgData name="Shikha Shethia" userId="47b3a058-8704-435c-a672-d87d78778a28" providerId="ADAL" clId="{11F1F5B0-91AD-4C9D-AB4F-65086B192639}" dt="2025-04-24T00:59:28.936" v="69"/>
          <ac:spMkLst>
            <pc:docMk/>
            <pc:sldMk cId="1828748559" sldId="378"/>
            <ac:spMk id="250896" creationId="{074B4F7D-14B2-478B-8BF5-01E4E0C5D263}"/>
          </ac:spMkLst>
        </pc:spChg>
        <pc:spChg chg="add">
          <ac:chgData name="Shikha Shethia" userId="47b3a058-8704-435c-a672-d87d78778a28" providerId="ADAL" clId="{11F1F5B0-91AD-4C9D-AB4F-65086B192639}" dt="2025-04-24T01:00:07.974" v="76" actId="26606"/>
          <ac:spMkLst>
            <pc:docMk/>
            <pc:sldMk cId="1828748559" sldId="378"/>
            <ac:spMk id="250899" creationId="{B7328C2D-38F0-4C80-9EA5-A1AD0D6B2022}"/>
          </ac:spMkLst>
        </pc:spChg>
        <pc:grpChg chg="add">
          <ac:chgData name="Shikha Shethia" userId="47b3a058-8704-435c-a672-d87d78778a28" providerId="ADAL" clId="{11F1F5B0-91AD-4C9D-AB4F-65086B192639}" dt="2025-04-24T01:00:07.974" v="76" actId="26606"/>
          <ac:grpSpMkLst>
            <pc:docMk/>
            <pc:sldMk cId="1828748559" sldId="378"/>
            <ac:grpSpMk id="250900" creationId="{BD17E249-48D0-476B-A642-A5D58DD39A22}"/>
          </ac:grpSpMkLst>
        </pc:grpChg>
        <pc:picChg chg="add del">
          <ac:chgData name="Shikha Shethia" userId="47b3a058-8704-435c-a672-d87d78778a28" providerId="ADAL" clId="{11F1F5B0-91AD-4C9D-AB4F-65086B192639}" dt="2025-04-24T01:00:07.912" v="75" actId="26606"/>
          <ac:picMkLst>
            <pc:docMk/>
            <pc:sldMk cId="1828748559" sldId="378"/>
            <ac:picMk id="250895" creationId="{D2C6A0EE-D2D9-448F-B083-7DEEB674BA77}"/>
          </ac:picMkLst>
        </pc:picChg>
        <pc:cxnChg chg="add del">
          <ac:chgData name="Shikha Shethia" userId="47b3a058-8704-435c-a672-d87d78778a28" providerId="ADAL" clId="{11F1F5B0-91AD-4C9D-AB4F-65086B192639}" dt="2025-04-24T01:00:07.912" v="75" actId="26606"/>
          <ac:cxnSpMkLst>
            <pc:docMk/>
            <pc:sldMk cId="1828748559" sldId="378"/>
            <ac:cxnSpMk id="250897" creationId="{96DC9B3E-DC68-4FF2-9781-CB1E626F5526}"/>
          </ac:cxnSpMkLst>
        </pc:cxnChg>
        <pc:cxnChg chg="add">
          <ac:chgData name="Shikha Shethia" userId="47b3a058-8704-435c-a672-d87d78778a28" providerId="ADAL" clId="{11F1F5B0-91AD-4C9D-AB4F-65086B192639}" dt="2025-04-24T01:00:07.974" v="76" actId="26606"/>
          <ac:cxnSpMkLst>
            <pc:docMk/>
            <pc:sldMk cId="1828748559" sldId="378"/>
            <ac:cxnSpMk id="250898" creationId="{0B65B193-F600-4C1B-9DBF-09D94CDB08D8}"/>
          </ac:cxnSpMkLst>
        </pc:cxnChg>
      </pc:sldChg>
      <pc:sldChg chg="add del">
        <pc:chgData name="Shikha Shethia" userId="47b3a058-8704-435c-a672-d87d78778a28" providerId="ADAL" clId="{11F1F5B0-91AD-4C9D-AB4F-65086B192639}" dt="2025-04-24T01:09:31.851" v="166"/>
        <pc:sldMkLst>
          <pc:docMk/>
          <pc:sldMk cId="222482269" sldId="379"/>
        </pc:sldMkLst>
      </pc:sldChg>
      <pc:sldChg chg="delSp add del setBg delDesignElem">
        <pc:chgData name="Shikha Shethia" userId="47b3a058-8704-435c-a672-d87d78778a28" providerId="ADAL" clId="{11F1F5B0-91AD-4C9D-AB4F-65086B192639}" dt="2025-04-24T00:59:01.610" v="65" actId="47"/>
        <pc:sldMkLst>
          <pc:docMk/>
          <pc:sldMk cId="969734942" sldId="379"/>
        </pc:sldMkLst>
        <pc:spChg chg="del">
          <ac:chgData name="Shikha Shethia" userId="47b3a058-8704-435c-a672-d87d78778a28" providerId="ADAL" clId="{11F1F5B0-91AD-4C9D-AB4F-65086B192639}" dt="2025-04-24T00:58:22.519" v="62"/>
          <ac:spMkLst>
            <pc:docMk/>
            <pc:sldMk cId="969734942" sldId="379"/>
            <ac:spMk id="250890" creationId="{DCA745D7-328B-7477-0957-26F9AD743CB2}"/>
          </ac:spMkLst>
        </pc:spChg>
        <pc:spChg chg="del">
          <ac:chgData name="Shikha Shethia" userId="47b3a058-8704-435c-a672-d87d78778a28" providerId="ADAL" clId="{11F1F5B0-91AD-4C9D-AB4F-65086B192639}" dt="2025-04-24T00:58:22.519" v="62"/>
          <ac:spMkLst>
            <pc:docMk/>
            <pc:sldMk cId="969734942" sldId="379"/>
            <ac:spMk id="250892" creationId="{C21C638F-0FA8-0861-7F58-7A6984CBA053}"/>
          </ac:spMkLst>
        </pc:spChg>
        <pc:spChg chg="del">
          <ac:chgData name="Shikha Shethia" userId="47b3a058-8704-435c-a672-d87d78778a28" providerId="ADAL" clId="{11F1F5B0-91AD-4C9D-AB4F-65086B192639}" dt="2025-04-24T00:58:22.519" v="62"/>
          <ac:spMkLst>
            <pc:docMk/>
            <pc:sldMk cId="969734942" sldId="379"/>
            <ac:spMk id="250894" creationId="{DD8E4683-00E1-E49F-C127-EF2DA927FD95}"/>
          </ac:spMkLst>
        </pc:spChg>
        <pc:spChg chg="del">
          <ac:chgData name="Shikha Shethia" userId="47b3a058-8704-435c-a672-d87d78778a28" providerId="ADAL" clId="{11F1F5B0-91AD-4C9D-AB4F-65086B192639}" dt="2025-04-24T00:58:22.519" v="62"/>
          <ac:spMkLst>
            <pc:docMk/>
            <pc:sldMk cId="969734942" sldId="379"/>
            <ac:spMk id="250896" creationId="{4B2DDE23-2943-F268-6605-AB1DEE31F4BB}"/>
          </ac:spMkLst>
        </pc:spChg>
      </pc:sldChg>
      <pc:sldChg chg="addSp delSp modSp add mod setBg">
        <pc:chgData name="Shikha Shethia" userId="47b3a058-8704-435c-a672-d87d78778a28" providerId="ADAL" clId="{11F1F5B0-91AD-4C9D-AB4F-65086B192639}" dt="2025-04-24T02:41:43.219" v="1166" actId="1076"/>
        <pc:sldMkLst>
          <pc:docMk/>
          <pc:sldMk cId="2814275081" sldId="379"/>
        </pc:sldMkLst>
        <pc:spChg chg="mod">
          <ac:chgData name="Shikha Shethia" userId="47b3a058-8704-435c-a672-d87d78778a28" providerId="ADAL" clId="{11F1F5B0-91AD-4C9D-AB4F-65086B192639}" dt="2025-04-24T02:38:51.536" v="1155" actId="26606"/>
          <ac:spMkLst>
            <pc:docMk/>
            <pc:sldMk cId="2814275081" sldId="379"/>
            <ac:spMk id="2" creationId="{F1E8D3D8-348C-5708-7A00-1120851D1E60}"/>
          </ac:spMkLst>
        </pc:spChg>
        <pc:spChg chg="add del mod">
          <ac:chgData name="Shikha Shethia" userId="47b3a058-8704-435c-a672-d87d78778a28" providerId="ADAL" clId="{11F1F5B0-91AD-4C9D-AB4F-65086B192639}" dt="2025-04-24T02:38:51.536" v="1155" actId="26606"/>
          <ac:spMkLst>
            <pc:docMk/>
            <pc:sldMk cId="2814275081" sldId="379"/>
            <ac:spMk id="3" creationId="{CB34EAA4-46CE-537D-0303-EA25F4C4352D}"/>
          </ac:spMkLst>
        </pc:spChg>
        <pc:spChg chg="add mod">
          <ac:chgData name="Shikha Shethia" userId="47b3a058-8704-435c-a672-d87d78778a28" providerId="ADAL" clId="{11F1F5B0-91AD-4C9D-AB4F-65086B192639}" dt="2025-04-24T02:41:43.219" v="1166" actId="1076"/>
          <ac:spMkLst>
            <pc:docMk/>
            <pc:sldMk cId="2814275081" sldId="379"/>
            <ac:spMk id="4" creationId="{17750CDC-A24D-4270-3EEB-0F134E024EE2}"/>
          </ac:spMkLst>
        </pc:spChg>
        <pc:spChg chg="add del">
          <ac:chgData name="Shikha Shethia" userId="47b3a058-8704-435c-a672-d87d78778a28" providerId="ADAL" clId="{11F1F5B0-91AD-4C9D-AB4F-65086B192639}" dt="2025-04-24T02:38:44.954" v="1148" actId="26606"/>
          <ac:spMkLst>
            <pc:docMk/>
            <pc:sldMk cId="2814275081" sldId="379"/>
            <ac:spMk id="8" creationId="{52BE4420-3B5F-4549-8B4A-77855B8215EC}"/>
          </ac:spMkLst>
        </pc:spChg>
        <pc:spChg chg="add del">
          <ac:chgData name="Shikha Shethia" userId="47b3a058-8704-435c-a672-d87d78778a28" providerId="ADAL" clId="{11F1F5B0-91AD-4C9D-AB4F-65086B192639}" dt="2025-04-24T02:36:34.310" v="1133" actId="26606"/>
          <ac:spMkLst>
            <pc:docMk/>
            <pc:sldMk cId="2814275081" sldId="379"/>
            <ac:spMk id="9" creationId="{52BE4420-3B5F-4549-8B4A-77855B8215EC}"/>
          </ac:spMkLst>
        </pc:spChg>
        <pc:spChg chg="add del">
          <ac:chgData name="Shikha Shethia" userId="47b3a058-8704-435c-a672-d87d78778a28" providerId="ADAL" clId="{11F1F5B0-91AD-4C9D-AB4F-65086B192639}" dt="2025-04-24T02:38:44.954" v="1148" actId="26606"/>
          <ac:spMkLst>
            <pc:docMk/>
            <pc:sldMk cId="2814275081" sldId="379"/>
            <ac:spMk id="10" creationId="{A75876F6-95D4-48CB-8E3E-4401A96E25A4}"/>
          </ac:spMkLst>
        </pc:spChg>
        <pc:spChg chg="add del">
          <ac:chgData name="Shikha Shethia" userId="47b3a058-8704-435c-a672-d87d78778a28" providerId="ADAL" clId="{11F1F5B0-91AD-4C9D-AB4F-65086B192639}" dt="2025-04-24T02:36:34.310" v="1133" actId="26606"/>
          <ac:spMkLst>
            <pc:docMk/>
            <pc:sldMk cId="2814275081" sldId="379"/>
            <ac:spMk id="11" creationId="{A75876F6-95D4-48CB-8E3E-4401A96E25A4}"/>
          </ac:spMkLst>
        </pc:spChg>
        <pc:spChg chg="add del">
          <ac:chgData name="Shikha Shethia" userId="47b3a058-8704-435c-a672-d87d78778a28" providerId="ADAL" clId="{11F1F5B0-91AD-4C9D-AB4F-65086B192639}" dt="2025-04-24T02:38:44.954" v="1148" actId="26606"/>
          <ac:spMkLst>
            <pc:docMk/>
            <pc:sldMk cId="2814275081" sldId="379"/>
            <ac:spMk id="12" creationId="{D1B84719-90BB-4D0C-92D8-61DC5512B34B}"/>
          </ac:spMkLst>
        </pc:spChg>
        <pc:spChg chg="add del">
          <ac:chgData name="Shikha Shethia" userId="47b3a058-8704-435c-a672-d87d78778a28" providerId="ADAL" clId="{11F1F5B0-91AD-4C9D-AB4F-65086B192639}" dt="2025-04-24T02:36:34.310" v="1133" actId="26606"/>
          <ac:spMkLst>
            <pc:docMk/>
            <pc:sldMk cId="2814275081" sldId="379"/>
            <ac:spMk id="13" creationId="{D1B84719-90BB-4D0C-92D8-61DC5512B34B}"/>
          </ac:spMkLst>
        </pc:spChg>
        <pc:spChg chg="add del">
          <ac:chgData name="Shikha Shethia" userId="47b3a058-8704-435c-a672-d87d78778a28" providerId="ADAL" clId="{11F1F5B0-91AD-4C9D-AB4F-65086B192639}" dt="2025-04-24T02:38:44.954" v="1148" actId="26606"/>
          <ac:spMkLst>
            <pc:docMk/>
            <pc:sldMk cId="2814275081" sldId="379"/>
            <ac:spMk id="14" creationId="{7B407EC4-5D16-4845-9840-4E28622B6568}"/>
          </ac:spMkLst>
        </pc:spChg>
        <pc:spChg chg="add del">
          <ac:chgData name="Shikha Shethia" userId="47b3a058-8704-435c-a672-d87d78778a28" providerId="ADAL" clId="{11F1F5B0-91AD-4C9D-AB4F-65086B192639}" dt="2025-04-24T02:36:34.310" v="1133" actId="26606"/>
          <ac:spMkLst>
            <pc:docMk/>
            <pc:sldMk cId="2814275081" sldId="379"/>
            <ac:spMk id="15" creationId="{7B407EC4-5D16-4845-9840-4E28622B6568}"/>
          </ac:spMkLst>
        </pc:spChg>
        <pc:spChg chg="add del">
          <ac:chgData name="Shikha Shethia" userId="47b3a058-8704-435c-a672-d87d78778a28" providerId="ADAL" clId="{11F1F5B0-91AD-4C9D-AB4F-65086B192639}" dt="2025-04-24T02:38:47.663" v="1152" actId="26606"/>
          <ac:spMkLst>
            <pc:docMk/>
            <pc:sldMk cId="2814275081" sldId="379"/>
            <ac:spMk id="20" creationId="{52BE4420-3B5F-4549-8B4A-77855B8215EC}"/>
          </ac:spMkLst>
        </pc:spChg>
        <pc:spChg chg="add del">
          <ac:chgData name="Shikha Shethia" userId="47b3a058-8704-435c-a672-d87d78778a28" providerId="ADAL" clId="{11F1F5B0-91AD-4C9D-AB4F-65086B192639}" dt="2025-04-24T02:38:47.663" v="1152" actId="26606"/>
          <ac:spMkLst>
            <pc:docMk/>
            <pc:sldMk cId="2814275081" sldId="379"/>
            <ac:spMk id="21" creationId="{A75876F6-95D4-48CB-8E3E-4401A96E25A4}"/>
          </ac:spMkLst>
        </pc:spChg>
        <pc:spChg chg="add del">
          <ac:chgData name="Shikha Shethia" userId="47b3a058-8704-435c-a672-d87d78778a28" providerId="ADAL" clId="{11F1F5B0-91AD-4C9D-AB4F-65086B192639}" dt="2025-04-24T02:38:47.663" v="1152" actId="26606"/>
          <ac:spMkLst>
            <pc:docMk/>
            <pc:sldMk cId="2814275081" sldId="379"/>
            <ac:spMk id="22" creationId="{D1B84719-90BB-4D0C-92D8-61DC5512B34B}"/>
          </ac:spMkLst>
        </pc:spChg>
        <pc:spChg chg="add del">
          <ac:chgData name="Shikha Shethia" userId="47b3a058-8704-435c-a672-d87d78778a28" providerId="ADAL" clId="{11F1F5B0-91AD-4C9D-AB4F-65086B192639}" dt="2025-04-24T02:38:47.663" v="1152" actId="26606"/>
          <ac:spMkLst>
            <pc:docMk/>
            <pc:sldMk cId="2814275081" sldId="379"/>
            <ac:spMk id="23" creationId="{7B407EC4-5D16-4845-9840-4E28622B6568}"/>
          </ac:spMkLst>
        </pc:spChg>
        <pc:grpChg chg="add del">
          <ac:chgData name="Shikha Shethia" userId="47b3a058-8704-435c-a672-d87d78778a28" providerId="ADAL" clId="{11F1F5B0-91AD-4C9D-AB4F-65086B192639}" dt="2025-04-24T02:38:51.485" v="1154" actId="26606"/>
          <ac:grpSpMkLst>
            <pc:docMk/>
            <pc:sldMk cId="2814275081" sldId="379"/>
            <ac:grpSpMk id="26" creationId="{E7DEDD00-5E71-418B-9C3C-9B71B018221A}"/>
          </ac:grpSpMkLst>
        </pc:grpChg>
        <pc:grpChg chg="add">
          <ac:chgData name="Shikha Shethia" userId="47b3a058-8704-435c-a672-d87d78778a28" providerId="ADAL" clId="{11F1F5B0-91AD-4C9D-AB4F-65086B192639}" dt="2025-04-24T02:38:51.536" v="1155" actId="26606"/>
          <ac:grpSpMkLst>
            <pc:docMk/>
            <pc:sldMk cId="2814275081" sldId="379"/>
            <ac:grpSpMk id="33" creationId="{E7DEDD00-5E71-418B-9C3C-9B71B018221A}"/>
          </ac:grpSpMkLst>
        </pc:grpChg>
        <pc:graphicFrameChg chg="add del">
          <ac:chgData name="Shikha Shethia" userId="47b3a058-8704-435c-a672-d87d78778a28" providerId="ADAL" clId="{11F1F5B0-91AD-4C9D-AB4F-65086B192639}" dt="2025-04-24T02:36:34.310" v="1133" actId="26606"/>
          <ac:graphicFrameMkLst>
            <pc:docMk/>
            <pc:sldMk cId="2814275081" sldId="379"/>
            <ac:graphicFrameMk id="5" creationId="{92F4980B-1726-9CE3-9D4C-3B7AF63C7D1A}"/>
          </ac:graphicFrameMkLst>
        </pc:graphicFrameChg>
        <pc:graphicFrameChg chg="add del">
          <ac:chgData name="Shikha Shethia" userId="47b3a058-8704-435c-a672-d87d78778a28" providerId="ADAL" clId="{11F1F5B0-91AD-4C9D-AB4F-65086B192639}" dt="2025-04-24T02:38:41.582" v="1146" actId="26606"/>
          <ac:graphicFrameMkLst>
            <pc:docMk/>
            <pc:sldMk cId="2814275081" sldId="379"/>
            <ac:graphicFrameMk id="6" creationId="{FF4B0057-EC65-EE8E-FCCD-945E5774EB44}"/>
          </ac:graphicFrameMkLst>
        </pc:graphicFrameChg>
        <pc:graphicFrameChg chg="add del">
          <ac:chgData name="Shikha Shethia" userId="47b3a058-8704-435c-a672-d87d78778a28" providerId="ADAL" clId="{11F1F5B0-91AD-4C9D-AB4F-65086B192639}" dt="2025-04-24T02:38:44.954" v="1148" actId="26606"/>
          <ac:graphicFrameMkLst>
            <pc:docMk/>
            <pc:sldMk cId="2814275081" sldId="379"/>
            <ac:graphicFrameMk id="16" creationId="{5E822DAE-5D2E-2CAA-6382-8BD27D76E402}"/>
          </ac:graphicFrameMkLst>
        </pc:graphicFrameChg>
        <pc:graphicFrameChg chg="add del">
          <ac:chgData name="Shikha Shethia" userId="47b3a058-8704-435c-a672-d87d78778a28" providerId="ADAL" clId="{11F1F5B0-91AD-4C9D-AB4F-65086B192639}" dt="2025-04-24T02:37:04.822" v="1135" actId="26606"/>
          <ac:graphicFrameMkLst>
            <pc:docMk/>
            <pc:sldMk cId="2814275081" sldId="379"/>
            <ac:graphicFrameMk id="17" creationId="{2DF463E8-3AB3-C9CD-194C-0C7A704BADCD}"/>
          </ac:graphicFrameMkLst>
        </pc:graphicFrameChg>
        <pc:graphicFrameChg chg="add del">
          <ac:chgData name="Shikha Shethia" userId="47b3a058-8704-435c-a672-d87d78778a28" providerId="ADAL" clId="{11F1F5B0-91AD-4C9D-AB4F-65086B192639}" dt="2025-04-24T02:38:45.741" v="1150" actId="26606"/>
          <ac:graphicFrameMkLst>
            <pc:docMk/>
            <pc:sldMk cId="2814275081" sldId="379"/>
            <ac:graphicFrameMk id="18" creationId="{FF4B0057-EC65-EE8E-FCCD-945E5774EB44}"/>
          </ac:graphicFrameMkLst>
        </pc:graphicFrameChg>
        <pc:graphicFrameChg chg="add del">
          <ac:chgData name="Shikha Shethia" userId="47b3a058-8704-435c-a672-d87d78778a28" providerId="ADAL" clId="{11F1F5B0-91AD-4C9D-AB4F-65086B192639}" dt="2025-04-24T02:38:47.663" v="1152" actId="26606"/>
          <ac:graphicFrameMkLst>
            <pc:docMk/>
            <pc:sldMk cId="2814275081" sldId="379"/>
            <ac:graphicFrameMk id="24" creationId="{5E822DAE-5D2E-2CAA-6382-8BD27D76E402}"/>
          </ac:graphicFrameMkLst>
        </pc:graphicFrameChg>
        <pc:graphicFrameChg chg="add del">
          <ac:chgData name="Shikha Shethia" userId="47b3a058-8704-435c-a672-d87d78778a28" providerId="ADAL" clId="{11F1F5B0-91AD-4C9D-AB4F-65086B192639}" dt="2025-04-24T02:38:51.485" v="1154" actId="26606"/>
          <ac:graphicFrameMkLst>
            <pc:docMk/>
            <pc:sldMk cId="2814275081" sldId="379"/>
            <ac:graphicFrameMk id="31" creationId="{9E815816-C840-809A-C12C-140DF2882BAF}"/>
          </ac:graphicFrameMkLst>
        </pc:graphicFrameChg>
        <pc:graphicFrameChg chg="add">
          <ac:chgData name="Shikha Shethia" userId="47b3a058-8704-435c-a672-d87d78778a28" providerId="ADAL" clId="{11F1F5B0-91AD-4C9D-AB4F-65086B192639}" dt="2025-04-24T02:38:51.536" v="1155" actId="26606"/>
          <ac:graphicFrameMkLst>
            <pc:docMk/>
            <pc:sldMk cId="2814275081" sldId="379"/>
            <ac:graphicFrameMk id="38" creationId="{741360E3-AF14-FFB7-64C7-D1A5D89946FA}"/>
          </ac:graphicFrameMkLst>
        </pc:graphicFrameChg>
      </pc:sldChg>
      <pc:sldChg chg="delSp add del setBg delDesignElem">
        <pc:chgData name="Shikha Shethia" userId="47b3a058-8704-435c-a672-d87d78778a28" providerId="ADAL" clId="{11F1F5B0-91AD-4C9D-AB4F-65086B192639}" dt="2025-04-24T00:59:13.376" v="66" actId="47"/>
        <pc:sldMkLst>
          <pc:docMk/>
          <pc:sldMk cId="470207511" sldId="380"/>
        </pc:sldMkLst>
        <pc:spChg chg="del">
          <ac:chgData name="Shikha Shethia" userId="47b3a058-8704-435c-a672-d87d78778a28" providerId="ADAL" clId="{11F1F5B0-91AD-4C9D-AB4F-65086B192639}" dt="2025-04-24T00:58:58.669" v="64"/>
          <ac:spMkLst>
            <pc:docMk/>
            <pc:sldMk cId="470207511" sldId="380"/>
            <ac:spMk id="250890" creationId="{5BC10BF8-14E7-F527-02D9-A026FA0427D4}"/>
          </ac:spMkLst>
        </pc:spChg>
        <pc:spChg chg="del">
          <ac:chgData name="Shikha Shethia" userId="47b3a058-8704-435c-a672-d87d78778a28" providerId="ADAL" clId="{11F1F5B0-91AD-4C9D-AB4F-65086B192639}" dt="2025-04-24T00:58:58.669" v="64"/>
          <ac:spMkLst>
            <pc:docMk/>
            <pc:sldMk cId="470207511" sldId="380"/>
            <ac:spMk id="250892" creationId="{E38E5424-CFD1-D4F0-36E0-624FB9F2C737}"/>
          </ac:spMkLst>
        </pc:spChg>
        <pc:spChg chg="del">
          <ac:chgData name="Shikha Shethia" userId="47b3a058-8704-435c-a672-d87d78778a28" providerId="ADAL" clId="{11F1F5B0-91AD-4C9D-AB4F-65086B192639}" dt="2025-04-24T00:58:58.669" v="64"/>
          <ac:spMkLst>
            <pc:docMk/>
            <pc:sldMk cId="470207511" sldId="380"/>
            <ac:spMk id="250894" creationId="{CAC3D203-FF5F-0314-98C7-48764DB559FD}"/>
          </ac:spMkLst>
        </pc:spChg>
        <pc:spChg chg="del">
          <ac:chgData name="Shikha Shethia" userId="47b3a058-8704-435c-a672-d87d78778a28" providerId="ADAL" clId="{11F1F5B0-91AD-4C9D-AB4F-65086B192639}" dt="2025-04-24T00:58:58.669" v="64"/>
          <ac:spMkLst>
            <pc:docMk/>
            <pc:sldMk cId="470207511" sldId="380"/>
            <ac:spMk id="250896" creationId="{F716FD44-29CF-14A6-3FFF-6338F2E548D8}"/>
          </ac:spMkLst>
        </pc:spChg>
      </pc:sldChg>
      <pc:sldChg chg="modSp add mod ord">
        <pc:chgData name="Shikha Shethia" userId="47b3a058-8704-435c-a672-d87d78778a28" providerId="ADAL" clId="{11F1F5B0-91AD-4C9D-AB4F-65086B192639}" dt="2025-04-24T02:55:11.770" v="1350" actId="20577"/>
        <pc:sldMkLst>
          <pc:docMk/>
          <pc:sldMk cId="2667994426" sldId="380"/>
        </pc:sldMkLst>
        <pc:spChg chg="mod">
          <ac:chgData name="Shikha Shethia" userId="47b3a058-8704-435c-a672-d87d78778a28" providerId="ADAL" clId="{11F1F5B0-91AD-4C9D-AB4F-65086B192639}" dt="2025-04-24T02:42:20.897" v="1207" actId="20577"/>
          <ac:spMkLst>
            <pc:docMk/>
            <pc:sldMk cId="2667994426" sldId="380"/>
            <ac:spMk id="2" creationId="{84728BAD-A64D-A3F1-7FDC-706746E4EE5B}"/>
          </ac:spMkLst>
        </pc:spChg>
        <pc:spChg chg="mod">
          <ac:chgData name="Shikha Shethia" userId="47b3a058-8704-435c-a672-d87d78778a28" providerId="ADAL" clId="{11F1F5B0-91AD-4C9D-AB4F-65086B192639}" dt="2025-04-24T02:55:11.770" v="1350" actId="20577"/>
          <ac:spMkLst>
            <pc:docMk/>
            <pc:sldMk cId="2667994426" sldId="380"/>
            <ac:spMk id="3" creationId="{55E3EA76-AE6C-DBEB-B373-30FB5DA27413}"/>
          </ac:spMkLst>
        </pc:spChg>
      </pc:sldChg>
      <pc:sldChg chg="modSp add del mod">
        <pc:chgData name="Shikha Shethia" userId="47b3a058-8704-435c-a672-d87d78778a28" providerId="ADAL" clId="{11F1F5B0-91AD-4C9D-AB4F-65086B192639}" dt="2025-04-24T03:13:01.911" v="1360" actId="47"/>
        <pc:sldMkLst>
          <pc:docMk/>
          <pc:sldMk cId="1333996838" sldId="381"/>
        </pc:sldMkLst>
        <pc:spChg chg="mod">
          <ac:chgData name="Shikha Shethia" userId="47b3a058-8704-435c-a672-d87d78778a28" providerId="ADAL" clId="{11F1F5B0-91AD-4C9D-AB4F-65086B192639}" dt="2025-04-24T03:04:06.369" v="1352" actId="6549"/>
          <ac:spMkLst>
            <pc:docMk/>
            <pc:sldMk cId="1333996838" sldId="381"/>
            <ac:spMk id="2" creationId="{E0D5A170-C2EF-DB23-B8F5-634ED93BA1F4}"/>
          </ac:spMkLst>
        </pc:spChg>
      </pc:sldChg>
      <pc:sldChg chg="addSp delSp modSp add mod ord setBg delDesignElem">
        <pc:chgData name="Shikha Shethia" userId="47b3a058-8704-435c-a672-d87d78778a28" providerId="ADAL" clId="{11F1F5B0-91AD-4C9D-AB4F-65086B192639}" dt="2025-04-24T03:13:14.031" v="1363" actId="1076"/>
        <pc:sldMkLst>
          <pc:docMk/>
          <pc:sldMk cId="2931813765" sldId="382"/>
        </pc:sldMkLst>
        <pc:spChg chg="del mod">
          <ac:chgData name="Shikha Shethia" userId="47b3a058-8704-435c-a672-d87d78778a28" providerId="ADAL" clId="{11F1F5B0-91AD-4C9D-AB4F-65086B192639}" dt="2025-04-24T03:12:50.676" v="1359" actId="478"/>
          <ac:spMkLst>
            <pc:docMk/>
            <pc:sldMk cId="2931813765" sldId="382"/>
            <ac:spMk id="4" creationId="{00B95B7B-3151-4730-422F-F2C19783B2EF}"/>
          </ac:spMkLst>
        </pc:spChg>
        <pc:spChg chg="add mod">
          <ac:chgData name="Shikha Shethia" userId="47b3a058-8704-435c-a672-d87d78778a28" providerId="ADAL" clId="{11F1F5B0-91AD-4C9D-AB4F-65086B192639}" dt="2025-04-24T03:13:14.031" v="1363" actId="1076"/>
          <ac:spMkLst>
            <pc:docMk/>
            <pc:sldMk cId="2931813765" sldId="382"/>
            <ac:spMk id="5" creationId="{1D8FF6D1-DF5E-DF80-390E-C834E985B8D7}"/>
          </ac:spMkLst>
        </pc:spChg>
        <pc:grpChg chg="del">
          <ac:chgData name="Shikha Shethia" userId="47b3a058-8704-435c-a672-d87d78778a28" providerId="ADAL" clId="{11F1F5B0-91AD-4C9D-AB4F-65086B192639}" dt="2025-04-24T03:12:30.347" v="1354"/>
          <ac:grpSpMkLst>
            <pc:docMk/>
            <pc:sldMk cId="2931813765" sldId="382"/>
            <ac:grpSpMk id="33" creationId="{D7CEEFAA-20AF-57C5-8438-9A752967006F}"/>
          </ac:grpSpMkLst>
        </pc:grpChg>
        <pc:graphicFrameChg chg="del">
          <ac:chgData name="Shikha Shethia" userId="47b3a058-8704-435c-a672-d87d78778a28" providerId="ADAL" clId="{11F1F5B0-91AD-4C9D-AB4F-65086B192639}" dt="2025-04-24T03:12:47.603" v="1357" actId="478"/>
          <ac:graphicFrameMkLst>
            <pc:docMk/>
            <pc:sldMk cId="2931813765" sldId="382"/>
            <ac:graphicFrameMk id="38" creationId="{07DDD969-76F7-953A-7FC7-4BE680F9D36B}"/>
          </ac:graphicFrameMkLst>
        </pc:graphicFrameChg>
      </pc:sldChg>
      <pc:sldChg chg="modSp add mod">
        <pc:chgData name="Shikha Shethia" userId="47b3a058-8704-435c-a672-d87d78778a28" providerId="ADAL" clId="{11F1F5B0-91AD-4C9D-AB4F-65086B192639}" dt="2025-04-24T05:04:37.674" v="1942" actId="20577"/>
        <pc:sldMkLst>
          <pc:docMk/>
          <pc:sldMk cId="1241918194" sldId="383"/>
        </pc:sldMkLst>
        <pc:spChg chg="mod">
          <ac:chgData name="Shikha Shethia" userId="47b3a058-8704-435c-a672-d87d78778a28" providerId="ADAL" clId="{11F1F5B0-91AD-4C9D-AB4F-65086B192639}" dt="2025-04-24T05:04:37.674" v="1942" actId="20577"/>
          <ac:spMkLst>
            <pc:docMk/>
            <pc:sldMk cId="1241918194" sldId="383"/>
            <ac:spMk id="3" creationId="{49321AF9-6DEB-143D-4CB1-4F21FCD9A633}"/>
          </ac:spMkLst>
        </pc:spChg>
      </pc:sldChg>
    </pc:docChg>
  </pc:docChgLst>
  <pc:docChgLst>
    <pc:chgData name="Shikha Shethia" userId="S::shikha.shethia@futureskills.co.nz::18e3e2a2-0349-4937-a54d-b40040399c9e" providerId="AD" clId="Web-{577D9571-F2AC-4263-283E-BEB82366B473}"/>
    <pc:docChg chg="modSld">
      <pc:chgData name="Shikha Shethia" userId="S::shikha.shethia@futureskills.co.nz::18e3e2a2-0349-4937-a54d-b40040399c9e" providerId="AD" clId="Web-{577D9571-F2AC-4263-283E-BEB82366B473}" dt="2025-05-21T21:06:38.258" v="293" actId="20577"/>
      <pc:docMkLst>
        <pc:docMk/>
      </pc:docMkLst>
      <pc:sldChg chg="modSp">
        <pc:chgData name="Shikha Shethia" userId="S::shikha.shethia@futureskills.co.nz::18e3e2a2-0349-4937-a54d-b40040399c9e" providerId="AD" clId="Web-{577D9571-F2AC-4263-283E-BEB82366B473}" dt="2025-05-21T20:36:41.765" v="17" actId="20577"/>
        <pc:sldMkLst>
          <pc:docMk/>
          <pc:sldMk cId="1163813000" sldId="435"/>
        </pc:sldMkLst>
        <pc:spChg chg="mod">
          <ac:chgData name="Shikha Shethia" userId="S::shikha.shethia@futureskills.co.nz::18e3e2a2-0349-4937-a54d-b40040399c9e" providerId="AD" clId="Web-{577D9571-F2AC-4263-283E-BEB82366B473}" dt="2025-05-21T20:36:41.765" v="17" actId="20577"/>
          <ac:spMkLst>
            <pc:docMk/>
            <pc:sldMk cId="1163813000" sldId="435"/>
            <ac:spMk id="6" creationId="{5B69BE9B-D2F4-A99A-BA1D-6589B4F26E88}"/>
          </ac:spMkLst>
        </pc:spChg>
      </pc:sldChg>
      <pc:sldChg chg="addSp modSp">
        <pc:chgData name="Shikha Shethia" userId="S::shikha.shethia@futureskills.co.nz::18e3e2a2-0349-4937-a54d-b40040399c9e" providerId="AD" clId="Web-{577D9571-F2AC-4263-283E-BEB82366B473}" dt="2025-05-21T21:06:38.258" v="293" actId="20577"/>
        <pc:sldMkLst>
          <pc:docMk/>
          <pc:sldMk cId="1163813000" sldId="442"/>
        </pc:sldMkLst>
        <pc:spChg chg="add mod">
          <ac:chgData name="Shikha Shethia" userId="S::shikha.shethia@futureskills.co.nz::18e3e2a2-0349-4937-a54d-b40040399c9e" providerId="AD" clId="Web-{577D9571-F2AC-4263-283E-BEB82366B473}" dt="2025-05-21T21:03:09.149" v="48" actId="1076"/>
          <ac:spMkLst>
            <pc:docMk/>
            <pc:sldMk cId="1163813000" sldId="442"/>
            <ac:spMk id="2" creationId="{3877DE83-6D06-9394-3909-4B0AEB7B561F}"/>
          </ac:spMkLst>
        </pc:spChg>
        <pc:spChg chg="add mod">
          <ac:chgData name="Shikha Shethia" userId="S::shikha.shethia@futureskills.co.nz::18e3e2a2-0349-4937-a54d-b40040399c9e" providerId="AD" clId="Web-{577D9571-F2AC-4263-283E-BEB82366B473}" dt="2025-05-21T21:03:44.134" v="81" actId="1076"/>
          <ac:spMkLst>
            <pc:docMk/>
            <pc:sldMk cId="1163813000" sldId="442"/>
            <ac:spMk id="3" creationId="{1EFAC7B2-A03D-1F78-83C6-0FC03A365C87}"/>
          </ac:spMkLst>
        </pc:spChg>
        <pc:spChg chg="add mod">
          <ac:chgData name="Shikha Shethia" userId="S::shikha.shethia@futureskills.co.nz::18e3e2a2-0349-4937-a54d-b40040399c9e" providerId="AD" clId="Web-{577D9571-F2AC-4263-283E-BEB82366B473}" dt="2025-05-21T21:04:09.868" v="108" actId="20577"/>
          <ac:spMkLst>
            <pc:docMk/>
            <pc:sldMk cId="1163813000" sldId="442"/>
            <ac:spMk id="4" creationId="{6461EEC2-2230-223E-ADCF-085E2C8DC827}"/>
          </ac:spMkLst>
        </pc:spChg>
        <pc:spChg chg="add mod">
          <ac:chgData name="Shikha Shethia" userId="S::shikha.shethia@futureskills.co.nz::18e3e2a2-0349-4937-a54d-b40040399c9e" providerId="AD" clId="Web-{577D9571-F2AC-4263-283E-BEB82366B473}" dt="2025-05-21T21:05:25.368" v="192" actId="20577"/>
          <ac:spMkLst>
            <pc:docMk/>
            <pc:sldMk cId="1163813000" sldId="442"/>
            <ac:spMk id="5" creationId="{52D5D090-A107-E6D2-9EC3-9A302A721366}"/>
          </ac:spMkLst>
        </pc:spChg>
        <pc:spChg chg="add mod">
          <ac:chgData name="Shikha Shethia" userId="S::shikha.shethia@futureskills.co.nz::18e3e2a2-0349-4937-a54d-b40040399c9e" providerId="AD" clId="Web-{577D9571-F2AC-4263-283E-BEB82366B473}" dt="2025-05-21T21:05:54.336" v="231" actId="20577"/>
          <ac:spMkLst>
            <pc:docMk/>
            <pc:sldMk cId="1163813000" sldId="442"/>
            <ac:spMk id="7" creationId="{F576CAB6-C8CF-8B71-C8CD-CBD2709EDEF3}"/>
          </ac:spMkLst>
        </pc:spChg>
        <pc:spChg chg="add mod">
          <ac:chgData name="Shikha Shethia" userId="S::shikha.shethia@futureskills.co.nz::18e3e2a2-0349-4937-a54d-b40040399c9e" providerId="AD" clId="Web-{577D9571-F2AC-4263-283E-BEB82366B473}" dt="2025-05-21T21:06:15.758" v="258" actId="1076"/>
          <ac:spMkLst>
            <pc:docMk/>
            <pc:sldMk cId="1163813000" sldId="442"/>
            <ac:spMk id="8" creationId="{0C145445-227E-EE24-1254-9FB47A841125}"/>
          </ac:spMkLst>
        </pc:spChg>
        <pc:spChg chg="add mod">
          <ac:chgData name="Shikha Shethia" userId="S::shikha.shethia@futureskills.co.nz::18e3e2a2-0349-4937-a54d-b40040399c9e" providerId="AD" clId="Web-{577D9571-F2AC-4263-283E-BEB82366B473}" dt="2025-05-21T21:06:38.258" v="293" actId="20577"/>
          <ac:spMkLst>
            <pc:docMk/>
            <pc:sldMk cId="1163813000" sldId="442"/>
            <ac:spMk id="9" creationId="{6D9CCB7E-D168-07B6-719D-AE877699A41A}"/>
          </ac:spMkLst>
        </pc:spChg>
      </pc:sldChg>
      <pc:sldChg chg="modSp">
        <pc:chgData name="Shikha Shethia" userId="S::shikha.shethia@futureskills.co.nz::18e3e2a2-0349-4937-a54d-b40040399c9e" providerId="AD" clId="Web-{577D9571-F2AC-4263-283E-BEB82366B473}" dt="2025-05-21T20:35:04.422" v="11" actId="20577"/>
        <pc:sldMkLst>
          <pc:docMk/>
          <pc:sldMk cId="1163813000" sldId="445"/>
        </pc:sldMkLst>
        <pc:spChg chg="mod">
          <ac:chgData name="Shikha Shethia" userId="S::shikha.shethia@futureskills.co.nz::18e3e2a2-0349-4937-a54d-b40040399c9e" providerId="AD" clId="Web-{577D9571-F2AC-4263-283E-BEB82366B473}" dt="2025-05-21T20:35:04.422" v="11" actId="20577"/>
          <ac:spMkLst>
            <pc:docMk/>
            <pc:sldMk cId="1163813000" sldId="445"/>
            <ac:spMk id="6" creationId="{5B69BE9B-D2F4-A99A-BA1D-6589B4F26E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6B379F-13FC-4598-829D-ED789C1888EB}" type="datetimeFigureOut">
              <a:rPr lang="en-NZ" smtClean="0"/>
              <a:pPr/>
              <a:t>21/05/2025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55711-52B7-476C-8529-DAA085EE7DFD}" type="slidenum">
              <a:rPr lang="en-NZ" smtClean="0"/>
              <a:pPr/>
              <a:t>‹#›</a:t>
            </a:fld>
            <a:endParaRPr lang="en-NZ"/>
          </a:p>
        </p:txBody>
      </p:sp>
    </p:spTree>
    <p:extLst>
      <p:ext uri="{BB962C8B-B14F-4D97-AF65-F5344CB8AC3E}">
        <p14:creationId xmlns:p14="http://schemas.microsoft.com/office/powerpoint/2010/main" val="170253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01573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3</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4</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5</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6</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7</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8</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9</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10</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11</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a:xfrm>
            <a:off x="2692397" y="5037663"/>
            <a:ext cx="5214635" cy="279400"/>
          </a:xfrm>
        </p:spPr>
        <p:txBody>
          <a:bodyPr/>
          <a:lstStyle/>
          <a:p>
            <a:endParaRPr lang="en-NZ"/>
          </a:p>
        </p:txBody>
      </p:sp>
      <p:sp>
        <p:nvSpPr>
          <p:cNvPr id="6" name="Slide Number Placeholder 5"/>
          <p:cNvSpPr>
            <a:spLocks noGrp="1"/>
          </p:cNvSpPr>
          <p:nvPr>
            <p:ph type="sldNum" sz="quarter" idx="12"/>
          </p:nvPr>
        </p:nvSpPr>
        <p:spPr>
          <a:xfrm>
            <a:off x="8956900" y="5037663"/>
            <a:ext cx="551167" cy="279400"/>
          </a:xfrm>
        </p:spPr>
        <p:txBody>
          <a:bodyPr/>
          <a:lstStyle/>
          <a:p>
            <a:fld id="{6AAB0B02-0CF5-44A0-BA25-9077EFE85C5F}" type="slidenum">
              <a:rPr lang="en-NZ" smtClean="0"/>
              <a:pPr/>
              <a:t>‹#›</a:t>
            </a:fld>
            <a:endParaRPr lang="en-NZ"/>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837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28527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563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409213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6AAB0B02-0CF5-44A0-BA25-9077EFE85C5F}" type="slidenum">
              <a:rPr lang="en-NZ" smtClean="0"/>
              <a:pPr/>
              <a:t>‹#›</a:t>
            </a:fld>
            <a:endParaRPr lang="en-NZ"/>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108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814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9251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6920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62419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937179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114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32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1092110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1389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22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57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21/05/2025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267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3B87A2-D943-4A8B-97AA-5AEC9A7D0511}" type="datetimeFigureOut">
              <a:rPr lang="en-NZ" smtClean="0"/>
              <a:pPr/>
              <a:t>21/05/2025</a:t>
            </a:fld>
            <a:endParaRPr lang="en-NZ"/>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NZ"/>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AB0B02-0CF5-44A0-BA25-9077EFE85C5F}" type="slidenum">
              <a:rPr lang="en-NZ" smtClean="0"/>
              <a:pPr/>
              <a:t>‹#›</a:t>
            </a:fld>
            <a:endParaRPr lang="en-NZ"/>
          </a:p>
        </p:txBody>
      </p:sp>
    </p:spTree>
    <p:extLst>
      <p:ext uri="{BB962C8B-B14F-4D97-AF65-F5344CB8AC3E}">
        <p14:creationId xmlns:p14="http://schemas.microsoft.com/office/powerpoint/2010/main" val="22377471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cstate="print"/>
          <a:stretch/>
        </a:blipFill>
        <a:effectLst/>
      </p:bgPr>
    </p:bg>
    <p:spTree>
      <p:nvGrpSpPr>
        <p:cNvPr id="1" name=""/>
        <p:cNvGrpSpPr/>
        <p:nvPr/>
      </p:nvGrpSpPr>
      <p:grpSpPr>
        <a:xfrm>
          <a:off x="0" y="0"/>
          <a:ext cx="0" cy="0"/>
          <a:chOff x="0" y="0"/>
          <a:chExt cx="0" cy="0"/>
        </a:xfrm>
      </p:grpSpPr>
      <p:sp useBgFill="1">
        <p:nvSpPr>
          <p:cNvPr id="2052" name="Rectangle 2051">
            <a:extLst>
              <a:ext uri="{FF2B5EF4-FFF2-40B4-BE49-F238E27FC236}">
                <a16:creationId xmlns:a16="http://schemas.microsoft.com/office/drawing/2014/main" id="{8B226A40-22CC-40E5-9EC4-5163536C6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3" name="Group 2052">
            <a:extLst>
              <a:ext uri="{FF2B5EF4-FFF2-40B4-BE49-F238E27FC236}">
                <a16:creationId xmlns:a16="http://schemas.microsoft.com/office/drawing/2014/main" id="{6BB9B7D3-101C-4F55-A956-62DA4AAD4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058" name="Picture 2057">
              <a:extLst>
                <a:ext uri="{FF2B5EF4-FFF2-40B4-BE49-F238E27FC236}">
                  <a16:creationId xmlns:a16="http://schemas.microsoft.com/office/drawing/2014/main" id="{53BD5441-821C-4091-8DDD-A4A56A6FC8B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54" name="Rectangle 2053">
              <a:extLst>
                <a:ext uri="{FF2B5EF4-FFF2-40B4-BE49-F238E27FC236}">
                  <a16:creationId xmlns:a16="http://schemas.microsoft.com/office/drawing/2014/main" id="{AFC6E877-1BD2-4856-8FFD-250D27C1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2060" name="Picture 2059">
              <a:extLst>
                <a:ext uri="{FF2B5EF4-FFF2-40B4-BE49-F238E27FC236}">
                  <a16:creationId xmlns:a16="http://schemas.microsoft.com/office/drawing/2014/main" id="{F64C008A-2A32-4626-A83A-16A984F886F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061" name="Picture 2060">
              <a:extLst>
                <a:ext uri="{FF2B5EF4-FFF2-40B4-BE49-F238E27FC236}">
                  <a16:creationId xmlns:a16="http://schemas.microsoft.com/office/drawing/2014/main" id="{875D67EF-62E2-43F5-8005-7A7A319D05A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49BBFCA9-33B3-1540-904F-A1E7F6D079F4}"/>
              </a:ext>
            </a:extLst>
          </p:cNvPr>
          <p:cNvSpPr>
            <a:spLocks noGrp="1"/>
          </p:cNvSpPr>
          <p:nvPr>
            <p:ph type="ctrTitle"/>
          </p:nvPr>
        </p:nvSpPr>
        <p:spPr>
          <a:xfrm>
            <a:off x="1102619" y="4404852"/>
            <a:ext cx="9989677" cy="1054745"/>
          </a:xfrm>
        </p:spPr>
        <p:txBody>
          <a:bodyPr>
            <a:normAutofit/>
          </a:bodyPr>
          <a:lstStyle/>
          <a:p>
            <a:r>
              <a:rPr lang="en-US" altLang="zh-CN" sz="5000" b="1">
                <a:latin typeface="Arial" panose="020B0604020202020204" pitchFamily="34" charset="0"/>
                <a:cs typeface="Arial" panose="020B0604020202020204" pitchFamily="34" charset="0"/>
              </a:rPr>
              <a:t>MAMC01901</a:t>
            </a:r>
            <a:r>
              <a:rPr lang="zh-CN" altLang="en-US" sz="5000" b="1">
                <a:latin typeface="Arial" panose="020B0604020202020204" pitchFamily="34" charset="0"/>
                <a:cs typeface="Arial" panose="020B0604020202020204" pitchFamily="34" charset="0"/>
              </a:rPr>
              <a:t> </a:t>
            </a:r>
            <a:r>
              <a:rPr lang="en-NZ" altLang="zh-CN" sz="5000" b="1">
                <a:latin typeface="Arial" panose="020B0604020202020204" pitchFamily="34" charset="0"/>
                <a:cs typeface="Arial" panose="020B0604020202020204" pitchFamily="34" charset="0"/>
              </a:rPr>
              <a:t>Business Analysis</a:t>
            </a:r>
            <a:endParaRPr lang="en-AU" sz="5000"/>
          </a:p>
        </p:txBody>
      </p:sp>
      <p:sp>
        <p:nvSpPr>
          <p:cNvPr id="3" name="副标题 2">
            <a:extLst>
              <a:ext uri="{FF2B5EF4-FFF2-40B4-BE49-F238E27FC236}">
                <a16:creationId xmlns:a16="http://schemas.microsoft.com/office/drawing/2014/main" id="{AC93C8EE-593C-F74F-990D-83AA3B6C8156}"/>
              </a:ext>
            </a:extLst>
          </p:cNvPr>
          <p:cNvSpPr>
            <a:spLocks noGrp="1"/>
          </p:cNvSpPr>
          <p:nvPr>
            <p:ph type="subTitle" idx="1"/>
          </p:nvPr>
        </p:nvSpPr>
        <p:spPr>
          <a:xfrm>
            <a:off x="1298448" y="5565530"/>
            <a:ext cx="9603727" cy="405501"/>
          </a:xfrm>
        </p:spPr>
        <p:txBody>
          <a:bodyPr>
            <a:normAutofit/>
          </a:bodyPr>
          <a:lstStyle/>
          <a:p>
            <a:pPr>
              <a:lnSpc>
                <a:spcPct val="90000"/>
              </a:lnSpc>
              <a:defRPr/>
            </a:pPr>
            <a:r>
              <a:rPr lang="en-US" altLang="zh-CN">
                <a:latin typeface="Arial" panose="020B0604020202020204" pitchFamily="34" charset="0"/>
                <a:cs typeface="Arial" panose="020B0604020202020204" pitchFamily="34" charset="0"/>
              </a:rPr>
              <a:t>Week</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4</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(Session</a:t>
            </a:r>
            <a:r>
              <a:rPr lang="zh-CN" altLang="en-US">
                <a:latin typeface="Arial" panose="020B0604020202020204" pitchFamily="34" charset="0"/>
                <a:cs typeface="Arial" panose="020B0604020202020204" pitchFamily="34" charset="0"/>
              </a:rPr>
              <a:t> </a:t>
            </a:r>
            <a:r>
              <a:rPr lang="en-NZ" altLang="zh-CN">
                <a:latin typeface="Arial" panose="020B0604020202020204" pitchFamily="34" charset="0"/>
                <a:cs typeface="Arial" panose="020B0604020202020204" pitchFamily="34" charset="0"/>
              </a:rPr>
              <a:t>2</a:t>
            </a:r>
            <a:r>
              <a:rPr lang="en-US" altLang="zh-CN">
                <a:latin typeface="Arial" panose="020B0604020202020204" pitchFamily="34" charset="0"/>
                <a:cs typeface="Arial" panose="020B0604020202020204" pitchFamily="34" charset="0"/>
              </a:rPr>
              <a:t>): Business analysis techniques (Root cause analysis)</a:t>
            </a:r>
          </a:p>
        </p:txBody>
      </p:sp>
      <p:sp>
        <p:nvSpPr>
          <p:cNvPr id="2063" name="Rectangle 2062">
            <a:extLst>
              <a:ext uri="{FF2B5EF4-FFF2-40B4-BE49-F238E27FC236}">
                <a16:creationId xmlns:a16="http://schemas.microsoft.com/office/drawing/2014/main" id="{9D2CA3DB-2141-4DE2-9F8A-9E5561DDF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Kia Ora sign art, carved of wood– TroubleMaker.co.nz">
            <a:extLst>
              <a:ext uri="{FF2B5EF4-FFF2-40B4-BE49-F238E27FC236}">
                <a16:creationId xmlns:a16="http://schemas.microsoft.com/office/drawing/2014/main" id="{B262EEE1-457B-56DE-8B21-312BA4D4F9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180744" y="1467334"/>
            <a:ext cx="4227694" cy="2378077"/>
          </a:xfrm>
          <a:prstGeom prst="rect">
            <a:avLst/>
          </a:prstGeom>
          <a:noFill/>
          <a:extLst>
            <a:ext uri="{909E8E84-426E-40DD-AFC4-6F175D3DCCD1}">
              <a14:hiddenFill xmlns:a14="http://schemas.microsoft.com/office/drawing/2010/main">
                <a:solidFill>
                  <a:srgbClr val="FFFFFF"/>
                </a:solidFill>
              </a14:hiddenFill>
            </a:ext>
          </a:extLst>
        </p:spPr>
      </p:pic>
      <p:cxnSp>
        <p:nvCxnSpPr>
          <p:cNvPr id="2065" name="Straight Connector 2064">
            <a:extLst>
              <a:ext uri="{FF2B5EF4-FFF2-40B4-BE49-F238E27FC236}">
                <a16:creationId xmlns:a16="http://schemas.microsoft.com/office/drawing/2014/main" id="{1214B64F-D291-4308-B071-A2678ED782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0747DBC0-6181-FB00-4C94-606735BE6CEA}"/>
              </a:ext>
            </a:extLst>
          </p:cNvPr>
          <p:cNvPicPr>
            <a:picLocks noChangeAspect="1"/>
          </p:cNvPicPr>
          <p:nvPr/>
        </p:nvPicPr>
        <p:blipFill>
          <a:blip r:embed="rId6" cstate="print"/>
          <a:stretch>
            <a:fillRect/>
          </a:stretch>
        </p:blipFill>
        <p:spPr>
          <a:xfrm>
            <a:off x="1642272" y="1999772"/>
            <a:ext cx="4478499" cy="1016695"/>
          </a:xfrm>
          <a:prstGeom prst="rect">
            <a:avLst/>
          </a:prstGeom>
        </p:spPr>
      </p:pic>
    </p:spTree>
    <p:extLst>
      <p:ext uri="{BB962C8B-B14F-4D97-AF65-F5344CB8AC3E}">
        <p14:creationId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cstate="print"/>
          <a:stretch/>
        </a:blipFill>
        <a:effectLst/>
      </p:bgPr>
    </p:bg>
    <p:spTree>
      <p:nvGrpSpPr>
        <p:cNvPr id="1" name=""/>
        <p:cNvGrpSpPr/>
        <p:nvPr/>
      </p:nvGrpSpPr>
      <p:grpSpPr>
        <a:xfrm>
          <a:off x="0" y="0"/>
          <a:ext cx="0" cy="0"/>
          <a:chOff x="0" y="0"/>
          <a:chExt cx="0" cy="0"/>
        </a:xfrm>
      </p:grpSpPr>
      <p:sp useBgFill="1">
        <p:nvSpPr>
          <p:cNvPr id="250899" name="Rectangle 250898">
            <a:extLst>
              <a:ext uri="{FF2B5EF4-FFF2-40B4-BE49-F238E27FC236}">
                <a16:creationId xmlns:a16="http://schemas.microsoft.com/office/drawing/2014/main" id="{B7328C2D-38F0-4C80-9EA5-A1AD0D6B2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cstate="print"/>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250900" name="Group 250899">
            <a:extLst>
              <a:ext uri="{FF2B5EF4-FFF2-40B4-BE49-F238E27FC236}">
                <a16:creationId xmlns:a16="http://schemas.microsoft.com/office/drawing/2014/main" id="{BD17E249-48D0-476B-A642-A5D58DD39A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825" cy="6856215"/>
            <a:chOff x="0" y="0"/>
            <a:chExt cx="12188825" cy="6856215"/>
          </a:xfrm>
        </p:grpSpPr>
        <p:pic>
          <p:nvPicPr>
            <p:cNvPr id="250901" name="Picture 250900">
              <a:extLst>
                <a:ext uri="{FF2B5EF4-FFF2-40B4-BE49-F238E27FC236}">
                  <a16:creationId xmlns:a16="http://schemas.microsoft.com/office/drawing/2014/main" id="{7E4B7EC7-DE5B-4F27-839A-7CDF49C6181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50902" name="Rectangle 250901">
              <a:extLst>
                <a:ext uri="{FF2B5EF4-FFF2-40B4-BE49-F238E27FC236}">
                  <a16:creationId xmlns:a16="http://schemas.microsoft.com/office/drawing/2014/main" id="{DDA01082-3C8F-4602-8DA7-C82DF7095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cmpd="sng" algn="ctr">
              <a:solidFill>
                <a:schemeClr val="accent1"/>
              </a:solidFill>
              <a:prstDash val="solid"/>
              <a:miter lim="800000"/>
            </a:ln>
            <a:effectLst>
              <a:innerShdw blurRad="25400" dist="12700" dir="13500000">
                <a:srgbClr val="000000">
                  <a:alpha val="45000"/>
                </a:srgbClr>
              </a:innerShdw>
            </a:effectLst>
          </p:spPr>
          <p:txBody>
            <a:bodyPr/>
            <a:lstStyle/>
            <a:p>
              <a:endParaRPr lang="en-NZ"/>
            </a:p>
          </p:txBody>
        </p:sp>
        <p:pic>
          <p:nvPicPr>
            <p:cNvPr id="250903" name="Picture 250902">
              <a:extLst>
                <a:ext uri="{FF2B5EF4-FFF2-40B4-BE49-F238E27FC236}">
                  <a16:creationId xmlns:a16="http://schemas.microsoft.com/office/drawing/2014/main" id="{1A21B48A-5892-4DD2-B2E1-91BD42A44C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250904" name="Picture 250903">
              <a:extLst>
                <a:ext uri="{FF2B5EF4-FFF2-40B4-BE49-F238E27FC236}">
                  <a16:creationId xmlns:a16="http://schemas.microsoft.com/office/drawing/2014/main" id="{BE083B53-5B4C-4C29-BDFD-A28B754A59D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1295402" y="982132"/>
            <a:ext cx="9601196" cy="1303867"/>
          </a:xfrm>
        </p:spPr>
        <p:txBody>
          <a:bodyPr>
            <a:normAutofit/>
          </a:bodyPr>
          <a:lstStyle/>
          <a:p>
            <a:r>
              <a:rPr lang="en-US" altLang="zh-CN" b="1">
                <a:latin typeface="Arial" panose="020B0604020202020204" pitchFamily="34" charset="0"/>
                <a:ea typeface="ヒラギノ角ゴ Pro W3" panose="020B0300000000000000" pitchFamily="34" charset="-128"/>
                <a:cs typeface="Arial" panose="020B0604020202020204" pitchFamily="34" charset="0"/>
              </a:rPr>
              <a:t>Agenda</a:t>
            </a:r>
            <a:endParaRPr lang="en-US" altLang="en-US" b="1">
              <a:latin typeface="Arial" panose="020B0604020202020204" pitchFamily="34" charset="0"/>
              <a:ea typeface="ヒラギノ角ゴ Pro W3" panose="020B0300000000000000" pitchFamily="34" charset="-128"/>
              <a:cs typeface="Arial" panose="020B0604020202020204" pitchFamily="34" charset="0"/>
            </a:endParaRPr>
          </a:p>
        </p:txBody>
      </p:sp>
      <p:cxnSp>
        <p:nvCxnSpPr>
          <p:cNvPr id="250898" name="Straight Connector 250897">
            <a:extLst>
              <a:ext uri="{FF2B5EF4-FFF2-40B4-BE49-F238E27FC236}">
                <a16:creationId xmlns:a16="http://schemas.microsoft.com/office/drawing/2014/main" id="{0B65B193-F600-4C1B-9DBF-09D94CDB08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14F149-7B7A-1832-375F-486A7576785E}"/>
              </a:ext>
            </a:extLst>
          </p:cNvPr>
          <p:cNvSpPr>
            <a:spLocks noGrp="1"/>
          </p:cNvSpPr>
          <p:nvPr>
            <p:ph idx="1"/>
          </p:nvPr>
        </p:nvSpPr>
        <p:spPr>
          <a:xfrm>
            <a:off x="1295401" y="2556932"/>
            <a:ext cx="9601196" cy="3318936"/>
          </a:xfrm>
        </p:spPr>
        <p:txBody>
          <a:bodyPr>
            <a:normAutofit/>
          </a:bodyPr>
          <a:lstStyle/>
          <a:p>
            <a:pPr lvl="1"/>
            <a:r>
              <a:rPr lang="en-NZ" sz="3600">
                <a:latin typeface="Arial" pitchFamily="34" charset="0"/>
                <a:cs typeface="Arial" pitchFamily="34" charset="0"/>
              </a:rPr>
              <a:t>Root cause analysis</a:t>
            </a:r>
          </a:p>
          <a:p>
            <a:pPr lvl="1"/>
            <a:r>
              <a:rPr lang="en-NZ" sz="3600">
                <a:latin typeface="Arial" pitchFamily="34" charset="0"/>
                <a:cs typeface="Arial" pitchFamily="34" charset="0"/>
              </a:rPr>
              <a:t>Class activity</a:t>
            </a:r>
          </a:p>
          <a:p>
            <a:pPr lvl="1"/>
            <a:r>
              <a:rPr lang="en-NZ" sz="3600">
                <a:latin typeface="Arial" pitchFamily="34" charset="0"/>
                <a:cs typeface="Arial" pitchFamily="34" charset="0"/>
              </a:rPr>
              <a:t>Assessment 2</a:t>
            </a:r>
          </a:p>
          <a:p>
            <a:pPr lvl="1"/>
            <a:endParaRPr lang="en-NZ"/>
          </a:p>
        </p:txBody>
      </p:sp>
    </p:spTree>
    <p:extLst>
      <p:ext uri="{BB962C8B-B14F-4D97-AF65-F5344CB8AC3E}">
        <p14:creationId xmlns:p14="http://schemas.microsoft.com/office/powerpoint/2010/main" val="182874855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Root Cause Analysis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5667577"/>
          </a:xfrm>
          <a:prstGeom prst="rect">
            <a:avLst/>
          </a:prstGeom>
          <a:noFill/>
        </p:spPr>
        <p:txBody>
          <a:bodyPr wrap="square" lIns="91440" tIns="45720" rIns="91440" bIns="45720" anchor="t">
            <a:spAutoFit/>
          </a:bodyPr>
          <a:lstStyle/>
          <a:p>
            <a:r>
              <a:rPr lang="en-NZ" sz="2400" b="1">
                <a:latin typeface="Arial" pitchFamily="34" charset="0"/>
                <a:cs typeface="Arial" pitchFamily="34" charset="0"/>
              </a:rPr>
              <a:t>What is root cause analysis?</a:t>
            </a:r>
          </a:p>
          <a:p>
            <a:endParaRPr lang="en-NZ" sz="2400">
              <a:latin typeface="Arial" pitchFamily="34" charset="0"/>
              <a:cs typeface="Arial" pitchFamily="34" charset="0"/>
            </a:endParaRPr>
          </a:p>
          <a:p>
            <a:pPr>
              <a:buFont typeface="Arial" pitchFamily="34" charset="0"/>
              <a:buChar char="•"/>
            </a:pPr>
            <a:r>
              <a:rPr lang="en-US" sz="2400">
                <a:latin typeface="Arial" pitchFamily="34" charset="0"/>
                <a:cs typeface="Arial" pitchFamily="34" charset="0"/>
              </a:rPr>
              <a:t> RCA is a method used to identify the underlying reasons for a problem or defect.</a:t>
            </a:r>
          </a:p>
          <a:p>
            <a:endParaRPr lang="en-US" sz="2400">
              <a:latin typeface="Arial" pitchFamily="34" charset="0"/>
              <a:cs typeface="Arial" pitchFamily="34" charset="0"/>
            </a:endParaRPr>
          </a:p>
          <a:p>
            <a:pPr>
              <a:buFont typeface="Arial" pitchFamily="34" charset="0"/>
              <a:buChar char="•"/>
            </a:pPr>
            <a:r>
              <a:rPr lang="en-US" sz="2400">
                <a:latin typeface="Arial"/>
                <a:cs typeface="Arial"/>
              </a:rPr>
              <a:t> </a:t>
            </a:r>
            <a:r>
              <a:rPr lang="en-US" sz="2400" b="1">
                <a:latin typeface="Arial"/>
                <a:cs typeface="Arial"/>
              </a:rPr>
              <a:t>Goal: </a:t>
            </a:r>
            <a:r>
              <a:rPr lang="en-US" sz="2400">
                <a:latin typeface="Arial"/>
                <a:cs typeface="Arial"/>
              </a:rPr>
              <a:t>To find the true causes of the problem or defect.</a:t>
            </a:r>
          </a:p>
          <a:p>
            <a:pPr>
              <a:buFont typeface="Arial" pitchFamily="34" charset="0"/>
              <a:buChar char="•"/>
            </a:pPr>
            <a:endParaRPr lang="en-US" sz="2400">
              <a:latin typeface="Arial"/>
              <a:cs typeface="Arial"/>
            </a:endParaRPr>
          </a:p>
          <a:p>
            <a:pPr>
              <a:buFont typeface="Arial" pitchFamily="34" charset="0"/>
              <a:buChar char="•"/>
            </a:pPr>
            <a:r>
              <a:rPr lang="en-US" sz="2400">
                <a:latin typeface="Arial"/>
                <a:cs typeface="Arial"/>
              </a:rPr>
              <a:t> </a:t>
            </a:r>
            <a:r>
              <a:rPr lang="en-US" sz="2400" b="1">
                <a:latin typeface="Arial"/>
                <a:cs typeface="Arial"/>
              </a:rPr>
              <a:t>When to Use: </a:t>
            </a:r>
            <a:r>
              <a:rPr lang="en-US" sz="2400">
                <a:latin typeface="Arial"/>
                <a:cs typeface="Arial"/>
              </a:rPr>
              <a:t>Recurring problems, quality issues, or incidents requiring corrective action.</a:t>
            </a:r>
            <a:endParaRPr lang="en-US"/>
          </a:p>
          <a:p>
            <a:endParaRPr lang="en-US" sz="2400">
              <a:latin typeface="Arial" pitchFamily="34" charset="0"/>
              <a:cs typeface="Arial" pitchFamily="34" charset="0"/>
            </a:endParaRPr>
          </a:p>
          <a:p>
            <a:endParaRPr lang="en-NZ" sz="2400">
              <a:latin typeface="Arial" pitchFamily="34" charset="0"/>
              <a:cs typeface="Arial" pitchFamily="34" charset="0"/>
            </a:endParaRPr>
          </a:p>
          <a:p>
            <a:endParaRPr lang="en-US" sz="2400">
              <a:latin typeface="Arial" pitchFamily="34" charset="0"/>
              <a:cs typeface="Arial" pitchFamily="34" charset="0"/>
            </a:endParaRP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Root Cause Analysis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3485570"/>
          </a:xfrm>
          <a:prstGeom prst="rect">
            <a:avLst/>
          </a:prstGeom>
          <a:noFill/>
        </p:spPr>
        <p:txBody>
          <a:bodyPr wrap="square">
            <a:spAutoFit/>
          </a:bodyPr>
          <a:lstStyle/>
          <a:p>
            <a:r>
              <a:rPr lang="en-NZ" sz="2400" b="1">
                <a:latin typeface="Arial" pitchFamily="34" charset="0"/>
                <a:cs typeface="Arial" pitchFamily="34" charset="0"/>
              </a:rPr>
              <a:t>RCA Process</a:t>
            </a:r>
          </a:p>
          <a:p>
            <a:endParaRPr lang="en-NZ" sz="2400" b="1">
              <a:latin typeface="Arial" pitchFamily="34" charset="0"/>
              <a:cs typeface="Arial" pitchFamily="34" charset="0"/>
            </a:endParaRPr>
          </a:p>
          <a:p>
            <a:endParaRPr lang="en-US" sz="2400">
              <a:latin typeface="Arial" pitchFamily="34" charset="0"/>
              <a:cs typeface="Arial" pitchFamily="34" charset="0"/>
            </a:endParaRPr>
          </a:p>
          <a:p>
            <a:endParaRPr lang="en-US" sz="2400">
              <a:latin typeface="Arial" pitchFamily="34" charset="0"/>
              <a:cs typeface="Arial" pitchFamily="34" charset="0"/>
            </a:endParaRPr>
          </a:p>
          <a:p>
            <a:endParaRPr lang="en-NZ" sz="2400">
              <a:latin typeface="Arial" pitchFamily="34" charset="0"/>
              <a:cs typeface="Arial" pitchFamily="34" charset="0"/>
            </a:endParaRPr>
          </a:p>
          <a:p>
            <a:endParaRPr lang="en-US" sz="2400">
              <a:latin typeface="Arial" pitchFamily="34" charset="0"/>
              <a:cs typeface="Arial" pitchFamily="34" charset="0"/>
            </a:endParaRP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4" name="Rectangle 3"/>
          <p:cNvSpPr/>
          <p:nvPr/>
        </p:nvSpPr>
        <p:spPr>
          <a:xfrm>
            <a:off x="1057274" y="2743199"/>
            <a:ext cx="1800225" cy="1628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atin typeface="Arial" pitchFamily="34" charset="0"/>
                <a:cs typeface="Arial" pitchFamily="34" charset="0"/>
              </a:rPr>
              <a:t>Define the problem</a:t>
            </a:r>
            <a:endParaRPr lang="en-US">
              <a:latin typeface="Arial" pitchFamily="34" charset="0"/>
              <a:cs typeface="Arial" pitchFamily="34" charset="0"/>
            </a:endParaRPr>
          </a:p>
        </p:txBody>
      </p:sp>
      <p:sp>
        <p:nvSpPr>
          <p:cNvPr id="5" name="Rectangle 4"/>
          <p:cNvSpPr/>
          <p:nvPr/>
        </p:nvSpPr>
        <p:spPr>
          <a:xfrm>
            <a:off x="3395663" y="2767013"/>
            <a:ext cx="2176464" cy="156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atin typeface="Arial" pitchFamily="34" charset="0"/>
                <a:cs typeface="Arial" pitchFamily="34" charset="0"/>
              </a:rPr>
              <a:t>Gather data to identify possible causal factors</a:t>
            </a:r>
            <a:endParaRPr lang="en-US">
              <a:latin typeface="Arial" pitchFamily="34" charset="0"/>
              <a:cs typeface="Arial" pitchFamily="34" charset="0"/>
            </a:endParaRPr>
          </a:p>
        </p:txBody>
      </p:sp>
      <p:sp>
        <p:nvSpPr>
          <p:cNvPr id="7" name="Rectangle 6"/>
          <p:cNvSpPr/>
          <p:nvPr/>
        </p:nvSpPr>
        <p:spPr>
          <a:xfrm>
            <a:off x="6167439" y="2752724"/>
            <a:ext cx="2019301" cy="1547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atin typeface="Arial" pitchFamily="34" charset="0"/>
                <a:cs typeface="Arial" pitchFamily="34" charset="0"/>
              </a:rPr>
              <a:t>Determine possible root causes</a:t>
            </a:r>
            <a:endParaRPr lang="en-US">
              <a:latin typeface="Arial" pitchFamily="34" charset="0"/>
              <a:cs typeface="Arial" pitchFamily="34" charset="0"/>
            </a:endParaRPr>
          </a:p>
        </p:txBody>
      </p:sp>
      <p:sp>
        <p:nvSpPr>
          <p:cNvPr id="8" name="Rectangle 7"/>
          <p:cNvSpPr/>
          <p:nvPr/>
        </p:nvSpPr>
        <p:spPr>
          <a:xfrm>
            <a:off x="8791575" y="2776537"/>
            <a:ext cx="2238375" cy="1524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atin typeface="Arial" pitchFamily="34" charset="0"/>
                <a:cs typeface="Arial" pitchFamily="34" charset="0"/>
              </a:rPr>
              <a:t>Recommend and implement solutions</a:t>
            </a:r>
            <a:endParaRPr lang="en-US">
              <a:latin typeface="Arial" pitchFamily="34" charset="0"/>
              <a:cs typeface="Arial" pitchFamily="34" charset="0"/>
            </a:endParaRPr>
          </a:p>
        </p:txBody>
      </p:sp>
      <p:cxnSp>
        <p:nvCxnSpPr>
          <p:cNvPr id="10" name="Straight Arrow Connector 9"/>
          <p:cNvCxnSpPr>
            <a:stCxn id="4" idx="3"/>
            <a:endCxn id="5" idx="1"/>
          </p:cNvCxnSpPr>
          <p:nvPr/>
        </p:nvCxnSpPr>
        <p:spPr>
          <a:xfrm flipV="1">
            <a:off x="2857499" y="3548064"/>
            <a:ext cx="538164" cy="952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5610224" y="3500439"/>
            <a:ext cx="538164" cy="952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8224837" y="3486151"/>
            <a:ext cx="538164" cy="952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Fish Bone Diagram</a:t>
            </a:r>
            <a:endPar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59324" y="1178321"/>
            <a:ext cx="10070639" cy="1077218"/>
          </a:xfrm>
          <a:prstGeom prst="rect">
            <a:avLst/>
          </a:prstGeom>
          <a:noFill/>
        </p:spPr>
        <p:txBody>
          <a:bodyPr wrap="square">
            <a:spAutoFit/>
          </a:bodyPr>
          <a:lstStyle/>
          <a:p>
            <a:pPr>
              <a:buFont typeface="Arial" pitchFamily="34" charset="0"/>
              <a:buChar char="•"/>
            </a:pPr>
            <a:r>
              <a:rPr lang="en-US" sz="2000">
                <a:latin typeface="Arial" pitchFamily="34" charset="0"/>
                <a:cs typeface="Arial" pitchFamily="34" charset="0"/>
              </a:rPr>
              <a:t>Visual tool to systematically explore potential causes of a problem.</a:t>
            </a:r>
          </a:p>
          <a:p>
            <a:pPr>
              <a:buFont typeface="Arial" pitchFamily="34" charset="0"/>
              <a:buChar char="•"/>
            </a:pPr>
            <a:r>
              <a:rPr lang="en-US" sz="2000">
                <a:latin typeface="Arial" pitchFamily="34" charset="0"/>
                <a:cs typeface="Arial" pitchFamily="34" charset="0"/>
              </a:rPr>
              <a:t>Often uses the </a:t>
            </a:r>
            <a:r>
              <a:rPr lang="en-US" sz="2000" b="1">
                <a:latin typeface="Arial" pitchFamily="34" charset="0"/>
                <a:cs typeface="Arial" pitchFamily="34" charset="0"/>
              </a:rPr>
              <a:t>6 Ms</a:t>
            </a:r>
            <a:r>
              <a:rPr lang="en-US" sz="2000">
                <a:latin typeface="Arial" pitchFamily="34" charset="0"/>
                <a:cs typeface="Arial" pitchFamily="34" charset="0"/>
              </a:rPr>
              <a:t>:</a:t>
            </a:r>
          </a:p>
          <a:p>
            <a:pPr>
              <a:buFont typeface="Arial" pitchFamily="34" charset="0"/>
              <a:buChar char="•"/>
            </a:pPr>
            <a:endParaRPr lang="en-US" sz="2400">
              <a:latin typeface="Arial" pitchFamily="34" charset="0"/>
              <a:cs typeface="Arial" pitchFamily="34" charset="0"/>
            </a:endParaRPr>
          </a:p>
        </p:txBody>
      </p:sp>
      <p:graphicFrame>
        <p:nvGraphicFramePr>
          <p:cNvPr id="4" name="Table 3"/>
          <p:cNvGraphicFramePr>
            <a:graphicFrameLocks noGrp="1"/>
          </p:cNvGraphicFramePr>
          <p:nvPr/>
        </p:nvGraphicFramePr>
        <p:xfrm>
          <a:off x="1260472" y="2001011"/>
          <a:ext cx="9498014" cy="4471219"/>
        </p:xfrm>
        <a:graphic>
          <a:graphicData uri="http://schemas.openxmlformats.org/drawingml/2006/table">
            <a:tbl>
              <a:tblPr firstRow="1" bandRow="1">
                <a:tableStyleId>{5C22544A-7EE6-4342-B048-85BDC9FD1C3A}</a:tableStyleId>
              </a:tblPr>
              <a:tblGrid>
                <a:gridCol w="4749007">
                  <a:extLst>
                    <a:ext uri="{9D8B030D-6E8A-4147-A177-3AD203B41FA5}">
                      <a16:colId xmlns:a16="http://schemas.microsoft.com/office/drawing/2014/main" val="20000"/>
                    </a:ext>
                  </a:extLst>
                </a:gridCol>
                <a:gridCol w="4749007">
                  <a:extLst>
                    <a:ext uri="{9D8B030D-6E8A-4147-A177-3AD203B41FA5}">
                      <a16:colId xmlns:a16="http://schemas.microsoft.com/office/drawing/2014/main" val="20001"/>
                    </a:ext>
                  </a:extLst>
                </a:gridCol>
              </a:tblGrid>
              <a:tr h="337190">
                <a:tc>
                  <a:txBody>
                    <a:bodyPr/>
                    <a:lstStyle/>
                    <a:p>
                      <a:r>
                        <a:rPr lang="en-US" b="1"/>
                        <a:t>M</a:t>
                      </a:r>
                      <a:endParaRPr lang="en-US"/>
                    </a:p>
                  </a:txBody>
                  <a:tcPr anchor="ctr"/>
                </a:tc>
                <a:tc>
                  <a:txBody>
                    <a:bodyPr/>
                    <a:lstStyle/>
                    <a:p>
                      <a:r>
                        <a:rPr lang="en-US" b="1"/>
                        <a:t>What It Represents</a:t>
                      </a:r>
                      <a:endParaRPr lang="en-US"/>
                    </a:p>
                  </a:txBody>
                  <a:tcPr anchor="ctr"/>
                </a:tc>
                <a:extLst>
                  <a:ext uri="{0D108BD9-81ED-4DB2-BD59-A6C34878D82A}">
                    <a16:rowId xmlns:a16="http://schemas.microsoft.com/office/drawing/2014/main" val="10000"/>
                  </a:ext>
                </a:extLst>
              </a:tr>
              <a:tr h="702653">
                <a:tc>
                  <a:txBody>
                    <a:bodyPr/>
                    <a:lstStyle/>
                    <a:p>
                      <a:r>
                        <a:rPr lang="en-US" b="1"/>
                        <a:t>Man</a:t>
                      </a:r>
                      <a:r>
                        <a:rPr lang="en-US"/>
                        <a:t> (People)</a:t>
                      </a:r>
                    </a:p>
                  </a:txBody>
                  <a:tcPr anchor="ctr"/>
                </a:tc>
                <a:tc>
                  <a:txBody>
                    <a:bodyPr/>
                    <a:lstStyle/>
                    <a:p>
                      <a:r>
                        <a:rPr lang="en-US"/>
                        <a:t>Human-related factors, cultural </a:t>
                      </a:r>
                      <a:r>
                        <a:rPr lang="en-US" err="1"/>
                        <a:t>behaviours</a:t>
                      </a:r>
                      <a:r>
                        <a:rPr lang="en-US"/>
                        <a:t>, training gaps</a:t>
                      </a:r>
                    </a:p>
                  </a:txBody>
                  <a:tcPr anchor="ctr"/>
                </a:tc>
                <a:extLst>
                  <a:ext uri="{0D108BD9-81ED-4DB2-BD59-A6C34878D82A}">
                    <a16:rowId xmlns:a16="http://schemas.microsoft.com/office/drawing/2014/main" val="10001"/>
                  </a:ext>
                </a:extLst>
              </a:tr>
              <a:tr h="740880">
                <a:tc>
                  <a:txBody>
                    <a:bodyPr/>
                    <a:lstStyle/>
                    <a:p>
                      <a:r>
                        <a:rPr lang="en-US" b="1"/>
                        <a:t>Machine</a:t>
                      </a:r>
                      <a:endParaRPr lang="en-US"/>
                    </a:p>
                  </a:txBody>
                  <a:tcPr anchor="ctr"/>
                </a:tc>
                <a:tc>
                  <a:txBody>
                    <a:bodyPr/>
                    <a:lstStyle/>
                    <a:p>
                      <a:r>
                        <a:rPr lang="en-US"/>
                        <a:t>Equipment or technology used</a:t>
                      </a:r>
                    </a:p>
                  </a:txBody>
                  <a:tcPr anchor="ctr"/>
                </a:tc>
                <a:extLst>
                  <a:ext uri="{0D108BD9-81ED-4DB2-BD59-A6C34878D82A}">
                    <a16:rowId xmlns:a16="http://schemas.microsoft.com/office/drawing/2014/main" val="10002"/>
                  </a:ext>
                </a:extLst>
              </a:tr>
              <a:tr h="740880">
                <a:tc>
                  <a:txBody>
                    <a:bodyPr/>
                    <a:lstStyle/>
                    <a:p>
                      <a:r>
                        <a:rPr lang="en-US" b="1"/>
                        <a:t>Method</a:t>
                      </a:r>
                      <a:endParaRPr lang="en-US"/>
                    </a:p>
                  </a:txBody>
                  <a:tcPr anchor="ctr"/>
                </a:tc>
                <a:tc>
                  <a:txBody>
                    <a:bodyPr/>
                    <a:lstStyle/>
                    <a:p>
                      <a:r>
                        <a:rPr lang="en-US"/>
                        <a:t>Processes and procedures</a:t>
                      </a:r>
                    </a:p>
                  </a:txBody>
                  <a:tcPr anchor="ctr"/>
                </a:tc>
                <a:extLst>
                  <a:ext uri="{0D108BD9-81ED-4DB2-BD59-A6C34878D82A}">
                    <a16:rowId xmlns:a16="http://schemas.microsoft.com/office/drawing/2014/main" val="10003"/>
                  </a:ext>
                </a:extLst>
              </a:tr>
              <a:tr h="740880">
                <a:tc>
                  <a:txBody>
                    <a:bodyPr/>
                    <a:lstStyle/>
                    <a:p>
                      <a:r>
                        <a:rPr lang="en-US" b="1"/>
                        <a:t>Material</a:t>
                      </a:r>
                      <a:endParaRPr lang="en-US"/>
                    </a:p>
                  </a:txBody>
                  <a:tcPr anchor="ctr"/>
                </a:tc>
                <a:tc>
                  <a:txBody>
                    <a:bodyPr/>
                    <a:lstStyle/>
                    <a:p>
                      <a:r>
                        <a:rPr lang="en-US"/>
                        <a:t>Physical inputs or components</a:t>
                      </a:r>
                    </a:p>
                  </a:txBody>
                  <a:tcPr anchor="ctr"/>
                </a:tc>
                <a:extLst>
                  <a:ext uri="{0D108BD9-81ED-4DB2-BD59-A6C34878D82A}">
                    <a16:rowId xmlns:a16="http://schemas.microsoft.com/office/drawing/2014/main" val="10004"/>
                  </a:ext>
                </a:extLst>
              </a:tr>
              <a:tr h="590083">
                <a:tc>
                  <a:txBody>
                    <a:bodyPr/>
                    <a:lstStyle/>
                    <a:p>
                      <a:r>
                        <a:rPr lang="en-US" b="1"/>
                        <a:t>Measurement</a:t>
                      </a:r>
                      <a:endParaRPr lang="en-US"/>
                    </a:p>
                  </a:txBody>
                  <a:tcPr anchor="ctr"/>
                </a:tc>
                <a:tc>
                  <a:txBody>
                    <a:bodyPr/>
                    <a:lstStyle/>
                    <a:p>
                      <a:r>
                        <a:rPr lang="en-US"/>
                        <a:t>Data collection,</a:t>
                      </a:r>
                      <a:r>
                        <a:rPr lang="en-US" baseline="0"/>
                        <a:t> analysis, tracking </a:t>
                      </a:r>
                      <a:r>
                        <a:rPr lang="en-US"/>
                        <a:t>and metrics</a:t>
                      </a:r>
                    </a:p>
                  </a:txBody>
                  <a:tcPr anchor="ctr"/>
                </a:tc>
                <a:extLst>
                  <a:ext uri="{0D108BD9-81ED-4DB2-BD59-A6C34878D82A}">
                    <a16:rowId xmlns:a16="http://schemas.microsoft.com/office/drawing/2014/main" val="10005"/>
                  </a:ext>
                </a:extLst>
              </a:tr>
              <a:tr h="590083">
                <a:tc>
                  <a:txBody>
                    <a:bodyPr/>
                    <a:lstStyle/>
                    <a:p>
                      <a:r>
                        <a:rPr lang="en-US" b="1"/>
                        <a:t>Mother Nature</a:t>
                      </a:r>
                      <a:r>
                        <a:rPr lang="en-US"/>
                        <a:t> (Environment)</a:t>
                      </a:r>
                    </a:p>
                  </a:txBody>
                  <a:tcPr anchor="ctr"/>
                </a:tc>
                <a:tc>
                  <a:txBody>
                    <a:bodyPr/>
                    <a:lstStyle/>
                    <a:p>
                      <a:r>
                        <a:rPr lang="en-US"/>
                        <a:t>Environmental and external factors</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Fish Bone Diagram</a:t>
            </a:r>
            <a:endPar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30749" y="1392635"/>
            <a:ext cx="9956339" cy="6748001"/>
          </a:xfrm>
          <a:prstGeom prst="rect">
            <a:avLst/>
          </a:prstGeom>
          <a:noFill/>
        </p:spPr>
        <p:txBody>
          <a:bodyPr wrap="square">
            <a:spAutoFit/>
          </a:bodyPr>
          <a:lstStyle/>
          <a:p>
            <a:r>
              <a:rPr lang="en-NZ" sz="2400" b="1">
                <a:latin typeface="Arial" pitchFamily="34" charset="0"/>
                <a:cs typeface="Arial" pitchFamily="34" charset="0"/>
              </a:rPr>
              <a:t>Example: </a:t>
            </a:r>
            <a:r>
              <a:rPr lang="en-US" sz="2400" b="1">
                <a:latin typeface="Arial" pitchFamily="34" charset="0"/>
                <a:cs typeface="Arial" pitchFamily="34" charset="0"/>
              </a:rPr>
              <a:t>Delayed Customer Orders</a:t>
            </a:r>
          </a:p>
          <a:p>
            <a:endParaRPr lang="en-NZ" sz="2000" b="1">
              <a:latin typeface="Arial" pitchFamily="34" charset="0"/>
              <a:cs typeface="Arial" pitchFamily="34" charset="0"/>
            </a:endParaRPr>
          </a:p>
          <a:p>
            <a:pPr algn="just"/>
            <a:r>
              <a:rPr lang="en-US" sz="2000">
                <a:latin typeface="Arial" pitchFamily="34" charset="0"/>
                <a:cs typeface="Arial" pitchFamily="34" charset="0"/>
              </a:rPr>
              <a:t>Rebel sports has recently been experiencing consistent delays in fulfilling customer orders typically by 3 to 5 days. Several issues across the order and shipping process seem to be contributing to the delays. For instance, some staff members are unfamiliar with the new order processing system, leading to mistakes and slowdowns. There have also been recurring problems with the printer used for generating shipping labels, which frequently jams and causes delays in packaging. The order entry process itself is still done manually, making it slow and prone to errors. Additionally, the packaging supplies, such as boxes and tape, often run out unexpectedly because inventory levels are not properly tracked. On top of that, there is no effective system in place to track how long it takes to pack and dispatch each order, making it hard to spot bottlenecks. Lastly, external factors like bad weather have been affecting delivery trucks and causing further delays.</a:t>
            </a:r>
            <a:endParaRPr lang="en-NZ" sz="2000">
              <a:latin typeface="Arial" pitchFamily="34" charset="0"/>
              <a:cs typeface="Arial" pitchFamily="34" charset="0"/>
            </a:endParaRPr>
          </a:p>
          <a:p>
            <a:endParaRPr lang="en-US" sz="2400">
              <a:latin typeface="Arial" pitchFamily="34" charset="0"/>
              <a:cs typeface="Arial" pitchFamily="34" charset="0"/>
            </a:endParaRPr>
          </a:p>
          <a:p>
            <a:endParaRPr lang="en-NZ" sz="2400">
              <a:latin typeface="Arial" pitchFamily="34" charset="0"/>
              <a:cs typeface="Arial" pitchFamily="34" charset="0"/>
            </a:endParaRPr>
          </a:p>
          <a:p>
            <a:endParaRPr lang="en-US" sz="2400">
              <a:latin typeface="Arial" pitchFamily="34" charset="0"/>
              <a:cs typeface="Arial" pitchFamily="34" charset="0"/>
            </a:endParaRP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Fish Bone Diagram</a:t>
            </a:r>
            <a:endPar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30749" y="1392635"/>
            <a:ext cx="9956339" cy="2685351"/>
          </a:xfrm>
          <a:prstGeom prst="rect">
            <a:avLst/>
          </a:prstGeom>
          <a:noFill/>
        </p:spPr>
        <p:txBody>
          <a:bodyPr wrap="square">
            <a:spAutoFit/>
          </a:bodyPr>
          <a:lstStyle/>
          <a:p>
            <a:endParaRPr lang="en-NZ" sz="2000" b="1">
              <a:latin typeface="Arial" pitchFamily="34" charset="0"/>
              <a:cs typeface="Arial" pitchFamily="34" charset="0"/>
            </a:endParaRPr>
          </a:p>
          <a:p>
            <a:endParaRPr lang="en-US" sz="2400">
              <a:latin typeface="Arial" pitchFamily="34" charset="0"/>
              <a:cs typeface="Arial" pitchFamily="34" charset="0"/>
            </a:endParaRPr>
          </a:p>
          <a:p>
            <a:endParaRPr lang="en-NZ" sz="2400">
              <a:latin typeface="Arial" pitchFamily="34" charset="0"/>
              <a:cs typeface="Arial" pitchFamily="34" charset="0"/>
            </a:endParaRPr>
          </a:p>
          <a:p>
            <a:endParaRPr lang="en-US" sz="2400">
              <a:latin typeface="Arial" pitchFamily="34" charset="0"/>
              <a:cs typeface="Arial" pitchFamily="34" charset="0"/>
            </a:endParaRP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pic>
        <p:nvPicPr>
          <p:cNvPr id="2050" name="Picture 2" descr="C:\Users\Sunil\Downloads\Beige Simple Modern Fishbone Diagram Graph.png"/>
          <p:cNvPicPr>
            <a:picLocks noChangeAspect="1" noChangeArrowheads="1"/>
          </p:cNvPicPr>
          <p:nvPr/>
        </p:nvPicPr>
        <p:blipFill>
          <a:blip r:embed="rId3" cstate="print"/>
          <a:srcRect t="23857" b="24109"/>
          <a:stretch>
            <a:fillRect/>
          </a:stretch>
        </p:blipFill>
        <p:spPr bwMode="auto">
          <a:xfrm>
            <a:off x="436855" y="1557337"/>
            <a:ext cx="11349425" cy="4429125"/>
          </a:xfrm>
          <a:prstGeom prst="rect">
            <a:avLst/>
          </a:prstGeom>
          <a:noFill/>
        </p:spPr>
      </p:pic>
      <p:sp>
        <p:nvSpPr>
          <p:cNvPr id="2" name="TextBox 1">
            <a:extLst>
              <a:ext uri="{FF2B5EF4-FFF2-40B4-BE49-F238E27FC236}">
                <a16:creationId xmlns:a16="http://schemas.microsoft.com/office/drawing/2014/main" id="{3877DE83-6D06-9394-3909-4B0AEB7B561F}"/>
              </a:ext>
            </a:extLst>
          </p:cNvPr>
          <p:cNvSpPr txBox="1"/>
          <p:nvPr/>
        </p:nvSpPr>
        <p:spPr>
          <a:xfrm>
            <a:off x="9759544" y="3175477"/>
            <a:ext cx="140690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Delayed customer orders by 3-5 days</a:t>
            </a:r>
          </a:p>
        </p:txBody>
      </p:sp>
      <p:sp>
        <p:nvSpPr>
          <p:cNvPr id="3" name="TextBox 2">
            <a:extLst>
              <a:ext uri="{FF2B5EF4-FFF2-40B4-BE49-F238E27FC236}">
                <a16:creationId xmlns:a16="http://schemas.microsoft.com/office/drawing/2014/main" id="{1EFAC7B2-A03D-1F78-83C6-0FC03A365C87}"/>
              </a:ext>
            </a:extLst>
          </p:cNvPr>
          <p:cNvSpPr txBox="1"/>
          <p:nvPr/>
        </p:nvSpPr>
        <p:spPr>
          <a:xfrm>
            <a:off x="6919232" y="2473992"/>
            <a:ext cx="1524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Staff members unfamiliar with new system</a:t>
            </a:r>
          </a:p>
        </p:txBody>
      </p:sp>
      <p:sp>
        <p:nvSpPr>
          <p:cNvPr id="4" name="TextBox 3">
            <a:extLst>
              <a:ext uri="{FF2B5EF4-FFF2-40B4-BE49-F238E27FC236}">
                <a16:creationId xmlns:a16="http://schemas.microsoft.com/office/drawing/2014/main" id="{6461EEC2-2230-223E-ADCF-085E2C8DC827}"/>
              </a:ext>
            </a:extLst>
          </p:cNvPr>
          <p:cNvSpPr txBox="1"/>
          <p:nvPr/>
        </p:nvSpPr>
        <p:spPr>
          <a:xfrm>
            <a:off x="4449535" y="2544536"/>
            <a:ext cx="134030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Frequent printer jams causing delays</a:t>
            </a:r>
          </a:p>
        </p:txBody>
      </p:sp>
      <p:sp>
        <p:nvSpPr>
          <p:cNvPr id="5" name="TextBox 4">
            <a:extLst>
              <a:ext uri="{FF2B5EF4-FFF2-40B4-BE49-F238E27FC236}">
                <a16:creationId xmlns:a16="http://schemas.microsoft.com/office/drawing/2014/main" id="{52D5D090-A107-E6D2-9EC3-9A302A721366}"/>
              </a:ext>
            </a:extLst>
          </p:cNvPr>
          <p:cNvSpPr txBox="1"/>
          <p:nvPr/>
        </p:nvSpPr>
        <p:spPr>
          <a:xfrm>
            <a:off x="1323114" y="2335415"/>
            <a:ext cx="223550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No effective performance metrics for packing or dispatch</a:t>
            </a:r>
          </a:p>
          <a:p>
            <a:pPr marL="285750" indent="-285750">
              <a:buFont typeface="Calibri"/>
              <a:buChar char="-"/>
            </a:pPr>
            <a:r>
              <a:rPr lang="en-US"/>
              <a:t>No tracking of inventory</a:t>
            </a:r>
          </a:p>
        </p:txBody>
      </p:sp>
      <p:sp>
        <p:nvSpPr>
          <p:cNvPr id="7" name="TextBox 6">
            <a:extLst>
              <a:ext uri="{FF2B5EF4-FFF2-40B4-BE49-F238E27FC236}">
                <a16:creationId xmlns:a16="http://schemas.microsoft.com/office/drawing/2014/main" id="{F576CAB6-C8CF-8B71-C8CD-CBD2709EDEF3}"/>
              </a:ext>
            </a:extLst>
          </p:cNvPr>
          <p:cNvSpPr txBox="1"/>
          <p:nvPr/>
        </p:nvSpPr>
        <p:spPr>
          <a:xfrm>
            <a:off x="7014482" y="3891642"/>
            <a:ext cx="15512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Manual order entry is slow and error prone</a:t>
            </a:r>
          </a:p>
        </p:txBody>
      </p:sp>
      <p:sp>
        <p:nvSpPr>
          <p:cNvPr id="8" name="TextBox 7">
            <a:extLst>
              <a:ext uri="{FF2B5EF4-FFF2-40B4-BE49-F238E27FC236}">
                <a16:creationId xmlns:a16="http://schemas.microsoft.com/office/drawing/2014/main" id="{0C145445-227E-EE24-1254-9FB47A841125}"/>
              </a:ext>
            </a:extLst>
          </p:cNvPr>
          <p:cNvSpPr txBox="1"/>
          <p:nvPr/>
        </p:nvSpPr>
        <p:spPr>
          <a:xfrm>
            <a:off x="4296992" y="4031295"/>
            <a:ext cx="136071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Bad weather effecting delivery</a:t>
            </a:r>
          </a:p>
        </p:txBody>
      </p:sp>
      <p:sp>
        <p:nvSpPr>
          <p:cNvPr id="9" name="TextBox 8">
            <a:extLst>
              <a:ext uri="{FF2B5EF4-FFF2-40B4-BE49-F238E27FC236}">
                <a16:creationId xmlns:a16="http://schemas.microsoft.com/office/drawing/2014/main" id="{6D9CCB7E-D168-07B6-719D-AE877699A41A}"/>
              </a:ext>
            </a:extLst>
          </p:cNvPr>
          <p:cNvSpPr txBox="1"/>
          <p:nvPr/>
        </p:nvSpPr>
        <p:spPr>
          <a:xfrm>
            <a:off x="1530803" y="3973285"/>
            <a:ext cx="14763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Packing supplies running out of stock</a:t>
            </a: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5 Whys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300163" y="1771650"/>
            <a:ext cx="9272587" cy="4224233"/>
          </a:xfrm>
          <a:prstGeom prst="rect">
            <a:avLst/>
          </a:prstGeom>
          <a:noFill/>
        </p:spPr>
        <p:txBody>
          <a:bodyPr wrap="square">
            <a:spAutoFit/>
          </a:bodyPr>
          <a:lstStyle/>
          <a:p>
            <a:pPr>
              <a:buFont typeface="Arial" pitchFamily="34" charset="0"/>
              <a:buChar char="•"/>
            </a:pPr>
            <a:r>
              <a:rPr lang="en-US" sz="2400">
                <a:latin typeface="Arial" pitchFamily="34" charset="0"/>
                <a:cs typeface="Arial" pitchFamily="34" charset="0"/>
              </a:rPr>
              <a:t> Developed by </a:t>
            </a:r>
            <a:r>
              <a:rPr lang="en-US" sz="2400" err="1">
                <a:latin typeface="Arial" pitchFamily="34" charset="0"/>
                <a:cs typeface="Arial" pitchFamily="34" charset="0"/>
              </a:rPr>
              <a:t>Sakichi</a:t>
            </a:r>
            <a:r>
              <a:rPr lang="en-US" sz="2400">
                <a:latin typeface="Arial" pitchFamily="34" charset="0"/>
                <a:cs typeface="Arial" pitchFamily="34" charset="0"/>
              </a:rPr>
              <a:t> Toyoda, founder of Toyota Industries.</a:t>
            </a:r>
          </a:p>
          <a:p>
            <a:pPr>
              <a:buFont typeface="Arial" pitchFamily="34" charset="0"/>
              <a:buChar char="•"/>
            </a:pPr>
            <a:endParaRPr lang="en-US" sz="2400">
              <a:latin typeface="Arial" pitchFamily="34" charset="0"/>
              <a:cs typeface="Arial" pitchFamily="34" charset="0"/>
            </a:endParaRPr>
          </a:p>
          <a:p>
            <a:pPr>
              <a:buFont typeface="Arial" pitchFamily="34" charset="0"/>
              <a:buChar char="•"/>
            </a:pPr>
            <a:r>
              <a:rPr lang="en-US" sz="2400">
                <a:latin typeface="Arial" pitchFamily="34" charset="0"/>
                <a:cs typeface="Arial" pitchFamily="34" charset="0"/>
              </a:rPr>
              <a:t> Ask “</a:t>
            </a:r>
            <a:r>
              <a:rPr lang="en-US" sz="2400" b="1">
                <a:latin typeface="Arial" pitchFamily="34" charset="0"/>
                <a:cs typeface="Arial" pitchFamily="34" charset="0"/>
              </a:rPr>
              <a:t>Why?</a:t>
            </a:r>
            <a:r>
              <a:rPr lang="en-US" sz="2400">
                <a:latin typeface="Arial" pitchFamily="34" charset="0"/>
                <a:cs typeface="Arial" pitchFamily="34" charset="0"/>
              </a:rPr>
              <a:t>” five times (or more) until the </a:t>
            </a:r>
            <a:r>
              <a:rPr lang="en-US" sz="2400" b="1">
                <a:latin typeface="Arial" pitchFamily="34" charset="0"/>
                <a:cs typeface="Arial" pitchFamily="34" charset="0"/>
              </a:rPr>
              <a:t>underlying cause</a:t>
            </a:r>
            <a:r>
              <a:rPr lang="en-US" sz="2400">
                <a:latin typeface="Arial" pitchFamily="34" charset="0"/>
                <a:cs typeface="Arial" pitchFamily="34" charset="0"/>
              </a:rPr>
              <a:t> is found.</a:t>
            </a:r>
          </a:p>
          <a:p>
            <a:pPr>
              <a:buFont typeface="Arial" pitchFamily="34" charset="0"/>
              <a:buChar char="•"/>
            </a:pPr>
            <a:endParaRPr lang="en-US" sz="2400">
              <a:latin typeface="Arial" pitchFamily="34" charset="0"/>
              <a:cs typeface="Arial" pitchFamily="34" charset="0"/>
            </a:endParaRPr>
          </a:p>
          <a:p>
            <a:pPr>
              <a:buFont typeface="Arial" pitchFamily="34" charset="0"/>
              <a:buChar char="•"/>
            </a:pPr>
            <a:r>
              <a:rPr lang="en-US" sz="2400">
                <a:latin typeface="Arial" pitchFamily="34" charset="0"/>
                <a:cs typeface="Arial" pitchFamily="34" charset="0"/>
              </a:rPr>
              <a:t> Useful for identifying </a:t>
            </a:r>
            <a:r>
              <a:rPr lang="en-US" sz="2400" b="1">
                <a:latin typeface="Arial" pitchFamily="34" charset="0"/>
                <a:cs typeface="Arial" pitchFamily="34" charset="0"/>
              </a:rPr>
              <a:t>process and system failures</a:t>
            </a:r>
            <a:r>
              <a:rPr lang="en-US" sz="2400">
                <a:latin typeface="Arial" pitchFamily="34" charset="0"/>
                <a:cs typeface="Arial" pitchFamily="34" charset="0"/>
              </a:rPr>
              <a:t>.</a:t>
            </a:r>
          </a:p>
          <a:p>
            <a:endParaRPr lang="en-NZ" sz="2400">
              <a:latin typeface="Arial" pitchFamily="34" charset="0"/>
              <a:cs typeface="Arial" pitchFamily="34" charset="0"/>
            </a:endParaRPr>
          </a:p>
          <a:p>
            <a:endParaRPr lang="en-US" sz="2400">
              <a:latin typeface="Arial" pitchFamily="34" charset="0"/>
              <a:cs typeface="Arial" pitchFamily="34" charset="0"/>
            </a:endParaRP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5 Whys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295020" y="1228725"/>
            <a:ext cx="9272587" cy="8217634"/>
          </a:xfrm>
          <a:prstGeom prst="rect">
            <a:avLst/>
          </a:prstGeom>
          <a:noFill/>
        </p:spPr>
        <p:txBody>
          <a:bodyPr wrap="square">
            <a:spAutoFit/>
          </a:bodyPr>
          <a:lstStyle/>
          <a:p>
            <a:r>
              <a:rPr lang="en-NZ" sz="2400" b="1">
                <a:latin typeface="Arial" pitchFamily="34" charset="0"/>
                <a:cs typeface="Arial" pitchFamily="34" charset="0"/>
              </a:rPr>
              <a:t>Example: Titanic</a:t>
            </a:r>
          </a:p>
          <a:p>
            <a:r>
              <a:rPr lang="en-NZ" sz="2400" b="1"/>
              <a:t>Problem: </a:t>
            </a:r>
            <a:r>
              <a:rPr lang="en-US" sz="2400" b="1"/>
              <a:t>Titanic sank on April 15, 1912, resulting in the loss of over 1,500 lives.</a:t>
            </a:r>
          </a:p>
          <a:p>
            <a:r>
              <a:rPr lang="en-NZ" sz="2400" b="1"/>
              <a:t>Why? </a:t>
            </a:r>
            <a:r>
              <a:rPr lang="en-US" sz="2400"/>
              <a:t>Because it struck an iceberg in the North Atlantic Ocean.</a:t>
            </a:r>
          </a:p>
          <a:p>
            <a:r>
              <a:rPr lang="en-NZ" sz="2400" b="1"/>
              <a:t>Why? </a:t>
            </a:r>
            <a:r>
              <a:rPr lang="en-US" sz="2400"/>
              <a:t>Because the lookout crew spotted the iceberg too late to avoid a collision.</a:t>
            </a:r>
          </a:p>
          <a:p>
            <a:r>
              <a:rPr lang="en-NZ" sz="2400" b="1"/>
              <a:t>Why? </a:t>
            </a:r>
            <a:r>
              <a:rPr lang="en-US" sz="2400"/>
              <a:t>Because the ship was travelling at high speed through icy waters, and the lookouts had no binoculars.</a:t>
            </a:r>
          </a:p>
          <a:p>
            <a:r>
              <a:rPr lang="en-NZ" sz="2400" b="1"/>
              <a:t>Why? </a:t>
            </a:r>
            <a:r>
              <a:rPr lang="en-US" sz="2400"/>
              <a:t>Because there was pressure to arrive early and showcase the ship’s speed and luxury, and key safety equipment was overlooked.</a:t>
            </a:r>
          </a:p>
          <a:p>
            <a:r>
              <a:rPr lang="en-NZ" sz="2400" b="1"/>
              <a:t>Why? </a:t>
            </a:r>
            <a:r>
              <a:rPr lang="en-US" sz="2400"/>
              <a:t>Because of overconfidence, competition with rival shipping lines</a:t>
            </a:r>
          </a:p>
          <a:p>
            <a:r>
              <a:rPr lang="en-NZ" sz="2400" b="1"/>
              <a:t>Root cause: </a:t>
            </a:r>
            <a:r>
              <a:rPr lang="en-US" sz="2400"/>
              <a:t>A culture of overconfidence, poor risk management, and a desire for prestige led to unsafe decisions, ultimately causing the disaster.</a:t>
            </a:r>
          </a:p>
          <a:p>
            <a:endParaRPr lang="en-US" sz="2400"/>
          </a:p>
          <a:p>
            <a:endParaRPr lang="en-US" sz="2400"/>
          </a:p>
          <a:p>
            <a:endParaRPr lang="en-US" sz="2400"/>
          </a:p>
          <a:p>
            <a:endParaRPr lang="en-US" sz="2400"/>
          </a:p>
          <a:p>
            <a:endParaRPr lang="en-US" sz="2400"/>
          </a:p>
          <a:p>
            <a:endParaRPr lang="en-US" sz="2400"/>
          </a:p>
          <a:p>
            <a:endParaRPr lang="en-NZ" sz="2400" b="1">
              <a:latin typeface="Arial" pitchFamily="34" charset="0"/>
              <a:cs typeface="Arial" pitchFamily="34" charset="0"/>
            </a:endParaRPr>
          </a:p>
          <a:p>
            <a:endParaRPr lang="en-NZ" sz="2400" b="1">
              <a:latin typeface="Arial" pitchFamily="34" charset="0"/>
              <a:cs typeface="Arial" pitchFamily="34" charset="0"/>
            </a:endParaRPr>
          </a:p>
          <a:p>
            <a:endParaRPr lang="en-NZ" sz="2400" b="1">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 calcmode="lin" valueType="num">
                                      <p:cBhvr additive="base">
                                        <p:cTn id="3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anim calcmode="lin" valueType="num">
                                      <p:cBhvr additive="base">
                                        <p:cTn id="4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30761" y="1278336"/>
            <a:ext cx="9956339" cy="7363554"/>
          </a:xfrm>
          <a:prstGeom prst="rect">
            <a:avLst/>
          </a:prstGeom>
          <a:noFill/>
        </p:spPr>
        <p:txBody>
          <a:bodyPr wrap="square">
            <a:spAutoFit/>
          </a:bodyPr>
          <a:lstStyle/>
          <a:p>
            <a:pPr algn="ctr"/>
            <a:r>
              <a:rPr lang="en-NZ" b="1" u="sng">
                <a:latin typeface="Arial" pitchFamily="34" charset="0"/>
                <a:cs typeface="Arial" pitchFamily="34" charset="0"/>
              </a:rPr>
              <a:t>Class Activity</a:t>
            </a:r>
          </a:p>
          <a:p>
            <a:endParaRPr lang="en-NZ">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Read the Toyota case study (in Teams under Class Activities).</a:t>
            </a:r>
          </a:p>
          <a:p>
            <a:pPr>
              <a:buFont typeface="Arial" pitchFamily="34" charset="0"/>
              <a:buChar char="•"/>
            </a:pP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Identify the main issue that Toyota faced from the case study. </a:t>
            </a:r>
          </a:p>
          <a:p>
            <a:pPr>
              <a:buFont typeface="Arial" pitchFamily="34" charset="0"/>
              <a:buChar char="•"/>
            </a:pPr>
            <a:endParaRPr lang="en-US">
              <a:latin typeface="Arial" pitchFamily="34" charset="0"/>
              <a:cs typeface="Arial" pitchFamily="34" charset="0"/>
            </a:endParaRPr>
          </a:p>
          <a:p>
            <a:pPr>
              <a:buFont typeface="Arial" pitchFamily="34" charset="0"/>
              <a:buChar char="•"/>
            </a:pPr>
            <a:r>
              <a:rPr lang="en-US" b="1">
                <a:latin typeface="Arial" pitchFamily="34" charset="0"/>
                <a:cs typeface="Arial" pitchFamily="34" charset="0"/>
              </a:rPr>
              <a:t>Use the Fishbone Diagram</a:t>
            </a:r>
            <a:r>
              <a:rPr lang="en-US">
                <a:latin typeface="Arial" pitchFamily="34" charset="0"/>
                <a:cs typeface="Arial" pitchFamily="34" charset="0"/>
              </a:rPr>
              <a:t> to evaluate the issue.</a:t>
            </a:r>
          </a:p>
          <a:p>
            <a:pPr>
              <a:buFont typeface="Arial" pitchFamily="34" charset="0"/>
              <a:buChar char="•"/>
            </a:pPr>
            <a:endParaRPr lang="en-NZ">
              <a:latin typeface="Arial" pitchFamily="34" charset="0"/>
              <a:cs typeface="Arial" pitchFamily="34" charset="0"/>
            </a:endParaRPr>
          </a:p>
          <a:p>
            <a:pPr>
              <a:buFont typeface="Arial" pitchFamily="34" charset="0"/>
              <a:buChar char="•"/>
            </a:pPr>
            <a:r>
              <a:rPr lang="en-NZ">
                <a:latin typeface="Arial" pitchFamily="34" charset="0"/>
                <a:cs typeface="Arial" pitchFamily="34" charset="0"/>
              </a:rPr>
              <a:t>Perform a </a:t>
            </a:r>
            <a:r>
              <a:rPr lang="en-NZ" b="1">
                <a:latin typeface="Arial" pitchFamily="34" charset="0"/>
                <a:cs typeface="Arial" pitchFamily="34" charset="0"/>
              </a:rPr>
              <a:t>5 why’s analysis </a:t>
            </a:r>
            <a:r>
              <a:rPr lang="en-NZ">
                <a:latin typeface="Arial" pitchFamily="34" charset="0"/>
                <a:cs typeface="Arial" pitchFamily="34" charset="0"/>
              </a:rPr>
              <a:t>to identify the root cause of the problem.</a:t>
            </a:r>
            <a:endParaRPr lang="en-US">
              <a:latin typeface="Arial" pitchFamily="34" charset="0"/>
              <a:cs typeface="Arial" pitchFamily="34" charset="0"/>
            </a:endParaRPr>
          </a:p>
          <a:p>
            <a:pPr>
              <a:buFont typeface="Arial" pitchFamily="34" charset="0"/>
              <a:buChar char="•"/>
            </a:pP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Based on your analysis, suggest </a:t>
            </a:r>
            <a:r>
              <a:rPr lang="en-US" b="1">
                <a:latin typeface="Arial" pitchFamily="34" charset="0"/>
                <a:cs typeface="Arial" pitchFamily="34" charset="0"/>
              </a:rPr>
              <a:t>2 to 3 realistic solutions</a:t>
            </a:r>
            <a:r>
              <a:rPr lang="en-US">
                <a:latin typeface="Arial" pitchFamily="34" charset="0"/>
                <a:cs typeface="Arial" pitchFamily="34" charset="0"/>
              </a:rPr>
              <a:t> Toyota could implement to address the issue.</a:t>
            </a:r>
          </a:p>
          <a:p>
            <a:pPr>
              <a:buFont typeface="Arial" pitchFamily="34" charset="0"/>
              <a:buChar char="•"/>
            </a:pP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For each solution, </a:t>
            </a:r>
            <a:r>
              <a:rPr lang="en-US" b="1">
                <a:latin typeface="Arial" pitchFamily="34" charset="0"/>
                <a:cs typeface="Arial" pitchFamily="34" charset="0"/>
              </a:rPr>
              <a:t>briefly explain why</a:t>
            </a:r>
            <a:r>
              <a:rPr lang="en-US">
                <a:latin typeface="Arial" pitchFamily="34" charset="0"/>
                <a:cs typeface="Arial" pitchFamily="34" charset="0"/>
              </a:rPr>
              <a:t> it would help solve the problem.</a:t>
            </a:r>
          </a:p>
          <a:p>
            <a:endParaRPr lang="en-NZ">
              <a:latin typeface="Arial" pitchFamily="34" charset="0"/>
              <a:cs typeface="Arial" pitchFamily="34" charset="0"/>
            </a:endParaRPr>
          </a:p>
          <a:p>
            <a:pPr>
              <a:buFont typeface="Arial" pitchFamily="34" charset="0"/>
              <a:buChar char="•"/>
            </a:pPr>
            <a:endParaRPr lang="en-NZ">
              <a:latin typeface="Arial" pitchFamily="34" charset="0"/>
              <a:cs typeface="Arial" pitchFamily="34" charset="0"/>
            </a:endParaRPr>
          </a:p>
          <a:p>
            <a:endParaRPr lang="en-US">
              <a:latin typeface="Arial" pitchFamily="34" charset="0"/>
              <a:cs typeface="Arial" pitchFamily="34" charset="0"/>
            </a:endParaRPr>
          </a:p>
          <a:p>
            <a:endParaRPr lang="en-US" b="1">
              <a:latin typeface="Arial" pitchFamily="34" charset="0"/>
              <a:cs typeface="Arial" pitchFamily="34" charset="0"/>
            </a:endParaRPr>
          </a:p>
          <a:p>
            <a:r>
              <a:rPr lang="en-US" b="1">
                <a:latin typeface="Arial" pitchFamily="34" charset="0"/>
                <a:cs typeface="Arial" pitchFamily="34" charset="0"/>
              </a:rPr>
              <a:t> </a:t>
            </a:r>
          </a:p>
          <a:p>
            <a:endParaRPr lang="en-US">
              <a:latin typeface="Arial" pitchFamily="34" charset="0"/>
              <a:cs typeface="Arial" pitchFamily="34" charset="0"/>
            </a:endParaRPr>
          </a:p>
          <a:p>
            <a:r>
              <a:rPr lang="en-US"/>
              <a:t>.</a:t>
            </a: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59336" y="921148"/>
            <a:ext cx="9956339" cy="7825219"/>
          </a:xfrm>
          <a:prstGeom prst="rect">
            <a:avLst/>
          </a:prstGeom>
          <a:noFill/>
        </p:spPr>
        <p:txBody>
          <a:bodyPr wrap="square">
            <a:spAutoFit/>
          </a:bodyPr>
          <a:lstStyle/>
          <a:p>
            <a:pPr algn="ctr"/>
            <a:r>
              <a:rPr lang="en-NZ" b="1" u="sng">
                <a:latin typeface="Arial" pitchFamily="34" charset="0"/>
                <a:cs typeface="Arial" pitchFamily="34" charset="0"/>
              </a:rPr>
              <a:t>Assessment 2</a:t>
            </a:r>
          </a:p>
          <a:p>
            <a:endParaRPr lang="en-NZ">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Critically evaluate the role of a business analyst in the chosen </a:t>
            </a:r>
            <a:r>
              <a:rPr lang="en-US" sz="2400" err="1">
                <a:latin typeface="Arial" pitchFamily="34" charset="0"/>
                <a:cs typeface="Arial" pitchFamily="34" charset="0"/>
              </a:rPr>
              <a:t>organisation</a:t>
            </a:r>
            <a:r>
              <a:rPr lang="en-US" sz="2400">
                <a:latin typeface="Arial" pitchFamily="34" charset="0"/>
                <a:cs typeface="Arial" pitchFamily="34" charset="0"/>
              </a:rPr>
              <a:t>. </a:t>
            </a:r>
          </a:p>
          <a:p>
            <a:pPr fontAlgn="base">
              <a:buFont typeface="Arial" pitchFamily="34" charset="0"/>
              <a:buChar char="•"/>
            </a:pPr>
            <a:endParaRPr lang="en-US" sz="2400">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Critically </a:t>
            </a:r>
            <a:r>
              <a:rPr lang="en-US" sz="2400" err="1">
                <a:latin typeface="Arial" pitchFamily="34" charset="0"/>
                <a:cs typeface="Arial" pitchFamily="34" charset="0"/>
              </a:rPr>
              <a:t>analyse</a:t>
            </a:r>
            <a:r>
              <a:rPr lang="en-US" sz="2400">
                <a:latin typeface="Arial" pitchFamily="34" charset="0"/>
                <a:cs typeface="Arial" pitchFamily="34" charset="0"/>
              </a:rPr>
              <a:t> at least two contemporary </a:t>
            </a:r>
            <a:r>
              <a:rPr lang="en-US" sz="2400" err="1">
                <a:latin typeface="Arial" pitchFamily="34" charset="0"/>
                <a:cs typeface="Arial" pitchFamily="34" charset="0"/>
              </a:rPr>
              <a:t>organisational</a:t>
            </a:r>
            <a:r>
              <a:rPr lang="en-US" sz="2400">
                <a:latin typeface="Arial" pitchFamily="34" charset="0"/>
                <a:cs typeface="Arial" pitchFamily="34" charset="0"/>
              </a:rPr>
              <a:t> issues that the </a:t>
            </a:r>
            <a:r>
              <a:rPr lang="en-US" sz="2400" err="1">
                <a:latin typeface="Arial" pitchFamily="34" charset="0"/>
                <a:cs typeface="Arial" pitchFamily="34" charset="0"/>
              </a:rPr>
              <a:t>organisation</a:t>
            </a:r>
            <a:r>
              <a:rPr lang="en-US" sz="2400">
                <a:latin typeface="Arial" pitchFamily="34" charset="0"/>
                <a:cs typeface="Arial" pitchFamily="34" charset="0"/>
              </a:rPr>
              <a:t> may face or is currently facing. </a:t>
            </a:r>
          </a:p>
          <a:p>
            <a:pPr fontAlgn="base">
              <a:buFont typeface="Arial" pitchFamily="34" charset="0"/>
              <a:buChar char="•"/>
            </a:pPr>
            <a:endParaRPr lang="en-US" sz="2400">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Critically apply at least two business analysis techniques to evaluate the issues faced by the </a:t>
            </a:r>
            <a:r>
              <a:rPr lang="en-US" sz="2400" err="1">
                <a:latin typeface="Arial" pitchFamily="34" charset="0"/>
                <a:cs typeface="Arial" pitchFamily="34" charset="0"/>
              </a:rPr>
              <a:t>organisation</a:t>
            </a:r>
            <a:r>
              <a:rPr lang="en-US" sz="2400">
                <a:latin typeface="Arial" pitchFamily="34" charset="0"/>
                <a:cs typeface="Arial" pitchFamily="34" charset="0"/>
              </a:rPr>
              <a:t>. </a:t>
            </a:r>
          </a:p>
          <a:p>
            <a:pPr fontAlgn="base">
              <a:buFont typeface="Arial" pitchFamily="34" charset="0"/>
              <a:buChar char="•"/>
            </a:pPr>
            <a:endParaRPr lang="en-US" sz="2400">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Propose and critically justify the alignment of solutions to the issues with the </a:t>
            </a:r>
            <a:r>
              <a:rPr lang="en-US" sz="2400" err="1">
                <a:latin typeface="Arial" pitchFamily="34" charset="0"/>
                <a:cs typeface="Arial" pitchFamily="34" charset="0"/>
              </a:rPr>
              <a:t>organisation’s</a:t>
            </a:r>
            <a:r>
              <a:rPr lang="en-US" sz="2400">
                <a:latin typeface="Arial" pitchFamily="34" charset="0"/>
                <a:cs typeface="Arial" pitchFamily="34" charset="0"/>
              </a:rPr>
              <a:t> strategic goals. </a:t>
            </a:r>
          </a:p>
          <a:p>
            <a:endParaRPr lang="en-NZ">
              <a:latin typeface="Arial" pitchFamily="34" charset="0"/>
              <a:cs typeface="Arial" pitchFamily="34" charset="0"/>
            </a:endParaRPr>
          </a:p>
          <a:p>
            <a:pPr>
              <a:buFont typeface="Arial" pitchFamily="34" charset="0"/>
              <a:buChar char="•"/>
            </a:pPr>
            <a:endParaRPr lang="en-NZ">
              <a:latin typeface="Arial" pitchFamily="34" charset="0"/>
              <a:cs typeface="Arial" pitchFamily="34" charset="0"/>
            </a:endParaRPr>
          </a:p>
          <a:p>
            <a:endParaRPr lang="en-US">
              <a:latin typeface="Arial" pitchFamily="34" charset="0"/>
              <a:cs typeface="Arial" pitchFamily="34" charset="0"/>
            </a:endParaRPr>
          </a:p>
          <a:p>
            <a:endParaRPr lang="en-US" b="1">
              <a:latin typeface="Arial" pitchFamily="34" charset="0"/>
              <a:cs typeface="Arial" pitchFamily="34" charset="0"/>
            </a:endParaRPr>
          </a:p>
          <a:p>
            <a:r>
              <a:rPr lang="en-US" b="1">
                <a:latin typeface="Arial" pitchFamily="34" charset="0"/>
                <a:cs typeface="Arial" pitchFamily="34" charset="0"/>
              </a:rPr>
              <a:t> </a:t>
            </a:r>
          </a:p>
          <a:p>
            <a:endParaRPr lang="en-US">
              <a:latin typeface="Arial" pitchFamily="34" charset="0"/>
              <a:cs typeface="Arial" pitchFamily="34" charset="0"/>
            </a:endParaRPr>
          </a:p>
          <a:p>
            <a:r>
              <a:rPr lang="en-US"/>
              <a:t>.</a:t>
            </a: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59336" y="921148"/>
            <a:ext cx="9956339" cy="9268563"/>
          </a:xfrm>
          <a:prstGeom prst="rect">
            <a:avLst/>
          </a:prstGeom>
          <a:noFill/>
        </p:spPr>
        <p:txBody>
          <a:bodyPr wrap="square" lIns="91440" tIns="45720" rIns="91440" bIns="45720" anchor="t">
            <a:spAutoFit/>
          </a:bodyPr>
          <a:lstStyle/>
          <a:p>
            <a:pPr algn="ctr"/>
            <a:r>
              <a:rPr lang="en-NZ" b="1" u="sng">
                <a:latin typeface="Arial" pitchFamily="34" charset="0"/>
                <a:cs typeface="Arial" pitchFamily="34" charset="0"/>
              </a:rPr>
              <a:t>Assessment 2</a:t>
            </a:r>
          </a:p>
          <a:p>
            <a:endParaRPr lang="en-NZ">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Critically evaluate the role of a business analyst in the chosen </a:t>
            </a:r>
            <a:r>
              <a:rPr lang="en-US" sz="2400" err="1">
                <a:latin typeface="Arial" pitchFamily="34" charset="0"/>
                <a:cs typeface="Arial" pitchFamily="34" charset="0"/>
              </a:rPr>
              <a:t>organisation</a:t>
            </a:r>
            <a:r>
              <a:rPr lang="en-US" sz="2400">
                <a:latin typeface="Arial" pitchFamily="34" charset="0"/>
                <a:cs typeface="Arial" pitchFamily="34" charset="0"/>
              </a:rPr>
              <a:t>. </a:t>
            </a:r>
          </a:p>
          <a:p>
            <a:pPr fontAlgn="base">
              <a:buFont typeface="Arial" pitchFamily="34" charset="0"/>
              <a:buChar char="•"/>
            </a:pPr>
            <a:endParaRPr lang="en-NZ" sz="2400">
              <a:latin typeface="Arial" pitchFamily="34" charset="0"/>
              <a:cs typeface="Arial" pitchFamily="34" charset="0"/>
            </a:endParaRPr>
          </a:p>
          <a:p>
            <a:pPr fontAlgn="base"/>
            <a:r>
              <a:rPr lang="en-NZ" sz="2400">
                <a:solidFill>
                  <a:srgbClr val="FF0000"/>
                </a:solidFill>
                <a:latin typeface="Arial" pitchFamily="34" charset="0"/>
                <a:cs typeface="Arial" pitchFamily="34" charset="0"/>
              </a:rPr>
              <a:t>Needs to be more detailed compared to 1</a:t>
            </a:r>
            <a:r>
              <a:rPr lang="en-NZ" sz="2400" baseline="30000">
                <a:solidFill>
                  <a:srgbClr val="FF0000"/>
                </a:solidFill>
                <a:latin typeface="Arial" pitchFamily="34" charset="0"/>
                <a:cs typeface="Arial" pitchFamily="34" charset="0"/>
              </a:rPr>
              <a:t>st</a:t>
            </a:r>
            <a:r>
              <a:rPr lang="en-NZ" sz="2400">
                <a:solidFill>
                  <a:srgbClr val="FF0000"/>
                </a:solidFill>
                <a:latin typeface="Arial" pitchFamily="34" charset="0"/>
                <a:cs typeface="Arial" pitchFamily="34" charset="0"/>
              </a:rPr>
              <a:t> assessment. Mention in good detail what is the role of the business analyst in the organisation, what are their activities, how does the BA add value. </a:t>
            </a:r>
            <a:endParaRPr lang="en-US" sz="2400">
              <a:solidFill>
                <a:srgbClr val="FF0000"/>
              </a:solidFill>
              <a:latin typeface="Arial" pitchFamily="34" charset="0"/>
              <a:cs typeface="Arial" pitchFamily="34" charset="0"/>
            </a:endParaRPr>
          </a:p>
          <a:p>
            <a:pPr fontAlgn="base">
              <a:buFont typeface="Arial" pitchFamily="34" charset="0"/>
              <a:buChar char="•"/>
            </a:pPr>
            <a:endParaRPr lang="en-US" sz="2400">
              <a:latin typeface="Arial" pitchFamily="34" charset="0"/>
              <a:cs typeface="Arial" pitchFamily="34" charset="0"/>
            </a:endParaRPr>
          </a:p>
          <a:p>
            <a:pPr fontAlgn="base">
              <a:buFont typeface="Arial" pitchFamily="34" charset="0"/>
              <a:buChar char="•"/>
            </a:pPr>
            <a:r>
              <a:rPr lang="en-US" sz="2400">
                <a:latin typeface="Arial" pitchFamily="34" charset="0"/>
                <a:cs typeface="Arial" pitchFamily="34" charset="0"/>
              </a:rPr>
              <a:t>Critically </a:t>
            </a:r>
            <a:r>
              <a:rPr lang="en-US" sz="2400" err="1">
                <a:latin typeface="Arial" pitchFamily="34" charset="0"/>
                <a:cs typeface="Arial" pitchFamily="34" charset="0"/>
              </a:rPr>
              <a:t>analyse</a:t>
            </a:r>
            <a:r>
              <a:rPr lang="en-US" sz="2400">
                <a:latin typeface="Arial" pitchFamily="34" charset="0"/>
                <a:cs typeface="Arial" pitchFamily="34" charset="0"/>
              </a:rPr>
              <a:t> at least two contemporary </a:t>
            </a:r>
            <a:r>
              <a:rPr lang="en-US" sz="2400" err="1">
                <a:latin typeface="Arial" pitchFamily="34" charset="0"/>
                <a:cs typeface="Arial" pitchFamily="34" charset="0"/>
              </a:rPr>
              <a:t>organisational</a:t>
            </a:r>
            <a:r>
              <a:rPr lang="en-US" sz="2400">
                <a:latin typeface="Arial" pitchFamily="34" charset="0"/>
                <a:cs typeface="Arial" pitchFamily="34" charset="0"/>
              </a:rPr>
              <a:t> issues that the </a:t>
            </a:r>
            <a:r>
              <a:rPr lang="en-US" sz="2400" err="1">
                <a:latin typeface="Arial" pitchFamily="34" charset="0"/>
                <a:cs typeface="Arial" pitchFamily="34" charset="0"/>
              </a:rPr>
              <a:t>organisation</a:t>
            </a:r>
            <a:r>
              <a:rPr lang="en-US" sz="2400">
                <a:latin typeface="Arial" pitchFamily="34" charset="0"/>
                <a:cs typeface="Arial" pitchFamily="34" charset="0"/>
              </a:rPr>
              <a:t> may face or is currently facing. </a:t>
            </a:r>
          </a:p>
          <a:p>
            <a:pPr fontAlgn="base">
              <a:buFont typeface="Arial" pitchFamily="34" charset="0"/>
              <a:buChar char="•"/>
            </a:pPr>
            <a:endParaRPr lang="en-NZ" sz="2400">
              <a:solidFill>
                <a:srgbClr val="FF0000"/>
              </a:solidFill>
              <a:latin typeface="Arial" pitchFamily="34" charset="0"/>
              <a:cs typeface="Arial" pitchFamily="34" charset="0"/>
            </a:endParaRPr>
          </a:p>
          <a:p>
            <a:pPr fontAlgn="base"/>
            <a:r>
              <a:rPr lang="en-NZ" sz="2400">
                <a:solidFill>
                  <a:srgbClr val="FF0000"/>
                </a:solidFill>
                <a:latin typeface="Arial"/>
                <a:cs typeface="Arial"/>
              </a:rPr>
              <a:t>Identify 2 organisational issues discuss the issues in detail. Think about how you can use either SWOT analysis or fishbone diagram or 5 why’s to evaluate those issues.</a:t>
            </a:r>
            <a:endParaRPr lang="en-US" sz="2400">
              <a:solidFill>
                <a:srgbClr val="FF0000"/>
              </a:solidFill>
              <a:latin typeface="Arial"/>
              <a:cs typeface="Arial"/>
            </a:endParaRPr>
          </a:p>
          <a:p>
            <a:pPr fontAlgn="base">
              <a:buFont typeface="Arial" pitchFamily="34" charset="0"/>
              <a:buChar char="•"/>
            </a:pPr>
            <a:endParaRPr lang="en-US" sz="2400">
              <a:latin typeface="Arial" pitchFamily="34" charset="0"/>
              <a:cs typeface="Arial" pitchFamily="34" charset="0"/>
            </a:endParaRPr>
          </a:p>
          <a:p>
            <a:pPr fontAlgn="base"/>
            <a:endParaRPr lang="en-US" sz="2400">
              <a:latin typeface="Arial" pitchFamily="34" charset="0"/>
              <a:cs typeface="Arial" pitchFamily="34" charset="0"/>
            </a:endParaRPr>
          </a:p>
          <a:p>
            <a:endParaRPr lang="en-NZ">
              <a:latin typeface="Arial" pitchFamily="34" charset="0"/>
              <a:cs typeface="Arial" pitchFamily="34" charset="0"/>
            </a:endParaRPr>
          </a:p>
          <a:p>
            <a:pPr>
              <a:buFont typeface="Arial" pitchFamily="34" charset="0"/>
              <a:buChar char="•"/>
            </a:pPr>
            <a:endParaRPr lang="en-NZ">
              <a:latin typeface="Arial" pitchFamily="34" charset="0"/>
              <a:cs typeface="Arial" pitchFamily="34" charset="0"/>
            </a:endParaRPr>
          </a:p>
          <a:p>
            <a:endParaRPr lang="en-US">
              <a:latin typeface="Arial" pitchFamily="34" charset="0"/>
              <a:cs typeface="Arial" pitchFamily="34" charset="0"/>
            </a:endParaRPr>
          </a:p>
          <a:p>
            <a:endParaRPr lang="en-US" b="1">
              <a:latin typeface="Arial" pitchFamily="34" charset="0"/>
              <a:cs typeface="Arial" pitchFamily="34" charset="0"/>
            </a:endParaRPr>
          </a:p>
          <a:p>
            <a:r>
              <a:rPr lang="en-US" b="1">
                <a:latin typeface="Arial" pitchFamily="34" charset="0"/>
                <a:cs typeface="Arial" pitchFamily="34" charset="0"/>
              </a:rPr>
              <a:t> </a:t>
            </a:r>
          </a:p>
          <a:p>
            <a:endParaRPr lang="en-US">
              <a:latin typeface="Arial" pitchFamily="34" charset="0"/>
              <a:cs typeface="Arial" pitchFamily="34" charset="0"/>
            </a:endParaRPr>
          </a:p>
          <a:p>
            <a:r>
              <a:rPr lang="en-US"/>
              <a:t>.</a:t>
            </a:r>
          </a:p>
          <a:p>
            <a:pPr marL="342900" indent="-342900"/>
            <a:endParaRPr lang="en-US"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870D3BA86E6BE4F8997A1E0DEEA3090" ma:contentTypeVersion="3" ma:contentTypeDescription="Create a new document." ma:contentTypeScope="" ma:versionID="f63ccfd2d90a5609d7b357da731e02ed">
  <xsd:schema xmlns:xsd="http://www.w3.org/2001/XMLSchema" xmlns:xs="http://www.w3.org/2001/XMLSchema" xmlns:p="http://schemas.microsoft.com/office/2006/metadata/properties" xmlns:ns2="ebad6200-df3b-4540-884d-ea21679cb150" targetNamespace="http://schemas.microsoft.com/office/2006/metadata/properties" ma:root="true" ma:fieldsID="4ad93bd7910780605ac07ea20a1b8420" ns2:_="">
    <xsd:import namespace="ebad6200-df3b-4540-884d-ea21679cb15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d6200-df3b-4540-884d-ea21679cb1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406DFD-9D46-4C8F-9319-6BCFD3F220D8}">
  <ds:schemaRefs>
    <ds:schemaRef ds:uri="http://schemas.microsoft.com/sharepoint/v3/contenttype/forms"/>
  </ds:schemaRefs>
</ds:datastoreItem>
</file>

<file path=customXml/itemProps2.xml><?xml version="1.0" encoding="utf-8"?>
<ds:datastoreItem xmlns:ds="http://schemas.openxmlformats.org/officeDocument/2006/customXml" ds:itemID="{E248BE5D-230D-44A6-AB55-81A6C1DF2961}">
  <ds:schemaRefs>
    <ds:schemaRef ds:uri="ebad6200-df3b-4540-884d-ea21679cb15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54239B-F5A4-4FC9-9AF2-246E5FCB239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Organic</Template>
  <Application>Microsoft Office PowerPoint</Application>
  <PresentationFormat>Widescreen</PresentationFormat>
  <Slides>12</Slides>
  <Notes>11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Organic</vt:lpstr>
      <vt:lpstr>MAMC01901 Business Analysis</vt:lpstr>
      <vt:lpstr>Agenda</vt:lpstr>
      <vt:lpstr>Root Cause Analysis</vt:lpstr>
      <vt:lpstr>Root Cause Analysis</vt:lpstr>
      <vt:lpstr>Fish Bone Diagram</vt:lpstr>
      <vt:lpstr>Fish Bone Diagram</vt:lpstr>
      <vt:lpstr>Fish Bone Diagram</vt:lpstr>
      <vt:lpstr>5 Whys</vt:lpstr>
      <vt:lpstr>5 Whys</vt:lpstr>
      <vt:lpstr>PowerPoint Presentation</vt:lpstr>
      <vt:lpstr>PowerPoint Presentation</vt:lpstr>
      <vt:lpstr>PowerPoint Presentation</vt:lpstr>
    </vt:vector>
  </TitlesOfParts>
  <Company>Otago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MAMC01901 Business Analysis</dc:title>
  <dc:creator>Shikha Shethia</dc:creator>
  <cp:revision>1</cp:revision>
  <dcterms:created xsi:type="dcterms:W3CDTF">2025-04-24T00:48:25Z</dcterms:created>
  <dcterms:modified xsi:type="dcterms:W3CDTF">2025-05-21T21:06:44Z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0x0101006870D3BA86E6BE4F8997A1E0DEEA3090</vt:lpwstr>
  </property>
</Properties>
</file>