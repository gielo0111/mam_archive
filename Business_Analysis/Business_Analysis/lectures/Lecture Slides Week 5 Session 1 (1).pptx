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57" r:id="rId5"/>
    <p:sldId id="378" r:id="rId6"/>
    <p:sldId id="435" r:id="rId7"/>
    <p:sldId id="446" r:id="rId8"/>
    <p:sldId id="448" r:id="rId9"/>
    <p:sldId id="449" r:id="rId10"/>
    <p:sldId id="450" r:id="rId11"/>
    <p:sldId id="452" r:id="rId12"/>
    <p:sldId id="451" r:id="rId13"/>
    <p:sldId id="453" r:id="rId14"/>
    <p:sldId id="438" r:id="rId15"/>
    <p:sldId id="454" r:id="rId16"/>
    <p:sldId id="455" r:id="rId17"/>
    <p:sldId id="456" r:id="rId18"/>
    <p:sldId id="428" r:id="rId19"/>
    <p:sldId id="444" r:id="rId20"/>
    <p:sldId id="445" r:id="rId21"/>
    <p:sldId id="45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B76FE6-7560-59B1-3BB3-3A8325E06484}" v="118" dt="2025-05-26T20:29:42.8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86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kha Shethia" userId="47b3a058-8704-435c-a672-d87d78778a28" providerId="ADAL" clId="{11F1F5B0-91AD-4C9D-AB4F-65086B192639}"/>
    <pc:docChg chg="undo redo custSel addSld delSld modSld sldOrd">
      <pc:chgData name="Shikha Shethia" userId="47b3a058-8704-435c-a672-d87d78778a28" providerId="ADAL" clId="{11F1F5B0-91AD-4C9D-AB4F-65086B192639}" dt="2025-04-24T05:18:43.374" v="1951" actId="1076"/>
      <pc:docMkLst>
        <pc:docMk/>
      </pc:docMkLst>
      <pc:sldChg chg="addSp delSp modSp mod setBg delDesignElem">
        <pc:chgData name="Shikha Shethia" userId="47b3a058-8704-435c-a672-d87d78778a28" providerId="ADAL" clId="{11F1F5B0-91AD-4C9D-AB4F-65086B192639}" dt="2025-04-24T05:18:43.374" v="1951" actId="1076"/>
        <pc:sldMkLst>
          <pc:docMk/>
          <pc:sldMk cId="1541530555" sldId="257"/>
        </pc:sldMkLst>
        <pc:spChg chg="mod">
          <ac:chgData name="Shikha Shethia" userId="47b3a058-8704-435c-a672-d87d78778a28" providerId="ADAL" clId="{11F1F5B0-91AD-4C9D-AB4F-65086B192639}" dt="2025-04-24T00:59:43.706" v="71" actId="26606"/>
          <ac:spMkLst>
            <pc:docMk/>
            <pc:sldMk cId="1541530555" sldId="257"/>
            <ac:spMk id="2" creationId="{49BBFCA9-33B3-1540-904F-A1E7F6D079F4}"/>
          </ac:spMkLst>
        </pc:spChg>
        <pc:spChg chg="mod">
          <ac:chgData name="Shikha Shethia" userId="47b3a058-8704-435c-a672-d87d78778a28" providerId="ADAL" clId="{11F1F5B0-91AD-4C9D-AB4F-65086B192639}" dt="2025-04-24T00:59:43.706" v="71" actId="26606"/>
          <ac:spMkLst>
            <pc:docMk/>
            <pc:sldMk cId="1541530555" sldId="257"/>
            <ac:spMk id="3" creationId="{AC93C8EE-593C-F74F-990D-83AA3B6C8156}"/>
          </ac:spMkLst>
        </pc:spChg>
        <pc:spChg chg="add">
          <ac:chgData name="Shikha Shethia" userId="47b3a058-8704-435c-a672-d87d78778a28" providerId="ADAL" clId="{11F1F5B0-91AD-4C9D-AB4F-65086B192639}" dt="2025-04-24T00:59:43.706" v="71" actId="26606"/>
          <ac:spMkLst>
            <pc:docMk/>
            <pc:sldMk cId="1541530555" sldId="257"/>
            <ac:spMk id="2052" creationId="{8B226A40-22CC-40E5-9EC4-5163536C62A0}"/>
          </ac:spMkLst>
        </pc:spChg>
        <pc:spChg chg="del">
          <ac:chgData name="Shikha Shethia" userId="47b3a058-8704-435c-a672-d87d78778a28" providerId="ADAL" clId="{11F1F5B0-91AD-4C9D-AB4F-65086B192639}" dt="2025-04-24T00:59:28.936" v="69"/>
          <ac:spMkLst>
            <pc:docMk/>
            <pc:sldMk cId="1541530555" sldId="257"/>
            <ac:spMk id="2055" creationId="{932495F0-C5CB-4823-AE70-EED61EBAB1BD}"/>
          </ac:spMkLst>
        </pc:spChg>
        <pc:spChg chg="del">
          <ac:chgData name="Shikha Shethia" userId="47b3a058-8704-435c-a672-d87d78778a28" providerId="ADAL" clId="{11F1F5B0-91AD-4C9D-AB4F-65086B192639}" dt="2025-04-24T00:59:28.936" v="69"/>
          <ac:spMkLst>
            <pc:docMk/>
            <pc:sldMk cId="1541530555" sldId="257"/>
            <ac:spMk id="2057" creationId="{CB8B9C25-D80D-48EC-B83A-231219A80C3F}"/>
          </ac:spMkLst>
        </pc:spChg>
        <pc:spChg chg="del">
          <ac:chgData name="Shikha Shethia" userId="47b3a058-8704-435c-a672-d87d78778a28" providerId="ADAL" clId="{11F1F5B0-91AD-4C9D-AB4F-65086B192639}" dt="2025-04-24T00:59:28.936" v="69"/>
          <ac:spMkLst>
            <pc:docMk/>
            <pc:sldMk cId="1541530555" sldId="257"/>
            <ac:spMk id="2059" creationId="{601CC70B-8875-45A1-8AFD-7D546E3C0C16}"/>
          </ac:spMkLst>
        </pc:spChg>
        <pc:spChg chg="add">
          <ac:chgData name="Shikha Shethia" userId="47b3a058-8704-435c-a672-d87d78778a28" providerId="ADAL" clId="{11F1F5B0-91AD-4C9D-AB4F-65086B192639}" dt="2025-04-24T00:59:43.706" v="71" actId="26606"/>
          <ac:spMkLst>
            <pc:docMk/>
            <pc:sldMk cId="1541530555" sldId="257"/>
            <ac:spMk id="2063" creationId="{9D2CA3DB-2141-4DE2-9F8A-9E5561DDFDA7}"/>
          </ac:spMkLst>
        </pc:spChg>
        <pc:grpChg chg="add">
          <ac:chgData name="Shikha Shethia" userId="47b3a058-8704-435c-a672-d87d78778a28" providerId="ADAL" clId="{11F1F5B0-91AD-4C9D-AB4F-65086B192639}" dt="2025-04-24T00:59:43.706" v="71" actId="26606"/>
          <ac:grpSpMkLst>
            <pc:docMk/>
            <pc:sldMk cId="1541530555" sldId="257"/>
            <ac:grpSpMk id="2053" creationId="{6BB9B7D3-101C-4F55-A956-62DA4AAD40E3}"/>
          </ac:grpSpMkLst>
        </pc:grpChg>
        <pc:picChg chg="del mod">
          <ac:chgData name="Shikha Shethia" userId="47b3a058-8704-435c-a672-d87d78778a28" providerId="ADAL" clId="{11F1F5B0-91AD-4C9D-AB4F-65086B192639}" dt="2025-04-24T05:18:25.926" v="1943" actId="478"/>
          <ac:picMkLst>
            <pc:docMk/>
            <pc:sldMk cId="1541530555" sldId="257"/>
            <ac:picMk id="4" creationId="{B8DD4FC0-4B6E-AE74-AA45-AE99A3F6ED03}"/>
          </ac:picMkLst>
        </pc:picChg>
        <pc:picChg chg="add mod">
          <ac:chgData name="Shikha Shethia" userId="47b3a058-8704-435c-a672-d87d78778a28" providerId="ADAL" clId="{11F1F5B0-91AD-4C9D-AB4F-65086B192639}" dt="2025-04-24T05:18:43.374" v="1951" actId="1076"/>
          <ac:picMkLst>
            <pc:docMk/>
            <pc:sldMk cId="1541530555" sldId="257"/>
            <ac:picMk id="6" creationId="{0747DBC0-6181-FB00-4C94-606735BE6CEA}"/>
          </ac:picMkLst>
        </pc:picChg>
        <pc:picChg chg="mod">
          <ac:chgData name="Shikha Shethia" userId="47b3a058-8704-435c-a672-d87d78778a28" providerId="ADAL" clId="{11F1F5B0-91AD-4C9D-AB4F-65086B192639}" dt="2025-04-24T00:59:43.706" v="71" actId="26606"/>
          <ac:picMkLst>
            <pc:docMk/>
            <pc:sldMk cId="1541530555" sldId="257"/>
            <ac:picMk id="2050" creationId="{B262EEE1-457B-56DE-8B21-312BA4D4F998}"/>
          </ac:picMkLst>
        </pc:picChg>
        <pc:cxnChg chg="add">
          <ac:chgData name="Shikha Shethia" userId="47b3a058-8704-435c-a672-d87d78778a28" providerId="ADAL" clId="{11F1F5B0-91AD-4C9D-AB4F-65086B192639}" dt="2025-04-24T00:59:43.706" v="71" actId="26606"/>
          <ac:cxnSpMkLst>
            <pc:docMk/>
            <pc:sldMk cId="1541530555" sldId="257"/>
            <ac:cxnSpMk id="2065" creationId="{1214B64F-D291-4308-B071-A2678ED782A7}"/>
          </ac:cxnSpMkLst>
        </pc:cxnChg>
      </pc:sldChg>
      <pc:sldChg chg="addSp delSp modSp add mod setBg delDesignElem">
        <pc:chgData name="Shikha Shethia" userId="47b3a058-8704-435c-a672-d87d78778a28" providerId="ADAL" clId="{11F1F5B0-91AD-4C9D-AB4F-65086B192639}" dt="2025-04-24T01:06:50.098" v="162"/>
        <pc:sldMkLst>
          <pc:docMk/>
          <pc:sldMk cId="182643743" sldId="352"/>
        </pc:sldMkLst>
        <pc:spChg chg="add">
          <ac:chgData name="Shikha Shethia" userId="47b3a058-8704-435c-a672-d87d78778a28" providerId="ADAL" clId="{11F1F5B0-91AD-4C9D-AB4F-65086B192639}" dt="2025-04-24T01:05:56.498" v="136"/>
          <ac:spMkLst>
            <pc:docMk/>
            <pc:sldMk cId="182643743" sldId="352"/>
            <ac:spMk id="2" creationId="{EBADADE2-54D2-483A-3158-680925E05FC9}"/>
          </ac:spMkLst>
        </pc:spChg>
        <pc:spChg chg="add mod">
          <ac:chgData name="Shikha Shethia" userId="47b3a058-8704-435c-a672-d87d78778a28" providerId="ADAL" clId="{11F1F5B0-91AD-4C9D-AB4F-65086B192639}" dt="2025-04-24T01:06:00.744" v="138"/>
          <ac:spMkLst>
            <pc:docMk/>
            <pc:sldMk cId="182643743" sldId="352"/>
            <ac:spMk id="3" creationId="{E5784101-5046-3A25-A441-49BCBB1DDF09}"/>
          </ac:spMkLst>
        </pc:spChg>
        <pc:spChg chg="add">
          <ac:chgData name="Shikha Shethia" userId="47b3a058-8704-435c-a672-d87d78778a28" providerId="ADAL" clId="{11F1F5B0-91AD-4C9D-AB4F-65086B192639}" dt="2025-04-24T01:06:20.481" v="142"/>
          <ac:spMkLst>
            <pc:docMk/>
            <pc:sldMk cId="182643743" sldId="352"/>
            <ac:spMk id="4" creationId="{21E5877E-140B-BCA4-C703-9EDF3B054BF8}"/>
          </ac:spMkLst>
        </pc:spChg>
        <pc:spChg chg="mod">
          <ac:chgData name="Shikha Shethia" userId="47b3a058-8704-435c-a672-d87d78778a28" providerId="ADAL" clId="{11F1F5B0-91AD-4C9D-AB4F-65086B192639}" dt="2025-04-24T01:06:50.098" v="162"/>
          <ac:spMkLst>
            <pc:docMk/>
            <pc:sldMk cId="182643743" sldId="352"/>
            <ac:spMk id="6" creationId="{5B69BE9B-D2F4-A99A-BA1D-6589B4F26E88}"/>
          </ac:spMkLst>
        </pc:spChg>
        <pc:spChg chg="add">
          <ac:chgData name="Shikha Shethia" userId="47b3a058-8704-435c-a672-d87d78778a28" providerId="ADAL" clId="{11F1F5B0-91AD-4C9D-AB4F-65086B192639}" dt="2025-04-24T01:06:24.141" v="145"/>
          <ac:spMkLst>
            <pc:docMk/>
            <pc:sldMk cId="182643743" sldId="352"/>
            <ac:spMk id="7" creationId="{63752443-4068-CF23-33E8-FB4E9F766698}"/>
          </ac:spMkLst>
        </pc:spChg>
        <pc:spChg chg="del">
          <ac:chgData name="Shikha Shethia" userId="47b3a058-8704-435c-a672-d87d78778a28" providerId="ADAL" clId="{11F1F5B0-91AD-4C9D-AB4F-65086B192639}" dt="2025-04-24T01:04:17.339" v="98"/>
          <ac:spMkLst>
            <pc:docMk/>
            <pc:sldMk cId="182643743" sldId="352"/>
            <ac:spMk id="250890" creationId="{22AC0F86-9A78-4E84-A4B4-ADB8B2629A0C}"/>
          </ac:spMkLst>
        </pc:spChg>
        <pc:spChg chg="del">
          <ac:chgData name="Shikha Shethia" userId="47b3a058-8704-435c-a672-d87d78778a28" providerId="ADAL" clId="{11F1F5B0-91AD-4C9D-AB4F-65086B192639}" dt="2025-04-24T01:04:17.339" v="98"/>
          <ac:spMkLst>
            <pc:docMk/>
            <pc:sldMk cId="182643743" sldId="352"/>
            <ac:spMk id="250898" creationId="{69A54E25-1C05-48E5-A5CC-3778C1D3632D}"/>
          </ac:spMkLst>
        </pc:spChg>
        <pc:grpChg chg="del">
          <ac:chgData name="Shikha Shethia" userId="47b3a058-8704-435c-a672-d87d78778a28" providerId="ADAL" clId="{11F1F5B0-91AD-4C9D-AB4F-65086B192639}" dt="2025-04-24T01:04:17.339" v="98"/>
          <ac:grpSpMkLst>
            <pc:docMk/>
            <pc:sldMk cId="182643743" sldId="352"/>
            <ac:grpSpMk id="250892" creationId="{4AF78B9E-8BE2-4706-9377-A05FA25ABABF}"/>
          </ac:grpSpMkLst>
        </pc:grpChg>
        <pc:cxnChg chg="del">
          <ac:chgData name="Shikha Shethia" userId="47b3a058-8704-435c-a672-d87d78778a28" providerId="ADAL" clId="{11F1F5B0-91AD-4C9D-AB4F-65086B192639}" dt="2025-04-24T01:04:17.339" v="98"/>
          <ac:cxnSpMkLst>
            <pc:docMk/>
            <pc:sldMk cId="182643743" sldId="352"/>
            <ac:cxnSpMk id="250900" creationId="{0E5D0023-B23E-4823-8D72-B07FFF8CAE96}"/>
          </ac:cxnSpMkLst>
        </pc:cxnChg>
      </pc:sldChg>
      <pc:sldChg chg="delSp modSp add mod modAnim">
        <pc:chgData name="Shikha Shethia" userId="47b3a058-8704-435c-a672-d87d78778a28" providerId="ADAL" clId="{11F1F5B0-91AD-4C9D-AB4F-65086B192639}" dt="2025-04-24T01:51:12.398" v="640" actId="20577"/>
        <pc:sldMkLst>
          <pc:docMk/>
          <pc:sldMk cId="2223899082" sldId="353"/>
        </pc:sldMkLst>
        <pc:spChg chg="del">
          <ac:chgData name="Shikha Shethia" userId="47b3a058-8704-435c-a672-d87d78778a28" providerId="ADAL" clId="{11F1F5B0-91AD-4C9D-AB4F-65086B192639}" dt="2025-04-24T01:47:35.158" v="580" actId="478"/>
          <ac:spMkLst>
            <pc:docMk/>
            <pc:sldMk cId="2223899082" sldId="353"/>
            <ac:spMk id="2" creationId="{165F855A-86B0-A538-10F7-59C0B927DEDB}"/>
          </ac:spMkLst>
        </pc:spChg>
        <pc:spChg chg="mod">
          <ac:chgData name="Shikha Shethia" userId="47b3a058-8704-435c-a672-d87d78778a28" providerId="ADAL" clId="{11F1F5B0-91AD-4C9D-AB4F-65086B192639}" dt="2025-04-24T01:51:12.398" v="640" actId="20577"/>
          <ac:spMkLst>
            <pc:docMk/>
            <pc:sldMk cId="2223899082" sldId="353"/>
            <ac:spMk id="15363" creationId="{063053B2-E4CB-634B-ADDC-4BF2E076FB9E}"/>
          </ac:spMkLst>
        </pc:spChg>
      </pc:sldChg>
      <pc:sldChg chg="delSp modSp add mod">
        <pc:chgData name="Shikha Shethia" userId="47b3a058-8704-435c-a672-d87d78778a28" providerId="ADAL" clId="{11F1F5B0-91AD-4C9D-AB4F-65086B192639}" dt="2025-04-24T02:31:58.386" v="873" actId="20577"/>
        <pc:sldMkLst>
          <pc:docMk/>
          <pc:sldMk cId="3754895526" sldId="358"/>
        </pc:sldMkLst>
        <pc:spChg chg="mod">
          <ac:chgData name="Shikha Shethia" userId="47b3a058-8704-435c-a672-d87d78778a28" providerId="ADAL" clId="{11F1F5B0-91AD-4C9D-AB4F-65086B192639}" dt="2025-04-24T02:04:26.604" v="713" actId="1076"/>
          <ac:spMkLst>
            <pc:docMk/>
            <pc:sldMk cId="3754895526" sldId="358"/>
            <ac:spMk id="2" creationId="{A5EAF141-2172-B431-996F-EA66C23FD5B8}"/>
          </ac:spMkLst>
        </pc:spChg>
        <pc:spChg chg="mod">
          <ac:chgData name="Shikha Shethia" userId="47b3a058-8704-435c-a672-d87d78778a28" providerId="ADAL" clId="{11F1F5B0-91AD-4C9D-AB4F-65086B192639}" dt="2025-04-24T02:31:58.386" v="873" actId="20577"/>
          <ac:spMkLst>
            <pc:docMk/>
            <pc:sldMk cId="3754895526" sldId="358"/>
            <ac:spMk id="3" creationId="{DC6AD25E-4E5A-C7AB-76B4-708E1F02EFC2}"/>
          </ac:spMkLst>
        </pc:spChg>
        <pc:picChg chg="del">
          <ac:chgData name="Shikha Shethia" userId="47b3a058-8704-435c-a672-d87d78778a28" providerId="ADAL" clId="{11F1F5B0-91AD-4C9D-AB4F-65086B192639}" dt="2025-04-24T02:04:16.243" v="711" actId="478"/>
          <ac:picMkLst>
            <pc:docMk/>
            <pc:sldMk cId="3754895526" sldId="358"/>
            <ac:picMk id="2050" creationId="{84C23FF7-99C5-7983-6985-ABD1EF6CEA2A}"/>
          </ac:picMkLst>
        </pc:picChg>
      </pc:sldChg>
      <pc:sldChg chg="delSp modSp add mod setBg">
        <pc:chgData name="Shikha Shethia" userId="47b3a058-8704-435c-a672-d87d78778a28" providerId="ADAL" clId="{11F1F5B0-91AD-4C9D-AB4F-65086B192639}" dt="2025-04-24T04:25:13.527" v="1405" actId="478"/>
        <pc:sldMkLst>
          <pc:docMk/>
          <pc:sldMk cId="2923676125" sldId="366"/>
        </pc:sldMkLst>
        <pc:spChg chg="del">
          <ac:chgData name="Shikha Shethia" userId="47b3a058-8704-435c-a672-d87d78778a28" providerId="ADAL" clId="{11F1F5B0-91AD-4C9D-AB4F-65086B192639}" dt="2025-04-24T04:25:13.527" v="1405" actId="478"/>
          <ac:spMkLst>
            <pc:docMk/>
            <pc:sldMk cId="2923676125" sldId="366"/>
            <ac:spMk id="4" creationId="{DAAE63B3-FC5B-7E70-031D-AB55B5BDCE4E}"/>
          </ac:spMkLst>
        </pc:spChg>
        <pc:spChg chg="mod">
          <ac:chgData name="Shikha Shethia" userId="47b3a058-8704-435c-a672-d87d78778a28" providerId="ADAL" clId="{11F1F5B0-91AD-4C9D-AB4F-65086B192639}" dt="2025-04-24T04:24:59.566" v="1401" actId="20577"/>
          <ac:spMkLst>
            <pc:docMk/>
            <pc:sldMk cId="2923676125" sldId="366"/>
            <ac:spMk id="5" creationId="{5AA11C9F-4B32-8551-3D89-5F932A25E698}"/>
          </ac:spMkLst>
        </pc:spChg>
        <pc:spChg chg="del">
          <ac:chgData name="Shikha Shethia" userId="47b3a058-8704-435c-a672-d87d78778a28" providerId="ADAL" clId="{11F1F5B0-91AD-4C9D-AB4F-65086B192639}" dt="2025-04-24T04:25:09.096" v="1403" actId="478"/>
          <ac:spMkLst>
            <pc:docMk/>
            <pc:sldMk cId="2923676125" sldId="366"/>
            <ac:spMk id="6" creationId="{6957CA81-8BFC-A568-9BDD-1D7D31F06160}"/>
          </ac:spMkLst>
        </pc:spChg>
        <pc:spChg chg="del">
          <ac:chgData name="Shikha Shethia" userId="47b3a058-8704-435c-a672-d87d78778a28" providerId="ADAL" clId="{11F1F5B0-91AD-4C9D-AB4F-65086B192639}" dt="2025-04-24T04:25:11.515" v="1404" actId="478"/>
          <ac:spMkLst>
            <pc:docMk/>
            <pc:sldMk cId="2923676125" sldId="366"/>
            <ac:spMk id="7" creationId="{2B3F5B43-64D4-E039-989A-C720A03AFF2D}"/>
          </ac:spMkLst>
        </pc:spChg>
        <pc:picChg chg="del">
          <ac:chgData name="Shikha Shethia" userId="47b3a058-8704-435c-a672-d87d78778a28" providerId="ADAL" clId="{11F1F5B0-91AD-4C9D-AB4F-65086B192639}" dt="2025-04-24T04:25:06.556" v="1402" actId="478"/>
          <ac:picMkLst>
            <pc:docMk/>
            <pc:sldMk cId="2923676125" sldId="366"/>
            <ac:picMk id="3" creationId="{9B34CDBC-59AD-3130-218F-DB17645F86CB}"/>
          </ac:picMkLst>
        </pc:picChg>
      </pc:sldChg>
      <pc:sldChg chg="modSp add mod">
        <pc:chgData name="Shikha Shethia" userId="47b3a058-8704-435c-a672-d87d78778a28" providerId="ADAL" clId="{11F1F5B0-91AD-4C9D-AB4F-65086B192639}" dt="2025-04-24T05:02:46.835" v="1836" actId="20577"/>
        <pc:sldMkLst>
          <pc:docMk/>
          <pc:sldMk cId="1019494680" sldId="370"/>
        </pc:sldMkLst>
        <pc:spChg chg="mod">
          <ac:chgData name="Shikha Shethia" userId="47b3a058-8704-435c-a672-d87d78778a28" providerId="ADAL" clId="{11F1F5B0-91AD-4C9D-AB4F-65086B192639}" dt="2025-04-24T05:02:46.835" v="1836" actId="20577"/>
          <ac:spMkLst>
            <pc:docMk/>
            <pc:sldMk cId="1019494680" sldId="370"/>
            <ac:spMk id="3" creationId="{C671A7E4-F024-38C1-DC35-32B091CF626A}"/>
          </ac:spMkLst>
        </pc:spChg>
      </pc:sldChg>
      <pc:sldChg chg="modSp add mod modAnim">
        <pc:chgData name="Shikha Shethia" userId="47b3a058-8704-435c-a672-d87d78778a28" providerId="ADAL" clId="{11F1F5B0-91AD-4C9D-AB4F-65086B192639}" dt="2025-04-24T01:45:31.051" v="560" actId="113"/>
        <pc:sldMkLst>
          <pc:docMk/>
          <pc:sldMk cId="235746361" sldId="373"/>
        </pc:sldMkLst>
        <pc:spChg chg="mod">
          <ac:chgData name="Shikha Shethia" userId="47b3a058-8704-435c-a672-d87d78778a28" providerId="ADAL" clId="{11F1F5B0-91AD-4C9D-AB4F-65086B192639}" dt="2025-04-24T01:45:31.051" v="560" actId="113"/>
          <ac:spMkLst>
            <pc:docMk/>
            <pc:sldMk cId="235746361" sldId="373"/>
            <ac:spMk id="15363" creationId="{063053B2-E4CB-634B-ADDC-4BF2E076FB9E}"/>
          </ac:spMkLst>
        </pc:spChg>
      </pc:sldChg>
      <pc:sldChg chg="modSp add">
        <pc:chgData name="Shikha Shethia" userId="47b3a058-8704-435c-a672-d87d78778a28" providerId="ADAL" clId="{11F1F5B0-91AD-4C9D-AB4F-65086B192639}" dt="2025-04-24T01:03:32.090" v="96" actId="20577"/>
        <pc:sldMkLst>
          <pc:docMk/>
          <pc:sldMk cId="1163813000" sldId="377"/>
        </pc:sldMkLst>
        <pc:spChg chg="mod">
          <ac:chgData name="Shikha Shethia" userId="47b3a058-8704-435c-a672-d87d78778a28" providerId="ADAL" clId="{11F1F5B0-91AD-4C9D-AB4F-65086B192639}" dt="2025-04-24T01:03:32.090" v="96" actId="20577"/>
          <ac:spMkLst>
            <pc:docMk/>
            <pc:sldMk cId="1163813000" sldId="377"/>
            <ac:spMk id="5" creationId="{063053B2-E4CB-634B-ADDC-4BF2E076FB9E}"/>
          </ac:spMkLst>
        </pc:spChg>
      </pc:sldChg>
      <pc:sldChg chg="addSp delSp modSp add mod setBg delDesignElem">
        <pc:chgData name="Shikha Shethia" userId="47b3a058-8704-435c-a672-d87d78778a28" providerId="ADAL" clId="{11F1F5B0-91AD-4C9D-AB4F-65086B192639}" dt="2025-04-24T01:00:07.974" v="76" actId="26606"/>
        <pc:sldMkLst>
          <pc:docMk/>
          <pc:sldMk cId="1828748559" sldId="378"/>
        </pc:sldMkLst>
        <pc:spChg chg="mod">
          <ac:chgData name="Shikha Shethia" userId="47b3a058-8704-435c-a672-d87d78778a28" providerId="ADAL" clId="{11F1F5B0-91AD-4C9D-AB4F-65086B192639}" dt="2025-04-24T01:00:07.974" v="76" actId="26606"/>
          <ac:spMkLst>
            <pc:docMk/>
            <pc:sldMk cId="1828748559" sldId="378"/>
            <ac:spMk id="3" creationId="{C214F149-7B7A-1832-375F-486A7576785E}"/>
          </ac:spMkLst>
        </pc:spChg>
        <pc:spChg chg="mod">
          <ac:chgData name="Shikha Shethia" userId="47b3a058-8704-435c-a672-d87d78778a28" providerId="ADAL" clId="{11F1F5B0-91AD-4C9D-AB4F-65086B192639}" dt="2025-04-24T01:00:07.974" v="76" actId="26606"/>
          <ac:spMkLst>
            <pc:docMk/>
            <pc:sldMk cId="1828748559" sldId="378"/>
            <ac:spMk id="250885" creationId="{E3635AB3-6134-EF4F-954E-CDEA56CFB99B}"/>
          </ac:spMkLst>
        </pc:spChg>
        <pc:spChg chg="add del">
          <ac:chgData name="Shikha Shethia" userId="47b3a058-8704-435c-a672-d87d78778a28" providerId="ADAL" clId="{11F1F5B0-91AD-4C9D-AB4F-65086B192639}" dt="2025-04-24T01:00:01.192" v="73" actId="26606"/>
          <ac:spMkLst>
            <pc:docMk/>
            <pc:sldMk cId="1828748559" sldId="378"/>
            <ac:spMk id="250887" creationId="{52723366-C73B-4ED6-ADEF-29911C6BC55F}"/>
          </ac:spMkLst>
        </pc:spChg>
        <pc:spChg chg="add del">
          <ac:chgData name="Shikha Shethia" userId="47b3a058-8704-435c-a672-d87d78778a28" providerId="ADAL" clId="{11F1F5B0-91AD-4C9D-AB4F-65086B192639}" dt="2025-04-24T01:00:01.192" v="73" actId="26606"/>
          <ac:spMkLst>
            <pc:docMk/>
            <pc:sldMk cId="1828748559" sldId="378"/>
            <ac:spMk id="250888" creationId="{847A4152-8E41-4D1C-B88C-57C5C430A69E}"/>
          </ac:spMkLst>
        </pc:spChg>
        <pc:spChg chg="add del">
          <ac:chgData name="Shikha Shethia" userId="47b3a058-8704-435c-a672-d87d78778a28" providerId="ADAL" clId="{11F1F5B0-91AD-4C9D-AB4F-65086B192639}" dt="2025-04-24T01:00:01.192" v="73" actId="26606"/>
          <ac:spMkLst>
            <pc:docMk/>
            <pc:sldMk cId="1828748559" sldId="378"/>
            <ac:spMk id="250889" creationId="{999F76F5-72D4-4814-9169-8F535AEEB809}"/>
          </ac:spMkLst>
        </pc:spChg>
        <pc:spChg chg="add del">
          <ac:chgData name="Shikha Shethia" userId="47b3a058-8704-435c-a672-d87d78778a28" providerId="ADAL" clId="{11F1F5B0-91AD-4C9D-AB4F-65086B192639}" dt="2025-04-24T00:59:28.936" v="69"/>
          <ac:spMkLst>
            <pc:docMk/>
            <pc:sldMk cId="1828748559" sldId="378"/>
            <ac:spMk id="250890" creationId="{DAF1966E-FD40-4A4A-B61B-C4DF7FA05F06}"/>
          </ac:spMkLst>
        </pc:spChg>
        <pc:spChg chg="add del">
          <ac:chgData name="Shikha Shethia" userId="47b3a058-8704-435c-a672-d87d78778a28" providerId="ADAL" clId="{11F1F5B0-91AD-4C9D-AB4F-65086B192639}" dt="2025-04-24T01:00:01.192" v="73" actId="26606"/>
          <ac:spMkLst>
            <pc:docMk/>
            <pc:sldMk cId="1828748559" sldId="378"/>
            <ac:spMk id="250891" creationId="{C6202988-4466-42C5-B33A-AFABF051B4FE}"/>
          </ac:spMkLst>
        </pc:spChg>
        <pc:spChg chg="add del">
          <ac:chgData name="Shikha Shethia" userId="47b3a058-8704-435c-a672-d87d78778a28" providerId="ADAL" clId="{11F1F5B0-91AD-4C9D-AB4F-65086B192639}" dt="2025-04-24T00:59:28.936" v="69"/>
          <ac:spMkLst>
            <pc:docMk/>
            <pc:sldMk cId="1828748559" sldId="378"/>
            <ac:spMk id="250892" creationId="{047BFA19-D45E-416B-A404-7AF2F3F27017}"/>
          </ac:spMkLst>
        </pc:spChg>
        <pc:spChg chg="add del">
          <ac:chgData name="Shikha Shethia" userId="47b3a058-8704-435c-a672-d87d78778a28" providerId="ADAL" clId="{11F1F5B0-91AD-4C9D-AB4F-65086B192639}" dt="2025-04-24T01:00:07.912" v="75" actId="26606"/>
          <ac:spMkLst>
            <pc:docMk/>
            <pc:sldMk cId="1828748559" sldId="378"/>
            <ac:spMk id="250893" creationId="{29369C1F-C4A4-40B4-B6E0-2858C840F618}"/>
          </ac:spMkLst>
        </pc:spChg>
        <pc:spChg chg="add del">
          <ac:chgData name="Shikha Shethia" userId="47b3a058-8704-435c-a672-d87d78778a28" providerId="ADAL" clId="{11F1F5B0-91AD-4C9D-AB4F-65086B192639}" dt="2025-04-24T00:59:28.936" v="69"/>
          <ac:spMkLst>
            <pc:docMk/>
            <pc:sldMk cId="1828748559" sldId="378"/>
            <ac:spMk id="250894" creationId="{8E0105E7-23DB-4CF2-8258-FF47C7620F6E}"/>
          </ac:spMkLst>
        </pc:spChg>
        <pc:spChg chg="add del">
          <ac:chgData name="Shikha Shethia" userId="47b3a058-8704-435c-a672-d87d78778a28" providerId="ADAL" clId="{11F1F5B0-91AD-4C9D-AB4F-65086B192639}" dt="2025-04-24T00:59:28.936" v="69"/>
          <ac:spMkLst>
            <pc:docMk/>
            <pc:sldMk cId="1828748559" sldId="378"/>
            <ac:spMk id="250896" creationId="{074B4F7D-14B2-478B-8BF5-01E4E0C5D263}"/>
          </ac:spMkLst>
        </pc:spChg>
        <pc:spChg chg="add">
          <ac:chgData name="Shikha Shethia" userId="47b3a058-8704-435c-a672-d87d78778a28" providerId="ADAL" clId="{11F1F5B0-91AD-4C9D-AB4F-65086B192639}" dt="2025-04-24T01:00:07.974" v="76" actId="26606"/>
          <ac:spMkLst>
            <pc:docMk/>
            <pc:sldMk cId="1828748559" sldId="378"/>
            <ac:spMk id="250899" creationId="{B7328C2D-38F0-4C80-9EA5-A1AD0D6B2022}"/>
          </ac:spMkLst>
        </pc:spChg>
        <pc:grpChg chg="add">
          <ac:chgData name="Shikha Shethia" userId="47b3a058-8704-435c-a672-d87d78778a28" providerId="ADAL" clId="{11F1F5B0-91AD-4C9D-AB4F-65086B192639}" dt="2025-04-24T01:00:07.974" v="76" actId="26606"/>
          <ac:grpSpMkLst>
            <pc:docMk/>
            <pc:sldMk cId="1828748559" sldId="378"/>
            <ac:grpSpMk id="250900" creationId="{BD17E249-48D0-476B-A642-A5D58DD39A22}"/>
          </ac:grpSpMkLst>
        </pc:grpChg>
        <pc:picChg chg="add del">
          <ac:chgData name="Shikha Shethia" userId="47b3a058-8704-435c-a672-d87d78778a28" providerId="ADAL" clId="{11F1F5B0-91AD-4C9D-AB4F-65086B192639}" dt="2025-04-24T01:00:07.912" v="75" actId="26606"/>
          <ac:picMkLst>
            <pc:docMk/>
            <pc:sldMk cId="1828748559" sldId="378"/>
            <ac:picMk id="250895" creationId="{D2C6A0EE-D2D9-448F-B083-7DEEB674BA77}"/>
          </ac:picMkLst>
        </pc:picChg>
        <pc:cxnChg chg="add del">
          <ac:chgData name="Shikha Shethia" userId="47b3a058-8704-435c-a672-d87d78778a28" providerId="ADAL" clId="{11F1F5B0-91AD-4C9D-AB4F-65086B192639}" dt="2025-04-24T01:00:07.912" v="75" actId="26606"/>
          <ac:cxnSpMkLst>
            <pc:docMk/>
            <pc:sldMk cId="1828748559" sldId="378"/>
            <ac:cxnSpMk id="250897" creationId="{96DC9B3E-DC68-4FF2-9781-CB1E626F5526}"/>
          </ac:cxnSpMkLst>
        </pc:cxnChg>
        <pc:cxnChg chg="add">
          <ac:chgData name="Shikha Shethia" userId="47b3a058-8704-435c-a672-d87d78778a28" providerId="ADAL" clId="{11F1F5B0-91AD-4C9D-AB4F-65086B192639}" dt="2025-04-24T01:00:07.974" v="76" actId="26606"/>
          <ac:cxnSpMkLst>
            <pc:docMk/>
            <pc:sldMk cId="1828748559" sldId="378"/>
            <ac:cxnSpMk id="250898" creationId="{0B65B193-F600-4C1B-9DBF-09D94CDB08D8}"/>
          </ac:cxnSpMkLst>
        </pc:cxnChg>
      </pc:sldChg>
      <pc:sldChg chg="add del">
        <pc:chgData name="Shikha Shethia" userId="47b3a058-8704-435c-a672-d87d78778a28" providerId="ADAL" clId="{11F1F5B0-91AD-4C9D-AB4F-65086B192639}" dt="2025-04-24T01:09:31.851" v="166"/>
        <pc:sldMkLst>
          <pc:docMk/>
          <pc:sldMk cId="222482269" sldId="379"/>
        </pc:sldMkLst>
      </pc:sldChg>
      <pc:sldChg chg="delSp add del setBg delDesignElem">
        <pc:chgData name="Shikha Shethia" userId="47b3a058-8704-435c-a672-d87d78778a28" providerId="ADAL" clId="{11F1F5B0-91AD-4C9D-AB4F-65086B192639}" dt="2025-04-24T00:59:01.610" v="65" actId="47"/>
        <pc:sldMkLst>
          <pc:docMk/>
          <pc:sldMk cId="969734942" sldId="379"/>
        </pc:sldMkLst>
        <pc:spChg chg="del">
          <ac:chgData name="Shikha Shethia" userId="47b3a058-8704-435c-a672-d87d78778a28" providerId="ADAL" clId="{11F1F5B0-91AD-4C9D-AB4F-65086B192639}" dt="2025-04-24T00:58:22.519" v="62"/>
          <ac:spMkLst>
            <pc:docMk/>
            <pc:sldMk cId="969734942" sldId="379"/>
            <ac:spMk id="250890" creationId="{DCA745D7-328B-7477-0957-26F9AD743CB2}"/>
          </ac:spMkLst>
        </pc:spChg>
        <pc:spChg chg="del">
          <ac:chgData name="Shikha Shethia" userId="47b3a058-8704-435c-a672-d87d78778a28" providerId="ADAL" clId="{11F1F5B0-91AD-4C9D-AB4F-65086B192639}" dt="2025-04-24T00:58:22.519" v="62"/>
          <ac:spMkLst>
            <pc:docMk/>
            <pc:sldMk cId="969734942" sldId="379"/>
            <ac:spMk id="250892" creationId="{C21C638F-0FA8-0861-7F58-7A6984CBA053}"/>
          </ac:spMkLst>
        </pc:spChg>
        <pc:spChg chg="del">
          <ac:chgData name="Shikha Shethia" userId="47b3a058-8704-435c-a672-d87d78778a28" providerId="ADAL" clId="{11F1F5B0-91AD-4C9D-AB4F-65086B192639}" dt="2025-04-24T00:58:22.519" v="62"/>
          <ac:spMkLst>
            <pc:docMk/>
            <pc:sldMk cId="969734942" sldId="379"/>
            <ac:spMk id="250894" creationId="{DD8E4683-00E1-E49F-C127-EF2DA927FD95}"/>
          </ac:spMkLst>
        </pc:spChg>
        <pc:spChg chg="del">
          <ac:chgData name="Shikha Shethia" userId="47b3a058-8704-435c-a672-d87d78778a28" providerId="ADAL" clId="{11F1F5B0-91AD-4C9D-AB4F-65086B192639}" dt="2025-04-24T00:58:22.519" v="62"/>
          <ac:spMkLst>
            <pc:docMk/>
            <pc:sldMk cId="969734942" sldId="379"/>
            <ac:spMk id="250896" creationId="{4B2DDE23-2943-F268-6605-AB1DEE31F4BB}"/>
          </ac:spMkLst>
        </pc:spChg>
      </pc:sldChg>
      <pc:sldChg chg="addSp delSp modSp add mod setBg">
        <pc:chgData name="Shikha Shethia" userId="47b3a058-8704-435c-a672-d87d78778a28" providerId="ADAL" clId="{11F1F5B0-91AD-4C9D-AB4F-65086B192639}" dt="2025-04-24T02:41:43.219" v="1166" actId="1076"/>
        <pc:sldMkLst>
          <pc:docMk/>
          <pc:sldMk cId="2814275081" sldId="379"/>
        </pc:sldMkLst>
        <pc:spChg chg="mod">
          <ac:chgData name="Shikha Shethia" userId="47b3a058-8704-435c-a672-d87d78778a28" providerId="ADAL" clId="{11F1F5B0-91AD-4C9D-AB4F-65086B192639}" dt="2025-04-24T02:38:51.536" v="1155" actId="26606"/>
          <ac:spMkLst>
            <pc:docMk/>
            <pc:sldMk cId="2814275081" sldId="379"/>
            <ac:spMk id="2" creationId="{F1E8D3D8-348C-5708-7A00-1120851D1E60}"/>
          </ac:spMkLst>
        </pc:spChg>
        <pc:spChg chg="add del mod">
          <ac:chgData name="Shikha Shethia" userId="47b3a058-8704-435c-a672-d87d78778a28" providerId="ADAL" clId="{11F1F5B0-91AD-4C9D-AB4F-65086B192639}" dt="2025-04-24T02:38:51.536" v="1155" actId="26606"/>
          <ac:spMkLst>
            <pc:docMk/>
            <pc:sldMk cId="2814275081" sldId="379"/>
            <ac:spMk id="3" creationId="{CB34EAA4-46CE-537D-0303-EA25F4C4352D}"/>
          </ac:spMkLst>
        </pc:spChg>
        <pc:spChg chg="add mod">
          <ac:chgData name="Shikha Shethia" userId="47b3a058-8704-435c-a672-d87d78778a28" providerId="ADAL" clId="{11F1F5B0-91AD-4C9D-AB4F-65086B192639}" dt="2025-04-24T02:41:43.219" v="1166" actId="1076"/>
          <ac:spMkLst>
            <pc:docMk/>
            <pc:sldMk cId="2814275081" sldId="379"/>
            <ac:spMk id="4" creationId="{17750CDC-A24D-4270-3EEB-0F134E024EE2}"/>
          </ac:spMkLst>
        </pc:spChg>
        <pc:spChg chg="add del">
          <ac:chgData name="Shikha Shethia" userId="47b3a058-8704-435c-a672-d87d78778a28" providerId="ADAL" clId="{11F1F5B0-91AD-4C9D-AB4F-65086B192639}" dt="2025-04-24T02:38:44.954" v="1148" actId="26606"/>
          <ac:spMkLst>
            <pc:docMk/>
            <pc:sldMk cId="2814275081" sldId="379"/>
            <ac:spMk id="8" creationId="{52BE4420-3B5F-4549-8B4A-77855B8215EC}"/>
          </ac:spMkLst>
        </pc:spChg>
        <pc:spChg chg="add del">
          <ac:chgData name="Shikha Shethia" userId="47b3a058-8704-435c-a672-d87d78778a28" providerId="ADAL" clId="{11F1F5B0-91AD-4C9D-AB4F-65086B192639}" dt="2025-04-24T02:36:34.310" v="1133" actId="26606"/>
          <ac:spMkLst>
            <pc:docMk/>
            <pc:sldMk cId="2814275081" sldId="379"/>
            <ac:spMk id="9" creationId="{52BE4420-3B5F-4549-8B4A-77855B8215EC}"/>
          </ac:spMkLst>
        </pc:spChg>
        <pc:spChg chg="add del">
          <ac:chgData name="Shikha Shethia" userId="47b3a058-8704-435c-a672-d87d78778a28" providerId="ADAL" clId="{11F1F5B0-91AD-4C9D-AB4F-65086B192639}" dt="2025-04-24T02:38:44.954" v="1148" actId="26606"/>
          <ac:spMkLst>
            <pc:docMk/>
            <pc:sldMk cId="2814275081" sldId="379"/>
            <ac:spMk id="10" creationId="{A75876F6-95D4-48CB-8E3E-4401A96E25A4}"/>
          </ac:spMkLst>
        </pc:spChg>
        <pc:spChg chg="add del">
          <ac:chgData name="Shikha Shethia" userId="47b3a058-8704-435c-a672-d87d78778a28" providerId="ADAL" clId="{11F1F5B0-91AD-4C9D-AB4F-65086B192639}" dt="2025-04-24T02:36:34.310" v="1133" actId="26606"/>
          <ac:spMkLst>
            <pc:docMk/>
            <pc:sldMk cId="2814275081" sldId="379"/>
            <ac:spMk id="11" creationId="{A75876F6-95D4-48CB-8E3E-4401A96E25A4}"/>
          </ac:spMkLst>
        </pc:spChg>
        <pc:spChg chg="add del">
          <ac:chgData name="Shikha Shethia" userId="47b3a058-8704-435c-a672-d87d78778a28" providerId="ADAL" clId="{11F1F5B0-91AD-4C9D-AB4F-65086B192639}" dt="2025-04-24T02:38:44.954" v="1148" actId="26606"/>
          <ac:spMkLst>
            <pc:docMk/>
            <pc:sldMk cId="2814275081" sldId="379"/>
            <ac:spMk id="12" creationId="{D1B84719-90BB-4D0C-92D8-61DC5512B34B}"/>
          </ac:spMkLst>
        </pc:spChg>
        <pc:spChg chg="add del">
          <ac:chgData name="Shikha Shethia" userId="47b3a058-8704-435c-a672-d87d78778a28" providerId="ADAL" clId="{11F1F5B0-91AD-4C9D-AB4F-65086B192639}" dt="2025-04-24T02:36:34.310" v="1133" actId="26606"/>
          <ac:spMkLst>
            <pc:docMk/>
            <pc:sldMk cId="2814275081" sldId="379"/>
            <ac:spMk id="13" creationId="{D1B84719-90BB-4D0C-92D8-61DC5512B34B}"/>
          </ac:spMkLst>
        </pc:spChg>
        <pc:spChg chg="add del">
          <ac:chgData name="Shikha Shethia" userId="47b3a058-8704-435c-a672-d87d78778a28" providerId="ADAL" clId="{11F1F5B0-91AD-4C9D-AB4F-65086B192639}" dt="2025-04-24T02:38:44.954" v="1148" actId="26606"/>
          <ac:spMkLst>
            <pc:docMk/>
            <pc:sldMk cId="2814275081" sldId="379"/>
            <ac:spMk id="14" creationId="{7B407EC4-5D16-4845-9840-4E28622B6568}"/>
          </ac:spMkLst>
        </pc:spChg>
        <pc:spChg chg="add del">
          <ac:chgData name="Shikha Shethia" userId="47b3a058-8704-435c-a672-d87d78778a28" providerId="ADAL" clId="{11F1F5B0-91AD-4C9D-AB4F-65086B192639}" dt="2025-04-24T02:36:34.310" v="1133" actId="26606"/>
          <ac:spMkLst>
            <pc:docMk/>
            <pc:sldMk cId="2814275081" sldId="379"/>
            <ac:spMk id="15" creationId="{7B407EC4-5D16-4845-9840-4E28622B6568}"/>
          </ac:spMkLst>
        </pc:spChg>
        <pc:spChg chg="add del">
          <ac:chgData name="Shikha Shethia" userId="47b3a058-8704-435c-a672-d87d78778a28" providerId="ADAL" clId="{11F1F5B0-91AD-4C9D-AB4F-65086B192639}" dt="2025-04-24T02:38:47.663" v="1152" actId="26606"/>
          <ac:spMkLst>
            <pc:docMk/>
            <pc:sldMk cId="2814275081" sldId="379"/>
            <ac:spMk id="20" creationId="{52BE4420-3B5F-4549-8B4A-77855B8215EC}"/>
          </ac:spMkLst>
        </pc:spChg>
        <pc:spChg chg="add del">
          <ac:chgData name="Shikha Shethia" userId="47b3a058-8704-435c-a672-d87d78778a28" providerId="ADAL" clId="{11F1F5B0-91AD-4C9D-AB4F-65086B192639}" dt="2025-04-24T02:38:47.663" v="1152" actId="26606"/>
          <ac:spMkLst>
            <pc:docMk/>
            <pc:sldMk cId="2814275081" sldId="379"/>
            <ac:spMk id="21" creationId="{A75876F6-95D4-48CB-8E3E-4401A96E25A4}"/>
          </ac:spMkLst>
        </pc:spChg>
        <pc:spChg chg="add del">
          <ac:chgData name="Shikha Shethia" userId="47b3a058-8704-435c-a672-d87d78778a28" providerId="ADAL" clId="{11F1F5B0-91AD-4C9D-AB4F-65086B192639}" dt="2025-04-24T02:38:47.663" v="1152" actId="26606"/>
          <ac:spMkLst>
            <pc:docMk/>
            <pc:sldMk cId="2814275081" sldId="379"/>
            <ac:spMk id="22" creationId="{D1B84719-90BB-4D0C-92D8-61DC5512B34B}"/>
          </ac:spMkLst>
        </pc:spChg>
        <pc:spChg chg="add del">
          <ac:chgData name="Shikha Shethia" userId="47b3a058-8704-435c-a672-d87d78778a28" providerId="ADAL" clId="{11F1F5B0-91AD-4C9D-AB4F-65086B192639}" dt="2025-04-24T02:38:47.663" v="1152" actId="26606"/>
          <ac:spMkLst>
            <pc:docMk/>
            <pc:sldMk cId="2814275081" sldId="379"/>
            <ac:spMk id="23" creationId="{7B407EC4-5D16-4845-9840-4E28622B6568}"/>
          </ac:spMkLst>
        </pc:spChg>
        <pc:grpChg chg="add del">
          <ac:chgData name="Shikha Shethia" userId="47b3a058-8704-435c-a672-d87d78778a28" providerId="ADAL" clId="{11F1F5B0-91AD-4C9D-AB4F-65086B192639}" dt="2025-04-24T02:38:51.485" v="1154" actId="26606"/>
          <ac:grpSpMkLst>
            <pc:docMk/>
            <pc:sldMk cId="2814275081" sldId="379"/>
            <ac:grpSpMk id="26" creationId="{E7DEDD00-5E71-418B-9C3C-9B71B018221A}"/>
          </ac:grpSpMkLst>
        </pc:grpChg>
        <pc:grpChg chg="add">
          <ac:chgData name="Shikha Shethia" userId="47b3a058-8704-435c-a672-d87d78778a28" providerId="ADAL" clId="{11F1F5B0-91AD-4C9D-AB4F-65086B192639}" dt="2025-04-24T02:38:51.536" v="1155" actId="26606"/>
          <ac:grpSpMkLst>
            <pc:docMk/>
            <pc:sldMk cId="2814275081" sldId="379"/>
            <ac:grpSpMk id="33" creationId="{E7DEDD00-5E71-418B-9C3C-9B71B018221A}"/>
          </ac:grpSpMkLst>
        </pc:grpChg>
        <pc:graphicFrameChg chg="add del">
          <ac:chgData name="Shikha Shethia" userId="47b3a058-8704-435c-a672-d87d78778a28" providerId="ADAL" clId="{11F1F5B0-91AD-4C9D-AB4F-65086B192639}" dt="2025-04-24T02:36:34.310" v="1133" actId="26606"/>
          <ac:graphicFrameMkLst>
            <pc:docMk/>
            <pc:sldMk cId="2814275081" sldId="379"/>
            <ac:graphicFrameMk id="5" creationId="{92F4980B-1726-9CE3-9D4C-3B7AF63C7D1A}"/>
          </ac:graphicFrameMkLst>
        </pc:graphicFrameChg>
        <pc:graphicFrameChg chg="add del">
          <ac:chgData name="Shikha Shethia" userId="47b3a058-8704-435c-a672-d87d78778a28" providerId="ADAL" clId="{11F1F5B0-91AD-4C9D-AB4F-65086B192639}" dt="2025-04-24T02:38:41.582" v="1146" actId="26606"/>
          <ac:graphicFrameMkLst>
            <pc:docMk/>
            <pc:sldMk cId="2814275081" sldId="379"/>
            <ac:graphicFrameMk id="6" creationId="{FF4B0057-EC65-EE8E-FCCD-945E5774EB44}"/>
          </ac:graphicFrameMkLst>
        </pc:graphicFrameChg>
        <pc:graphicFrameChg chg="add del">
          <ac:chgData name="Shikha Shethia" userId="47b3a058-8704-435c-a672-d87d78778a28" providerId="ADAL" clId="{11F1F5B0-91AD-4C9D-AB4F-65086B192639}" dt="2025-04-24T02:38:44.954" v="1148" actId="26606"/>
          <ac:graphicFrameMkLst>
            <pc:docMk/>
            <pc:sldMk cId="2814275081" sldId="379"/>
            <ac:graphicFrameMk id="16" creationId="{5E822DAE-5D2E-2CAA-6382-8BD27D76E402}"/>
          </ac:graphicFrameMkLst>
        </pc:graphicFrameChg>
        <pc:graphicFrameChg chg="add del">
          <ac:chgData name="Shikha Shethia" userId="47b3a058-8704-435c-a672-d87d78778a28" providerId="ADAL" clId="{11F1F5B0-91AD-4C9D-AB4F-65086B192639}" dt="2025-04-24T02:37:04.822" v="1135" actId="26606"/>
          <ac:graphicFrameMkLst>
            <pc:docMk/>
            <pc:sldMk cId="2814275081" sldId="379"/>
            <ac:graphicFrameMk id="17" creationId="{2DF463E8-3AB3-C9CD-194C-0C7A704BADCD}"/>
          </ac:graphicFrameMkLst>
        </pc:graphicFrameChg>
        <pc:graphicFrameChg chg="add del">
          <ac:chgData name="Shikha Shethia" userId="47b3a058-8704-435c-a672-d87d78778a28" providerId="ADAL" clId="{11F1F5B0-91AD-4C9D-AB4F-65086B192639}" dt="2025-04-24T02:38:45.741" v="1150" actId="26606"/>
          <ac:graphicFrameMkLst>
            <pc:docMk/>
            <pc:sldMk cId="2814275081" sldId="379"/>
            <ac:graphicFrameMk id="18" creationId="{FF4B0057-EC65-EE8E-FCCD-945E5774EB44}"/>
          </ac:graphicFrameMkLst>
        </pc:graphicFrameChg>
        <pc:graphicFrameChg chg="add del">
          <ac:chgData name="Shikha Shethia" userId="47b3a058-8704-435c-a672-d87d78778a28" providerId="ADAL" clId="{11F1F5B0-91AD-4C9D-AB4F-65086B192639}" dt="2025-04-24T02:38:47.663" v="1152" actId="26606"/>
          <ac:graphicFrameMkLst>
            <pc:docMk/>
            <pc:sldMk cId="2814275081" sldId="379"/>
            <ac:graphicFrameMk id="24" creationId="{5E822DAE-5D2E-2CAA-6382-8BD27D76E402}"/>
          </ac:graphicFrameMkLst>
        </pc:graphicFrameChg>
        <pc:graphicFrameChg chg="add del">
          <ac:chgData name="Shikha Shethia" userId="47b3a058-8704-435c-a672-d87d78778a28" providerId="ADAL" clId="{11F1F5B0-91AD-4C9D-AB4F-65086B192639}" dt="2025-04-24T02:38:51.485" v="1154" actId="26606"/>
          <ac:graphicFrameMkLst>
            <pc:docMk/>
            <pc:sldMk cId="2814275081" sldId="379"/>
            <ac:graphicFrameMk id="31" creationId="{9E815816-C840-809A-C12C-140DF2882BAF}"/>
          </ac:graphicFrameMkLst>
        </pc:graphicFrameChg>
        <pc:graphicFrameChg chg="add">
          <ac:chgData name="Shikha Shethia" userId="47b3a058-8704-435c-a672-d87d78778a28" providerId="ADAL" clId="{11F1F5B0-91AD-4C9D-AB4F-65086B192639}" dt="2025-04-24T02:38:51.536" v="1155" actId="26606"/>
          <ac:graphicFrameMkLst>
            <pc:docMk/>
            <pc:sldMk cId="2814275081" sldId="379"/>
            <ac:graphicFrameMk id="38" creationId="{741360E3-AF14-FFB7-64C7-D1A5D89946FA}"/>
          </ac:graphicFrameMkLst>
        </pc:graphicFrameChg>
      </pc:sldChg>
      <pc:sldChg chg="delSp add del setBg delDesignElem">
        <pc:chgData name="Shikha Shethia" userId="47b3a058-8704-435c-a672-d87d78778a28" providerId="ADAL" clId="{11F1F5B0-91AD-4C9D-AB4F-65086B192639}" dt="2025-04-24T00:59:13.376" v="66" actId="47"/>
        <pc:sldMkLst>
          <pc:docMk/>
          <pc:sldMk cId="470207511" sldId="380"/>
        </pc:sldMkLst>
        <pc:spChg chg="del">
          <ac:chgData name="Shikha Shethia" userId="47b3a058-8704-435c-a672-d87d78778a28" providerId="ADAL" clId="{11F1F5B0-91AD-4C9D-AB4F-65086B192639}" dt="2025-04-24T00:58:58.669" v="64"/>
          <ac:spMkLst>
            <pc:docMk/>
            <pc:sldMk cId="470207511" sldId="380"/>
            <ac:spMk id="250890" creationId="{5BC10BF8-14E7-F527-02D9-A026FA0427D4}"/>
          </ac:spMkLst>
        </pc:spChg>
        <pc:spChg chg="del">
          <ac:chgData name="Shikha Shethia" userId="47b3a058-8704-435c-a672-d87d78778a28" providerId="ADAL" clId="{11F1F5B0-91AD-4C9D-AB4F-65086B192639}" dt="2025-04-24T00:58:58.669" v="64"/>
          <ac:spMkLst>
            <pc:docMk/>
            <pc:sldMk cId="470207511" sldId="380"/>
            <ac:spMk id="250892" creationId="{E38E5424-CFD1-D4F0-36E0-624FB9F2C737}"/>
          </ac:spMkLst>
        </pc:spChg>
        <pc:spChg chg="del">
          <ac:chgData name="Shikha Shethia" userId="47b3a058-8704-435c-a672-d87d78778a28" providerId="ADAL" clId="{11F1F5B0-91AD-4C9D-AB4F-65086B192639}" dt="2025-04-24T00:58:58.669" v="64"/>
          <ac:spMkLst>
            <pc:docMk/>
            <pc:sldMk cId="470207511" sldId="380"/>
            <ac:spMk id="250894" creationId="{CAC3D203-FF5F-0314-98C7-48764DB559FD}"/>
          </ac:spMkLst>
        </pc:spChg>
        <pc:spChg chg="del">
          <ac:chgData name="Shikha Shethia" userId="47b3a058-8704-435c-a672-d87d78778a28" providerId="ADAL" clId="{11F1F5B0-91AD-4C9D-AB4F-65086B192639}" dt="2025-04-24T00:58:58.669" v="64"/>
          <ac:spMkLst>
            <pc:docMk/>
            <pc:sldMk cId="470207511" sldId="380"/>
            <ac:spMk id="250896" creationId="{F716FD44-29CF-14A6-3FFF-6338F2E548D8}"/>
          </ac:spMkLst>
        </pc:spChg>
      </pc:sldChg>
      <pc:sldChg chg="modSp add mod ord">
        <pc:chgData name="Shikha Shethia" userId="47b3a058-8704-435c-a672-d87d78778a28" providerId="ADAL" clId="{11F1F5B0-91AD-4C9D-AB4F-65086B192639}" dt="2025-04-24T02:55:11.770" v="1350" actId="20577"/>
        <pc:sldMkLst>
          <pc:docMk/>
          <pc:sldMk cId="2667994426" sldId="380"/>
        </pc:sldMkLst>
        <pc:spChg chg="mod">
          <ac:chgData name="Shikha Shethia" userId="47b3a058-8704-435c-a672-d87d78778a28" providerId="ADAL" clId="{11F1F5B0-91AD-4C9D-AB4F-65086B192639}" dt="2025-04-24T02:42:20.897" v="1207" actId="20577"/>
          <ac:spMkLst>
            <pc:docMk/>
            <pc:sldMk cId="2667994426" sldId="380"/>
            <ac:spMk id="2" creationId="{84728BAD-A64D-A3F1-7FDC-706746E4EE5B}"/>
          </ac:spMkLst>
        </pc:spChg>
        <pc:spChg chg="mod">
          <ac:chgData name="Shikha Shethia" userId="47b3a058-8704-435c-a672-d87d78778a28" providerId="ADAL" clId="{11F1F5B0-91AD-4C9D-AB4F-65086B192639}" dt="2025-04-24T02:55:11.770" v="1350" actId="20577"/>
          <ac:spMkLst>
            <pc:docMk/>
            <pc:sldMk cId="2667994426" sldId="380"/>
            <ac:spMk id="3" creationId="{55E3EA76-AE6C-DBEB-B373-30FB5DA27413}"/>
          </ac:spMkLst>
        </pc:spChg>
      </pc:sldChg>
      <pc:sldChg chg="modSp add del mod">
        <pc:chgData name="Shikha Shethia" userId="47b3a058-8704-435c-a672-d87d78778a28" providerId="ADAL" clId="{11F1F5B0-91AD-4C9D-AB4F-65086B192639}" dt="2025-04-24T03:13:01.911" v="1360" actId="47"/>
        <pc:sldMkLst>
          <pc:docMk/>
          <pc:sldMk cId="1333996838" sldId="381"/>
        </pc:sldMkLst>
        <pc:spChg chg="mod">
          <ac:chgData name="Shikha Shethia" userId="47b3a058-8704-435c-a672-d87d78778a28" providerId="ADAL" clId="{11F1F5B0-91AD-4C9D-AB4F-65086B192639}" dt="2025-04-24T03:04:06.369" v="1352" actId="6549"/>
          <ac:spMkLst>
            <pc:docMk/>
            <pc:sldMk cId="1333996838" sldId="381"/>
            <ac:spMk id="2" creationId="{E0D5A170-C2EF-DB23-B8F5-634ED93BA1F4}"/>
          </ac:spMkLst>
        </pc:spChg>
      </pc:sldChg>
      <pc:sldChg chg="addSp delSp modSp add mod ord setBg delDesignElem">
        <pc:chgData name="Shikha Shethia" userId="47b3a058-8704-435c-a672-d87d78778a28" providerId="ADAL" clId="{11F1F5B0-91AD-4C9D-AB4F-65086B192639}" dt="2025-04-24T03:13:14.031" v="1363" actId="1076"/>
        <pc:sldMkLst>
          <pc:docMk/>
          <pc:sldMk cId="2931813765" sldId="382"/>
        </pc:sldMkLst>
        <pc:spChg chg="del mod">
          <ac:chgData name="Shikha Shethia" userId="47b3a058-8704-435c-a672-d87d78778a28" providerId="ADAL" clId="{11F1F5B0-91AD-4C9D-AB4F-65086B192639}" dt="2025-04-24T03:12:50.676" v="1359" actId="478"/>
          <ac:spMkLst>
            <pc:docMk/>
            <pc:sldMk cId="2931813765" sldId="382"/>
            <ac:spMk id="4" creationId="{00B95B7B-3151-4730-422F-F2C19783B2EF}"/>
          </ac:spMkLst>
        </pc:spChg>
        <pc:spChg chg="add mod">
          <ac:chgData name="Shikha Shethia" userId="47b3a058-8704-435c-a672-d87d78778a28" providerId="ADAL" clId="{11F1F5B0-91AD-4C9D-AB4F-65086B192639}" dt="2025-04-24T03:13:14.031" v="1363" actId="1076"/>
          <ac:spMkLst>
            <pc:docMk/>
            <pc:sldMk cId="2931813765" sldId="382"/>
            <ac:spMk id="5" creationId="{1D8FF6D1-DF5E-DF80-390E-C834E985B8D7}"/>
          </ac:spMkLst>
        </pc:spChg>
        <pc:grpChg chg="del">
          <ac:chgData name="Shikha Shethia" userId="47b3a058-8704-435c-a672-d87d78778a28" providerId="ADAL" clId="{11F1F5B0-91AD-4C9D-AB4F-65086B192639}" dt="2025-04-24T03:12:30.347" v="1354"/>
          <ac:grpSpMkLst>
            <pc:docMk/>
            <pc:sldMk cId="2931813765" sldId="382"/>
            <ac:grpSpMk id="33" creationId="{D7CEEFAA-20AF-57C5-8438-9A752967006F}"/>
          </ac:grpSpMkLst>
        </pc:grpChg>
        <pc:graphicFrameChg chg="del">
          <ac:chgData name="Shikha Shethia" userId="47b3a058-8704-435c-a672-d87d78778a28" providerId="ADAL" clId="{11F1F5B0-91AD-4C9D-AB4F-65086B192639}" dt="2025-04-24T03:12:47.603" v="1357" actId="478"/>
          <ac:graphicFrameMkLst>
            <pc:docMk/>
            <pc:sldMk cId="2931813765" sldId="382"/>
            <ac:graphicFrameMk id="38" creationId="{07DDD969-76F7-953A-7FC7-4BE680F9D36B}"/>
          </ac:graphicFrameMkLst>
        </pc:graphicFrameChg>
      </pc:sldChg>
      <pc:sldChg chg="modSp add mod">
        <pc:chgData name="Shikha Shethia" userId="47b3a058-8704-435c-a672-d87d78778a28" providerId="ADAL" clId="{11F1F5B0-91AD-4C9D-AB4F-65086B192639}" dt="2025-04-24T05:04:37.674" v="1942" actId="20577"/>
        <pc:sldMkLst>
          <pc:docMk/>
          <pc:sldMk cId="1241918194" sldId="383"/>
        </pc:sldMkLst>
        <pc:spChg chg="mod">
          <ac:chgData name="Shikha Shethia" userId="47b3a058-8704-435c-a672-d87d78778a28" providerId="ADAL" clId="{11F1F5B0-91AD-4C9D-AB4F-65086B192639}" dt="2025-04-24T05:04:37.674" v="1942" actId="20577"/>
          <ac:spMkLst>
            <pc:docMk/>
            <pc:sldMk cId="1241918194" sldId="383"/>
            <ac:spMk id="3" creationId="{49321AF9-6DEB-143D-4CB1-4F21FCD9A633}"/>
          </ac:spMkLst>
        </pc:spChg>
      </pc:sldChg>
    </pc:docChg>
  </pc:docChgLst>
  <pc:docChgLst>
    <pc:chgData name="Shikha Shethia" userId="S::shikha.shethia@futureskills.co.nz::18e3e2a2-0349-4937-a54d-b40040399c9e" providerId="AD" clId="Web-{EBB76FE6-7560-59B1-3BB3-3A8325E06484}"/>
    <pc:docChg chg="delSld modSld">
      <pc:chgData name="Shikha Shethia" userId="S::shikha.shethia@futureskills.co.nz::18e3e2a2-0349-4937-a54d-b40040399c9e" providerId="AD" clId="Web-{EBB76FE6-7560-59B1-3BB3-3A8325E06484}" dt="2025-05-26T20:29:42.667" v="61" actId="20577"/>
      <pc:docMkLst>
        <pc:docMk/>
      </pc:docMkLst>
      <pc:sldChg chg="modSp">
        <pc:chgData name="Shikha Shethia" userId="S::shikha.shethia@futureskills.co.nz::18e3e2a2-0349-4937-a54d-b40040399c9e" providerId="AD" clId="Web-{EBB76FE6-7560-59B1-3BB3-3A8325E06484}" dt="2025-05-26T20:09:52.404" v="0" actId="20577"/>
        <pc:sldMkLst>
          <pc:docMk/>
          <pc:sldMk cId="1163813000" sldId="435"/>
        </pc:sldMkLst>
        <pc:spChg chg="mod">
          <ac:chgData name="Shikha Shethia" userId="S::shikha.shethia@futureskills.co.nz::18e3e2a2-0349-4937-a54d-b40040399c9e" providerId="AD" clId="Web-{EBB76FE6-7560-59B1-3BB3-3A8325E06484}" dt="2025-05-26T20:09:52.404" v="0" actId="20577"/>
          <ac:spMkLst>
            <pc:docMk/>
            <pc:sldMk cId="1163813000" sldId="435"/>
            <ac:spMk id="6" creationId="{5B69BE9B-D2F4-A99A-BA1D-6589B4F26E88}"/>
          </ac:spMkLst>
        </pc:spChg>
      </pc:sldChg>
      <pc:sldChg chg="modSp">
        <pc:chgData name="Shikha Shethia" userId="S::shikha.shethia@futureskills.co.nz::18e3e2a2-0349-4937-a54d-b40040399c9e" providerId="AD" clId="Web-{EBB76FE6-7560-59B1-3BB3-3A8325E06484}" dt="2025-05-26T20:11:06.720" v="2" actId="20577"/>
        <pc:sldMkLst>
          <pc:docMk/>
          <pc:sldMk cId="1163813000" sldId="446"/>
        </pc:sldMkLst>
        <pc:spChg chg="mod">
          <ac:chgData name="Shikha Shethia" userId="S::shikha.shethia@futureskills.co.nz::18e3e2a2-0349-4937-a54d-b40040399c9e" providerId="AD" clId="Web-{EBB76FE6-7560-59B1-3BB3-3A8325E06484}" dt="2025-05-26T20:11:06.720" v="2" actId="20577"/>
          <ac:spMkLst>
            <pc:docMk/>
            <pc:sldMk cId="1163813000" sldId="446"/>
            <ac:spMk id="6" creationId="{5B69BE9B-D2F4-A99A-BA1D-6589B4F26E88}"/>
          </ac:spMkLst>
        </pc:spChg>
      </pc:sldChg>
      <pc:sldChg chg="del">
        <pc:chgData name="Shikha Shethia" userId="S::shikha.shethia@futureskills.co.nz::18e3e2a2-0349-4937-a54d-b40040399c9e" providerId="AD" clId="Web-{EBB76FE6-7560-59B1-3BB3-3A8325E06484}" dt="2025-05-26T20:12:09.753" v="3"/>
        <pc:sldMkLst>
          <pc:docMk/>
          <pc:sldMk cId="1163813000" sldId="447"/>
        </pc:sldMkLst>
      </pc:sldChg>
      <pc:sldChg chg="modSp">
        <pc:chgData name="Shikha Shethia" userId="S::shikha.shethia@futureskills.co.nz::18e3e2a2-0349-4937-a54d-b40040399c9e" providerId="AD" clId="Web-{EBB76FE6-7560-59B1-3BB3-3A8325E06484}" dt="2025-05-26T20:29:42.667" v="61" actId="20577"/>
        <pc:sldMkLst>
          <pc:docMk/>
          <pc:sldMk cId="1163813000" sldId="457"/>
        </pc:sldMkLst>
        <pc:spChg chg="mod">
          <ac:chgData name="Shikha Shethia" userId="S::shikha.shethia@futureskills.co.nz::18e3e2a2-0349-4937-a54d-b40040399c9e" providerId="AD" clId="Web-{EBB76FE6-7560-59B1-3BB3-3A8325E06484}" dt="2025-05-26T20:29:42.667" v="61" actId="20577"/>
          <ac:spMkLst>
            <pc:docMk/>
            <pc:sldMk cId="1163813000" sldId="457"/>
            <ac:spMk id="6" creationId="{5B69BE9B-D2F4-A99A-BA1D-6589B4F26E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6B379F-13FC-4598-829D-ED789C1888EB}" type="datetimeFigureOut">
              <a:rPr lang="en-NZ" smtClean="0"/>
              <a:pPr/>
              <a:t>26/05/2025</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55711-52B7-476C-8529-DAA085EE7DFD}" type="slidenum">
              <a:rPr lang="en-NZ" smtClean="0"/>
              <a:pPr/>
              <a:t>‹#›</a:t>
            </a:fld>
            <a:endParaRPr lang="en-NZ"/>
          </a:p>
        </p:txBody>
      </p:sp>
    </p:spTree>
    <p:extLst>
      <p:ext uri="{BB962C8B-B14F-4D97-AF65-F5344CB8AC3E}">
        <p14:creationId xmlns:p14="http://schemas.microsoft.com/office/powerpoint/2010/main" val="170253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2</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015732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3</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4</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6</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7</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8</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9</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10</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11</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12</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13</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14</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15</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16</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17</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18</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2274235-44D4-8041-9AED-2346C0EE1F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ヒラギノ角ゴ Pro W3" panose="020B0300000000000000" pitchFamily="34" charset="-128"/>
              </a:defRPr>
            </a:lvl3pPr>
            <a:lvl4pPr marL="1600200" indent="-228600">
              <a:spcBef>
                <a:spcPct val="30000"/>
              </a:spcBef>
              <a:defRPr sz="1200">
                <a:solidFill>
                  <a:schemeClr val="tx1"/>
                </a:solidFill>
                <a:latin typeface="Calibri" panose="020F0502020204030204" pitchFamily="34" charset="0"/>
                <a:ea typeface="ヒラギノ角ゴ Pro W3" panose="020B0300000000000000"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8E359EA-D287-A449-8193-A941D891FBD4}" type="slidenum">
              <a:rPr lang="en-US" altLang="en-US" smtClean="0">
                <a:solidFill>
                  <a:srgbClr val="AE2B21"/>
                </a:solidFill>
                <a:latin typeface="Tahoma" panose="020B0604030504040204" pitchFamily="34" charset="0"/>
                <a:ea typeface="ヒラギノ角ゴ Pro W3" panose="020B0300000000000000" pitchFamily="34" charset="-128"/>
              </a:rPr>
              <a:pPr>
                <a:spcBef>
                  <a:spcPct val="0"/>
                </a:spcBef>
              </a:pPr>
              <a:t>19</a:t>
            </a:fld>
            <a:endParaRPr lang="en-US" altLang="en-US">
              <a:solidFill>
                <a:srgbClr val="AE2B21"/>
              </a:solidFill>
              <a:latin typeface="Tahoma" panose="020B0604030504040204" pitchFamily="34" charset="0"/>
              <a:ea typeface="ヒラギノ角ゴ Pro W3" panose="020B0300000000000000" pitchFamily="34" charset="-128"/>
            </a:endParaRPr>
          </a:p>
        </p:txBody>
      </p:sp>
      <p:sp>
        <p:nvSpPr>
          <p:cNvPr id="10243" name="Rectangle 2">
            <a:extLst>
              <a:ext uri="{FF2B5EF4-FFF2-40B4-BE49-F238E27FC236}">
                <a16:creationId xmlns:a16="http://schemas.microsoft.com/office/drawing/2014/main" id="{F996F1FA-75A8-5948-AC02-8CDBC372FC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a:extLst>
              <a:ext uri="{FF2B5EF4-FFF2-40B4-BE49-F238E27FC236}">
                <a16:creationId xmlns:a16="http://schemas.microsoft.com/office/drawing/2014/main" id="{EE8FDB57-2814-6E4B-B97F-790DCEB22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a typeface="ＭＳ Ｐゴシック" panose="020B0600070205080204" pitchFamily="34" charset="-128"/>
            </a:endParaRPr>
          </a:p>
        </p:txBody>
      </p:sp>
    </p:spTree>
    <p:extLst>
      <p:ext uri="{BB962C8B-B14F-4D97-AF65-F5344CB8AC3E}">
        <p14:creationId xmlns:p14="http://schemas.microsoft.com/office/powerpoint/2010/main" val="32445016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a:xfrm>
            <a:off x="2692397" y="5037663"/>
            <a:ext cx="5214635" cy="279400"/>
          </a:xfrm>
        </p:spPr>
        <p:txBody>
          <a:bodyPr/>
          <a:lstStyle/>
          <a:p>
            <a:endParaRPr lang="en-NZ"/>
          </a:p>
        </p:txBody>
      </p:sp>
      <p:sp>
        <p:nvSpPr>
          <p:cNvPr id="6" name="Slide Number Placeholder 5"/>
          <p:cNvSpPr>
            <a:spLocks noGrp="1"/>
          </p:cNvSpPr>
          <p:nvPr>
            <p:ph type="sldNum" sz="quarter" idx="12"/>
          </p:nvPr>
        </p:nvSpPr>
        <p:spPr>
          <a:xfrm>
            <a:off x="8956900" y="5037663"/>
            <a:ext cx="551167" cy="279400"/>
          </a:xfrm>
        </p:spPr>
        <p:txBody>
          <a:bodyPr/>
          <a:lstStyle/>
          <a:p>
            <a:fld id="{6AAB0B02-0CF5-44A0-BA25-9077EFE85C5F}" type="slidenum">
              <a:rPr lang="en-NZ" smtClean="0"/>
              <a:pPr/>
              <a:t>‹#›</a:t>
            </a:fld>
            <a:endParaRPr lang="en-NZ"/>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837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328527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5631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4092138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6AAB0B02-0CF5-44A0-BA25-9077EFE85C5F}" type="slidenum">
              <a:rPr lang="en-NZ" smtClean="0"/>
              <a:pPr/>
              <a:t>‹#›</a:t>
            </a:fld>
            <a:endParaRPr lang="en-NZ"/>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108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814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39251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6920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624199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937179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1146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326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Tree>
    <p:extLst>
      <p:ext uri="{BB962C8B-B14F-4D97-AF65-F5344CB8AC3E}">
        <p14:creationId xmlns:p14="http://schemas.microsoft.com/office/powerpoint/2010/main" val="1092110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1389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222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157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B87A2-D943-4A8B-97AA-5AEC9A7D0511}" type="datetimeFigureOut">
              <a:rPr lang="en-NZ" smtClean="0"/>
              <a:pPr/>
              <a:t>26/05/2025</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6AAB0B02-0CF5-44A0-BA25-9077EFE85C5F}" type="slidenum">
              <a:rPr lang="en-NZ" smtClean="0"/>
              <a:pPr/>
              <a:t>‹#›</a:t>
            </a:fld>
            <a:endParaRPr lang="en-NZ"/>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2676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cstate="print">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13B87A2-D943-4A8B-97AA-5AEC9A7D0511}" type="datetimeFigureOut">
              <a:rPr lang="en-NZ" smtClean="0"/>
              <a:pPr/>
              <a:t>26/05/2025</a:t>
            </a:fld>
            <a:endParaRPr lang="en-NZ"/>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NZ"/>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AAB0B02-0CF5-44A0-BA25-9077EFE85C5F}" type="slidenum">
              <a:rPr lang="en-NZ" smtClean="0"/>
              <a:pPr/>
              <a:t>‹#›</a:t>
            </a:fld>
            <a:endParaRPr lang="en-NZ"/>
          </a:p>
        </p:txBody>
      </p:sp>
    </p:spTree>
    <p:extLst>
      <p:ext uri="{BB962C8B-B14F-4D97-AF65-F5344CB8AC3E}">
        <p14:creationId xmlns:p14="http://schemas.microsoft.com/office/powerpoint/2010/main" val="22377471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cstate="print"/>
          <a:stretch/>
        </a:blipFill>
        <a:effectLst/>
      </p:bgPr>
    </p:bg>
    <p:spTree>
      <p:nvGrpSpPr>
        <p:cNvPr id="1" name=""/>
        <p:cNvGrpSpPr/>
        <p:nvPr/>
      </p:nvGrpSpPr>
      <p:grpSpPr>
        <a:xfrm>
          <a:off x="0" y="0"/>
          <a:ext cx="0" cy="0"/>
          <a:chOff x="0" y="0"/>
          <a:chExt cx="0" cy="0"/>
        </a:xfrm>
      </p:grpSpPr>
      <p:sp useBgFill="1">
        <p:nvSpPr>
          <p:cNvPr id="2052" name="Rectangle 2051">
            <a:extLst>
              <a:ext uri="{FF2B5EF4-FFF2-40B4-BE49-F238E27FC236}">
                <a16:creationId xmlns:a16="http://schemas.microsoft.com/office/drawing/2014/main" id="{8B226A40-22CC-40E5-9EC4-5163536C6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3" name="Group 2052">
            <a:extLst>
              <a:ext uri="{FF2B5EF4-FFF2-40B4-BE49-F238E27FC236}">
                <a16:creationId xmlns:a16="http://schemas.microsoft.com/office/drawing/2014/main" id="{6BB9B7D3-101C-4F55-A956-62DA4AAD40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2058" name="Picture 2057">
              <a:extLst>
                <a:ext uri="{FF2B5EF4-FFF2-40B4-BE49-F238E27FC236}">
                  <a16:creationId xmlns:a16="http://schemas.microsoft.com/office/drawing/2014/main" id="{53BD5441-821C-4091-8DDD-A4A56A6FC8B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054" name="Rectangle 2053">
              <a:extLst>
                <a:ext uri="{FF2B5EF4-FFF2-40B4-BE49-F238E27FC236}">
                  <a16:creationId xmlns:a16="http://schemas.microsoft.com/office/drawing/2014/main" id="{AFC6E877-1BD2-4856-8FFD-250D27C15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NZ"/>
            </a:p>
          </p:txBody>
        </p:sp>
        <p:pic>
          <p:nvPicPr>
            <p:cNvPr id="2060" name="Picture 2059">
              <a:extLst>
                <a:ext uri="{FF2B5EF4-FFF2-40B4-BE49-F238E27FC236}">
                  <a16:creationId xmlns:a16="http://schemas.microsoft.com/office/drawing/2014/main" id="{F64C008A-2A32-4626-A83A-16A984F886F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cstate="print">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061" name="Picture 2060">
              <a:extLst>
                <a:ext uri="{FF2B5EF4-FFF2-40B4-BE49-F238E27FC236}">
                  <a16:creationId xmlns:a16="http://schemas.microsoft.com/office/drawing/2014/main" id="{875D67EF-62E2-43F5-8005-7A7A319D05A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cstate="print">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49BBFCA9-33B3-1540-904F-A1E7F6D079F4}"/>
              </a:ext>
            </a:extLst>
          </p:cNvPr>
          <p:cNvSpPr>
            <a:spLocks noGrp="1"/>
          </p:cNvSpPr>
          <p:nvPr>
            <p:ph type="ctrTitle"/>
          </p:nvPr>
        </p:nvSpPr>
        <p:spPr>
          <a:xfrm>
            <a:off x="1102619" y="4404852"/>
            <a:ext cx="9989677" cy="1054745"/>
          </a:xfrm>
        </p:spPr>
        <p:txBody>
          <a:bodyPr>
            <a:normAutofit/>
          </a:bodyPr>
          <a:lstStyle/>
          <a:p>
            <a:r>
              <a:rPr lang="en-US" altLang="zh-CN" sz="5000" b="1">
                <a:latin typeface="Arial" panose="020B0604020202020204" pitchFamily="34" charset="0"/>
                <a:cs typeface="Arial" panose="020B0604020202020204" pitchFamily="34" charset="0"/>
              </a:rPr>
              <a:t>MAMC01901</a:t>
            </a:r>
            <a:r>
              <a:rPr lang="zh-CN" altLang="en-US" sz="5000" b="1">
                <a:latin typeface="Arial" panose="020B0604020202020204" pitchFamily="34" charset="0"/>
                <a:cs typeface="Arial" panose="020B0604020202020204" pitchFamily="34" charset="0"/>
              </a:rPr>
              <a:t> </a:t>
            </a:r>
            <a:r>
              <a:rPr lang="en-NZ" altLang="zh-CN" sz="5000" b="1">
                <a:latin typeface="Arial" panose="020B0604020202020204" pitchFamily="34" charset="0"/>
                <a:cs typeface="Arial" panose="020B0604020202020204" pitchFamily="34" charset="0"/>
              </a:rPr>
              <a:t>Business Analysis</a:t>
            </a:r>
            <a:endParaRPr lang="en-AU" sz="5000"/>
          </a:p>
        </p:txBody>
      </p:sp>
      <p:sp>
        <p:nvSpPr>
          <p:cNvPr id="3" name="副标题 2">
            <a:extLst>
              <a:ext uri="{FF2B5EF4-FFF2-40B4-BE49-F238E27FC236}">
                <a16:creationId xmlns:a16="http://schemas.microsoft.com/office/drawing/2014/main" id="{AC93C8EE-593C-F74F-990D-83AA3B6C8156}"/>
              </a:ext>
            </a:extLst>
          </p:cNvPr>
          <p:cNvSpPr>
            <a:spLocks noGrp="1"/>
          </p:cNvSpPr>
          <p:nvPr>
            <p:ph type="subTitle" idx="1"/>
          </p:nvPr>
        </p:nvSpPr>
        <p:spPr>
          <a:xfrm>
            <a:off x="1298448" y="5565530"/>
            <a:ext cx="9603727" cy="405501"/>
          </a:xfrm>
        </p:spPr>
        <p:txBody>
          <a:bodyPr>
            <a:normAutofit/>
          </a:bodyPr>
          <a:lstStyle/>
          <a:p>
            <a:pPr>
              <a:lnSpc>
                <a:spcPct val="90000"/>
              </a:lnSpc>
              <a:defRPr/>
            </a:pPr>
            <a:r>
              <a:rPr lang="en-US" altLang="zh-CN" dirty="0">
                <a:latin typeface="Arial" panose="020B0604020202020204" pitchFamily="34" charset="0"/>
                <a:cs typeface="Arial" panose="020B0604020202020204" pitchFamily="34" charset="0"/>
              </a:rPr>
              <a:t>Week</a:t>
            </a:r>
            <a:r>
              <a:rPr lang="zh-CN" altLang="en-US" dirty="0">
                <a:latin typeface="Arial" panose="020B0604020202020204" pitchFamily="34" charset="0"/>
                <a:cs typeface="Arial" panose="020B0604020202020204" pitchFamily="34" charset="0"/>
              </a:rPr>
              <a:t> </a:t>
            </a:r>
            <a:r>
              <a:rPr lang="en-NZ" altLang="zh-CN" dirty="0">
                <a:latin typeface="Arial" panose="020B0604020202020204" pitchFamily="34" charset="0"/>
                <a:cs typeface="Arial" panose="020B0604020202020204" pitchFamily="34" charset="0"/>
              </a:rPr>
              <a:t>5</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(Session</a:t>
            </a:r>
            <a:r>
              <a:rPr lang="zh-CN" altLang="en-US" dirty="0">
                <a:latin typeface="Arial" panose="020B0604020202020204" pitchFamily="34" charset="0"/>
                <a:cs typeface="Arial" panose="020B0604020202020204" pitchFamily="34" charset="0"/>
              </a:rPr>
              <a:t> </a:t>
            </a:r>
            <a:r>
              <a:rPr lang="en-NZ" altLang="zh-CN" dirty="0">
                <a:latin typeface="Arial" panose="020B0604020202020204" pitchFamily="34" charset="0"/>
                <a:cs typeface="Arial" panose="020B0604020202020204" pitchFamily="34" charset="0"/>
              </a:rPr>
              <a:t>1</a:t>
            </a:r>
            <a:r>
              <a:rPr lang="en-US" altLang="zh-CN" dirty="0">
                <a:latin typeface="Arial" panose="020B0604020202020204" pitchFamily="34" charset="0"/>
                <a:cs typeface="Arial" panose="020B0604020202020204" pitchFamily="34" charset="0"/>
              </a:rPr>
              <a:t>): Business analysis techniques (Stakeholder Analysis)</a:t>
            </a:r>
          </a:p>
        </p:txBody>
      </p:sp>
      <p:sp>
        <p:nvSpPr>
          <p:cNvPr id="2063" name="Rectangle 2062">
            <a:extLst>
              <a:ext uri="{FF2B5EF4-FFF2-40B4-BE49-F238E27FC236}">
                <a16:creationId xmlns:a16="http://schemas.microsoft.com/office/drawing/2014/main" id="{9D2CA3DB-2141-4DE2-9F8A-9E5561DDF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11086" y="1092200"/>
            <a:ext cx="8962768"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Kia Ora sign art, carved of wood– TroubleMaker.co.nz">
            <a:extLst>
              <a:ext uri="{FF2B5EF4-FFF2-40B4-BE49-F238E27FC236}">
                <a16:creationId xmlns:a16="http://schemas.microsoft.com/office/drawing/2014/main" id="{B262EEE1-457B-56DE-8B21-312BA4D4F99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180744" y="1467334"/>
            <a:ext cx="4227694" cy="2378077"/>
          </a:xfrm>
          <a:prstGeom prst="rect">
            <a:avLst/>
          </a:prstGeom>
          <a:noFill/>
          <a:extLst>
            <a:ext uri="{909E8E84-426E-40DD-AFC4-6F175D3DCCD1}">
              <a14:hiddenFill xmlns:a14="http://schemas.microsoft.com/office/drawing/2010/main">
                <a:solidFill>
                  <a:srgbClr val="FFFFFF"/>
                </a:solidFill>
              </a14:hiddenFill>
            </a:ext>
          </a:extLst>
        </p:spPr>
      </p:pic>
      <p:cxnSp>
        <p:nvCxnSpPr>
          <p:cNvPr id="2065" name="Straight Connector 2064">
            <a:extLst>
              <a:ext uri="{FF2B5EF4-FFF2-40B4-BE49-F238E27FC236}">
                <a16:creationId xmlns:a16="http://schemas.microsoft.com/office/drawing/2014/main" id="{1214B64F-D291-4308-B071-A2678ED782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64080" y="5518838"/>
            <a:ext cx="786384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0747DBC0-6181-FB00-4C94-606735BE6CEA}"/>
              </a:ext>
            </a:extLst>
          </p:cNvPr>
          <p:cNvPicPr>
            <a:picLocks noChangeAspect="1"/>
          </p:cNvPicPr>
          <p:nvPr/>
        </p:nvPicPr>
        <p:blipFill>
          <a:blip r:embed="rId6" cstate="print"/>
          <a:stretch>
            <a:fillRect/>
          </a:stretch>
        </p:blipFill>
        <p:spPr>
          <a:xfrm>
            <a:off x="1642272" y="1999772"/>
            <a:ext cx="4478499" cy="1016695"/>
          </a:xfrm>
          <a:prstGeom prst="rect">
            <a:avLst/>
          </a:prstGeom>
        </p:spPr>
      </p:pic>
    </p:spTree>
    <p:extLst>
      <p:ext uri="{BB962C8B-B14F-4D97-AF65-F5344CB8AC3E}">
        <p14:creationId xmlns:p14="http://schemas.microsoft.com/office/powerpoint/2010/main" val="1541530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cstate="print"/>
          <a:stretch/>
        </a:blipFill>
        <a:effectLst/>
      </p:bgPr>
    </p:bg>
    <p:spTree>
      <p:nvGrpSpPr>
        <p:cNvPr id="1" name=""/>
        <p:cNvGrpSpPr/>
        <p:nvPr/>
      </p:nvGrpSpPr>
      <p:grpSpPr>
        <a:xfrm>
          <a:off x="0" y="0"/>
          <a:ext cx="0" cy="0"/>
          <a:chOff x="0" y="0"/>
          <a:chExt cx="0" cy="0"/>
        </a:xfrm>
      </p:grpSpPr>
      <p:sp useBgFill="1">
        <p:nvSpPr>
          <p:cNvPr id="250899" name="Rectangle 250898">
            <a:extLst>
              <a:ext uri="{FF2B5EF4-FFF2-40B4-BE49-F238E27FC236}">
                <a16:creationId xmlns:a16="http://schemas.microsoft.com/office/drawing/2014/main" id="{B7328C2D-38F0-4C80-9EA5-A1AD0D6B2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4" cstate="print"/>
            <a:stretch/>
          </a:blipFill>
          <a:ln w="15875" cap="flat" cmpd="sng" algn="ctr">
            <a:solidFill>
              <a:srgbClr val="B15E2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aramond" panose="02020404030301010803"/>
              <a:ea typeface="+mn-ea"/>
              <a:cs typeface="+mn-cs"/>
            </a:endParaRPr>
          </a:p>
        </p:txBody>
      </p:sp>
      <p:grpSp>
        <p:nvGrpSpPr>
          <p:cNvPr id="250900" name="Group 250899">
            <a:extLst>
              <a:ext uri="{FF2B5EF4-FFF2-40B4-BE49-F238E27FC236}">
                <a16:creationId xmlns:a16="http://schemas.microsoft.com/office/drawing/2014/main" id="{BD17E249-48D0-476B-A642-A5D58DD39A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825" cy="6856215"/>
            <a:chOff x="0" y="0"/>
            <a:chExt cx="12188825" cy="6856215"/>
          </a:xfrm>
        </p:grpSpPr>
        <p:pic>
          <p:nvPicPr>
            <p:cNvPr id="250901" name="Picture 250900">
              <a:extLst>
                <a:ext uri="{FF2B5EF4-FFF2-40B4-BE49-F238E27FC236}">
                  <a16:creationId xmlns:a16="http://schemas.microsoft.com/office/drawing/2014/main" id="{7E4B7EC7-DE5B-4F27-839A-7CDF49C6181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50902" name="Rectangle 250901">
              <a:extLst>
                <a:ext uri="{FF2B5EF4-FFF2-40B4-BE49-F238E27FC236}">
                  <a16:creationId xmlns:a16="http://schemas.microsoft.com/office/drawing/2014/main" id="{DDA01082-3C8F-4602-8DA7-C82DF7095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cmpd="sng" algn="ctr">
              <a:solidFill>
                <a:schemeClr val="accent1"/>
              </a:solidFill>
              <a:prstDash val="solid"/>
              <a:miter lim="800000"/>
            </a:ln>
            <a:effectLst>
              <a:innerShdw blurRad="25400" dist="12700" dir="13500000">
                <a:srgbClr val="000000">
                  <a:alpha val="45000"/>
                </a:srgbClr>
              </a:innerShdw>
            </a:effectLst>
          </p:spPr>
          <p:txBody>
            <a:bodyPr/>
            <a:lstStyle/>
            <a:p>
              <a:endParaRPr lang="en-NZ"/>
            </a:p>
          </p:txBody>
        </p:sp>
        <p:pic>
          <p:nvPicPr>
            <p:cNvPr id="250903" name="Picture 250902">
              <a:extLst>
                <a:ext uri="{FF2B5EF4-FFF2-40B4-BE49-F238E27FC236}">
                  <a16:creationId xmlns:a16="http://schemas.microsoft.com/office/drawing/2014/main" id="{1A21B48A-5892-4DD2-B2E1-91BD42A44C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cstate="print">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250904" name="Picture 250903">
              <a:extLst>
                <a:ext uri="{FF2B5EF4-FFF2-40B4-BE49-F238E27FC236}">
                  <a16:creationId xmlns:a16="http://schemas.microsoft.com/office/drawing/2014/main" id="{BE083B53-5B4C-4C29-BDFD-A28B754A59D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cstate="print">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1295402" y="982132"/>
            <a:ext cx="9601196" cy="1303867"/>
          </a:xfrm>
        </p:spPr>
        <p:txBody>
          <a:bodyPr>
            <a:normAutofit/>
          </a:bodyPr>
          <a:lstStyle/>
          <a:p>
            <a:r>
              <a:rPr lang="en-US" altLang="zh-CN" b="1">
                <a:latin typeface="Arial" panose="020B0604020202020204" pitchFamily="34" charset="0"/>
                <a:ea typeface="ヒラギノ角ゴ Pro W3" panose="020B0300000000000000" pitchFamily="34" charset="-128"/>
                <a:cs typeface="Arial" panose="020B0604020202020204" pitchFamily="34" charset="0"/>
              </a:rPr>
              <a:t>Agenda</a:t>
            </a:r>
            <a:endParaRPr lang="en-US" altLang="en-US" b="1">
              <a:latin typeface="Arial" panose="020B0604020202020204" pitchFamily="34" charset="0"/>
              <a:ea typeface="ヒラギノ角ゴ Pro W3" panose="020B0300000000000000" pitchFamily="34" charset="-128"/>
              <a:cs typeface="Arial" panose="020B0604020202020204" pitchFamily="34" charset="0"/>
            </a:endParaRPr>
          </a:p>
        </p:txBody>
      </p:sp>
      <p:cxnSp>
        <p:nvCxnSpPr>
          <p:cNvPr id="250898" name="Straight Connector 250897">
            <a:extLst>
              <a:ext uri="{FF2B5EF4-FFF2-40B4-BE49-F238E27FC236}">
                <a16:creationId xmlns:a16="http://schemas.microsoft.com/office/drawing/2014/main" id="{0B65B193-F600-4C1B-9DBF-09D94CDB08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83042" y="2400639"/>
            <a:ext cx="9273858"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C214F149-7B7A-1832-375F-486A7576785E}"/>
              </a:ext>
            </a:extLst>
          </p:cNvPr>
          <p:cNvSpPr>
            <a:spLocks noGrp="1"/>
          </p:cNvSpPr>
          <p:nvPr>
            <p:ph idx="1"/>
          </p:nvPr>
        </p:nvSpPr>
        <p:spPr>
          <a:xfrm>
            <a:off x="1295401" y="2556932"/>
            <a:ext cx="9601196" cy="3318936"/>
          </a:xfrm>
        </p:spPr>
        <p:txBody>
          <a:bodyPr>
            <a:normAutofit/>
          </a:bodyPr>
          <a:lstStyle/>
          <a:p>
            <a:pPr lvl="1"/>
            <a:r>
              <a:rPr lang="en-NZ" sz="3600" dirty="0">
                <a:latin typeface="Arial" pitchFamily="34" charset="0"/>
                <a:cs typeface="Arial" pitchFamily="34" charset="0"/>
              </a:rPr>
              <a:t>Stakeholder analysis</a:t>
            </a:r>
          </a:p>
          <a:p>
            <a:pPr lvl="1"/>
            <a:r>
              <a:rPr lang="en-NZ" sz="3600" dirty="0">
                <a:latin typeface="Arial" pitchFamily="34" charset="0"/>
                <a:cs typeface="Arial" pitchFamily="34" charset="0"/>
              </a:rPr>
              <a:t>Class activity</a:t>
            </a:r>
          </a:p>
          <a:p>
            <a:pPr lvl="1"/>
            <a:r>
              <a:rPr lang="en-NZ" sz="3600" dirty="0">
                <a:latin typeface="Arial" pitchFamily="34" charset="0"/>
                <a:cs typeface="Arial" pitchFamily="34" charset="0"/>
              </a:rPr>
              <a:t>Assessment 2</a:t>
            </a:r>
          </a:p>
          <a:p>
            <a:pPr lvl="1"/>
            <a:endParaRPr lang="en-NZ" dirty="0"/>
          </a:p>
        </p:txBody>
      </p:sp>
    </p:spTree>
    <p:extLst>
      <p:ext uri="{BB962C8B-B14F-4D97-AF65-F5344CB8AC3E}">
        <p14:creationId xmlns:p14="http://schemas.microsoft.com/office/powerpoint/2010/main" val="182874855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Stakeholder Analysis</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016461" y="1692674"/>
            <a:ext cx="9956339" cy="5701561"/>
          </a:xfrm>
          <a:prstGeom prst="rect">
            <a:avLst/>
          </a:prstGeom>
          <a:noFill/>
        </p:spPr>
        <p:txBody>
          <a:bodyPr wrap="square" lIns="91440" tIns="45720" rIns="91440" bIns="45720" anchor="t">
            <a:spAutoFit/>
          </a:bodyPr>
          <a:lstStyle/>
          <a:p>
            <a:r>
              <a:rPr lang="en-NZ" sz="2400" b="1" dirty="0">
                <a:latin typeface="Arial" pitchFamily="34" charset="0"/>
                <a:cs typeface="Arial" pitchFamily="34" charset="0"/>
              </a:rPr>
              <a:t>What is stakeholder analysis?</a:t>
            </a:r>
          </a:p>
          <a:p>
            <a:endParaRPr lang="en-NZ" sz="2400" dirty="0">
              <a:latin typeface="Arial" pitchFamily="34" charset="0"/>
              <a:cs typeface="Arial" pitchFamily="34" charset="0"/>
            </a:endParaRPr>
          </a:p>
          <a:p>
            <a:r>
              <a:rPr lang="en-US" sz="2400" dirty="0">
                <a:latin typeface="Arial"/>
                <a:cs typeface="Arial"/>
              </a:rPr>
              <a:t>Stakeholders are individuals, groups, or </a:t>
            </a:r>
            <a:r>
              <a:rPr lang="en-US" sz="2400" dirty="0" err="1">
                <a:latin typeface="Arial"/>
                <a:cs typeface="Arial"/>
              </a:rPr>
              <a:t>organisations</a:t>
            </a:r>
            <a:r>
              <a:rPr lang="en-US" sz="2400" dirty="0">
                <a:latin typeface="Arial"/>
                <a:cs typeface="Arial"/>
              </a:rPr>
              <a:t> that are affected by or can affect a project.</a:t>
            </a:r>
          </a:p>
          <a:p>
            <a:endParaRPr lang="en-US" sz="2400" dirty="0">
              <a:latin typeface="Arial" pitchFamily="34" charset="0"/>
              <a:cs typeface="Arial" pitchFamily="34" charset="0"/>
            </a:endParaRPr>
          </a:p>
          <a:p>
            <a:r>
              <a:rPr lang="en-US" sz="2400" dirty="0">
                <a:latin typeface="Arial" pitchFamily="34" charset="0"/>
                <a:cs typeface="Arial" pitchFamily="34" charset="0"/>
              </a:rPr>
              <a:t>Stakeholder analysis helps identify:</a:t>
            </a:r>
          </a:p>
          <a:p>
            <a:pPr>
              <a:buFont typeface="Arial" pitchFamily="34" charset="0"/>
              <a:buChar char="•"/>
            </a:pPr>
            <a:r>
              <a:rPr lang="en-US" sz="2400" dirty="0">
                <a:latin typeface="Arial" pitchFamily="34" charset="0"/>
                <a:cs typeface="Arial" pitchFamily="34" charset="0"/>
              </a:rPr>
              <a:t>Who the stakeholders are, and who are the key ones</a:t>
            </a:r>
          </a:p>
          <a:p>
            <a:pPr>
              <a:buFont typeface="Arial" pitchFamily="34" charset="0"/>
              <a:buChar char="•"/>
            </a:pPr>
            <a:r>
              <a:rPr lang="en-US" sz="2400" dirty="0">
                <a:latin typeface="Arial" pitchFamily="34" charset="0"/>
                <a:cs typeface="Arial" pitchFamily="34" charset="0"/>
              </a:rPr>
              <a:t>Their interests and influence</a:t>
            </a:r>
          </a:p>
          <a:p>
            <a:pPr>
              <a:buFont typeface="Arial" pitchFamily="34" charset="0"/>
              <a:buChar char="•"/>
            </a:pPr>
            <a:r>
              <a:rPr lang="en-US" sz="2400" dirty="0">
                <a:latin typeface="Arial" pitchFamily="34" charset="0"/>
                <a:cs typeface="Arial" pitchFamily="34" charset="0"/>
              </a:rPr>
              <a:t>How to manage their engagement</a:t>
            </a:r>
          </a:p>
          <a:p>
            <a:endParaRPr lang="en-US" sz="2400" dirty="0">
              <a:latin typeface="Arial" pitchFamily="34" charset="0"/>
              <a:cs typeface="Arial" pitchFamily="34" charset="0"/>
            </a:endParaRPr>
          </a:p>
          <a:p>
            <a:endParaRPr lang="en-NZ" sz="2400" dirty="0">
              <a:latin typeface="Arial" pitchFamily="34" charset="0"/>
              <a:cs typeface="Arial" pitchFamily="34" charset="0"/>
            </a:endParaRPr>
          </a:p>
          <a:p>
            <a:endParaRPr lang="en-US" sz="2400" dirty="0">
              <a:latin typeface="Arial" pitchFamily="34" charset="0"/>
              <a:cs typeface="Arial" pitchFamily="34" charset="0"/>
            </a:endParaRPr>
          </a:p>
          <a:p>
            <a:pPr marL="342900" indent="-342900"/>
            <a:endParaRPr lang="en-US"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Stakeholder Analysis</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016461" y="1692674"/>
            <a:ext cx="9956339" cy="6440225"/>
          </a:xfrm>
          <a:prstGeom prst="rect">
            <a:avLst/>
          </a:prstGeom>
          <a:noFill/>
        </p:spPr>
        <p:txBody>
          <a:bodyPr wrap="square" lIns="91440" tIns="45720" rIns="91440" bIns="45720" anchor="t">
            <a:spAutoFit/>
          </a:bodyPr>
          <a:lstStyle/>
          <a:p>
            <a:r>
              <a:rPr lang="en-NZ" sz="2400" b="1" dirty="0">
                <a:latin typeface="Arial" pitchFamily="34" charset="0"/>
                <a:cs typeface="Arial" pitchFamily="34" charset="0"/>
              </a:rPr>
              <a:t>Why is stakeholder analysis important?</a:t>
            </a:r>
          </a:p>
          <a:p>
            <a:endParaRPr lang="en-NZ" sz="2400" dirty="0">
              <a:latin typeface="Arial" pitchFamily="34" charset="0"/>
              <a:cs typeface="Arial" pitchFamily="34" charset="0"/>
            </a:endParaRPr>
          </a:p>
          <a:p>
            <a:pPr>
              <a:buFont typeface="Arial" pitchFamily="34" charset="0"/>
              <a:buChar char="•"/>
            </a:pPr>
            <a:r>
              <a:rPr lang="en-US" sz="2400" dirty="0">
                <a:latin typeface="Arial" pitchFamily="34" charset="0"/>
                <a:cs typeface="Arial" pitchFamily="34" charset="0"/>
              </a:rPr>
              <a:t>Helps ensure project success by understanding what their expectations are</a:t>
            </a:r>
          </a:p>
          <a:p>
            <a:endParaRPr lang="en-US" sz="2400" dirty="0">
              <a:latin typeface="Arial" pitchFamily="34" charset="0"/>
              <a:cs typeface="Arial" pitchFamily="34" charset="0"/>
            </a:endParaRPr>
          </a:p>
          <a:p>
            <a:pPr>
              <a:buFont typeface="Arial" pitchFamily="34" charset="0"/>
              <a:buChar char="•"/>
            </a:pPr>
            <a:r>
              <a:rPr lang="en-US" sz="2400" dirty="0">
                <a:latin typeface="Arial" pitchFamily="34" charset="0"/>
                <a:cs typeface="Arial" pitchFamily="34" charset="0"/>
              </a:rPr>
              <a:t>Identifies potential risks or resistance early</a:t>
            </a:r>
          </a:p>
          <a:p>
            <a:endParaRPr lang="en-US" sz="2400" dirty="0">
              <a:latin typeface="Arial" pitchFamily="34" charset="0"/>
              <a:cs typeface="Arial" pitchFamily="34" charset="0"/>
            </a:endParaRPr>
          </a:p>
          <a:p>
            <a:pPr>
              <a:buFont typeface="Arial" pitchFamily="34" charset="0"/>
              <a:buChar char="•"/>
            </a:pPr>
            <a:r>
              <a:rPr lang="en-US" sz="2400" dirty="0">
                <a:latin typeface="Arial" pitchFamily="34" charset="0"/>
                <a:cs typeface="Arial" pitchFamily="34" charset="0"/>
              </a:rPr>
              <a:t>Builds trust and better communication</a:t>
            </a:r>
          </a:p>
          <a:p>
            <a:pPr>
              <a:buFont typeface="Arial" pitchFamily="34" charset="0"/>
              <a:buChar char="•"/>
            </a:pPr>
            <a:endParaRPr lang="en-US" sz="2400" dirty="0">
              <a:latin typeface="Arial" pitchFamily="34" charset="0"/>
              <a:cs typeface="Arial" pitchFamily="34" charset="0"/>
            </a:endParaRPr>
          </a:p>
          <a:p>
            <a:pPr>
              <a:buFont typeface="Arial" pitchFamily="34" charset="0"/>
              <a:buChar char="•"/>
            </a:pPr>
            <a:r>
              <a:rPr lang="en-US" sz="2400" dirty="0">
                <a:latin typeface="Arial"/>
                <a:cs typeface="Arial"/>
              </a:rPr>
              <a:t>Helps </a:t>
            </a:r>
            <a:r>
              <a:rPr lang="en-US" sz="2400" dirty="0" err="1">
                <a:latin typeface="Arial"/>
                <a:cs typeface="Arial"/>
              </a:rPr>
              <a:t>prioritise</a:t>
            </a:r>
            <a:r>
              <a:rPr lang="en-US" sz="2400" dirty="0">
                <a:latin typeface="Arial"/>
                <a:cs typeface="Arial"/>
              </a:rPr>
              <a:t> stakeholder management efforts (can do that using a power/interest grid)</a:t>
            </a:r>
          </a:p>
          <a:p>
            <a:endParaRPr lang="en-US" sz="2400" dirty="0">
              <a:latin typeface="Arial" pitchFamily="34" charset="0"/>
              <a:cs typeface="Arial" pitchFamily="34" charset="0"/>
            </a:endParaRPr>
          </a:p>
          <a:p>
            <a:endParaRPr lang="en-NZ" sz="2400" dirty="0">
              <a:latin typeface="Arial" pitchFamily="34" charset="0"/>
              <a:cs typeface="Arial" pitchFamily="34" charset="0"/>
            </a:endParaRPr>
          </a:p>
          <a:p>
            <a:endParaRPr lang="en-US" sz="2400" dirty="0">
              <a:latin typeface="Arial" pitchFamily="34" charset="0"/>
              <a:cs typeface="Arial" pitchFamily="34" charset="0"/>
            </a:endParaRPr>
          </a:p>
          <a:p>
            <a:pPr marL="342900" indent="-342900"/>
            <a:endParaRPr lang="en-US"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Stakeholder Analysis Process</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016461" y="1692674"/>
            <a:ext cx="9956339" cy="3231654"/>
          </a:xfrm>
          <a:prstGeom prst="rect">
            <a:avLst/>
          </a:prstGeom>
          <a:noFill/>
        </p:spPr>
        <p:txBody>
          <a:bodyPr wrap="square">
            <a:spAutoFit/>
          </a:bodyPr>
          <a:lstStyle/>
          <a:p>
            <a:r>
              <a:rPr lang="en-US" sz="2000" b="1" dirty="0">
                <a:latin typeface="Arial" pitchFamily="34" charset="0"/>
                <a:cs typeface="Arial" pitchFamily="34" charset="0"/>
              </a:rPr>
              <a:t>Step 1: Identify Stakeholders</a:t>
            </a:r>
          </a:p>
          <a:p>
            <a:r>
              <a:rPr lang="en-US" sz="2000" dirty="0">
                <a:latin typeface="Arial" pitchFamily="34" charset="0"/>
                <a:cs typeface="Arial" pitchFamily="34" charset="0"/>
              </a:rPr>
              <a:t>Brainstorm or list all individuals, groups, or </a:t>
            </a:r>
            <a:r>
              <a:rPr lang="en-US" sz="2000" dirty="0" err="1">
                <a:latin typeface="Arial" pitchFamily="34" charset="0"/>
                <a:cs typeface="Arial" pitchFamily="34" charset="0"/>
              </a:rPr>
              <a:t>organisations</a:t>
            </a:r>
            <a:r>
              <a:rPr lang="en-US" sz="2000" dirty="0">
                <a:latin typeface="Arial" pitchFamily="34" charset="0"/>
                <a:cs typeface="Arial" pitchFamily="34" charset="0"/>
              </a:rPr>
              <a:t> impacted by or who can impact the project.</a:t>
            </a:r>
          </a:p>
          <a:p>
            <a:r>
              <a:rPr lang="en-US" sz="2000" dirty="0">
                <a:latin typeface="Arial" pitchFamily="34" charset="0"/>
                <a:cs typeface="Arial" pitchFamily="34" charset="0"/>
              </a:rPr>
              <a:t>Sources: </a:t>
            </a:r>
            <a:r>
              <a:rPr lang="en-US" sz="2000" dirty="0" err="1">
                <a:latin typeface="Arial" pitchFamily="34" charset="0"/>
                <a:cs typeface="Arial" pitchFamily="34" charset="0"/>
              </a:rPr>
              <a:t>Organisational</a:t>
            </a:r>
            <a:r>
              <a:rPr lang="en-US" sz="2000" dirty="0">
                <a:latin typeface="Arial" pitchFamily="34" charset="0"/>
                <a:cs typeface="Arial" pitchFamily="34" charset="0"/>
              </a:rPr>
              <a:t> charts, past project documents, interviews, business case.</a:t>
            </a:r>
          </a:p>
          <a:p>
            <a:endParaRPr lang="en-NZ" sz="2000" dirty="0">
              <a:latin typeface="Arial" pitchFamily="34" charset="0"/>
              <a:cs typeface="Arial" pitchFamily="34" charset="0"/>
            </a:endParaRPr>
          </a:p>
          <a:p>
            <a:r>
              <a:rPr lang="en-US" sz="2000" b="1" dirty="0">
                <a:latin typeface="Arial" pitchFamily="34" charset="0"/>
                <a:cs typeface="Arial" pitchFamily="34" charset="0"/>
              </a:rPr>
              <a:t>Step 2: </a:t>
            </a:r>
            <a:r>
              <a:rPr lang="en-US" sz="2000" b="1" dirty="0" err="1">
                <a:latin typeface="Arial" pitchFamily="34" charset="0"/>
                <a:cs typeface="Arial" pitchFamily="34" charset="0"/>
              </a:rPr>
              <a:t>Analyse</a:t>
            </a:r>
            <a:r>
              <a:rPr lang="en-US" sz="2000" b="1" dirty="0">
                <a:latin typeface="Arial" pitchFamily="34" charset="0"/>
                <a:cs typeface="Arial" pitchFamily="34" charset="0"/>
              </a:rPr>
              <a:t> Stakeholders</a:t>
            </a:r>
          </a:p>
          <a:p>
            <a:r>
              <a:rPr lang="en-US" sz="2000" dirty="0">
                <a:latin typeface="Arial" pitchFamily="34" charset="0"/>
                <a:cs typeface="Arial" pitchFamily="34" charset="0"/>
              </a:rPr>
              <a:t>Assess each stakeholder’s:</a:t>
            </a:r>
          </a:p>
          <a:p>
            <a:pPr lvl="1"/>
            <a:r>
              <a:rPr lang="en-US" sz="2000" b="1" dirty="0">
                <a:latin typeface="Arial" pitchFamily="34" charset="0"/>
                <a:cs typeface="Arial" pitchFamily="34" charset="0"/>
              </a:rPr>
              <a:t>Power:</a:t>
            </a:r>
            <a:r>
              <a:rPr lang="en-US" sz="2000" dirty="0">
                <a:latin typeface="Arial" pitchFamily="34" charset="0"/>
                <a:cs typeface="Arial" pitchFamily="34" charset="0"/>
              </a:rPr>
              <a:t> How much influence they have over decisions</a:t>
            </a:r>
          </a:p>
          <a:p>
            <a:pPr lvl="1"/>
            <a:r>
              <a:rPr lang="en-US" sz="2000" b="1" dirty="0">
                <a:latin typeface="Arial" pitchFamily="34" charset="0"/>
                <a:cs typeface="Arial" pitchFamily="34" charset="0"/>
              </a:rPr>
              <a:t>Interest:</a:t>
            </a:r>
            <a:r>
              <a:rPr lang="en-US" sz="2000" dirty="0">
                <a:latin typeface="Arial" pitchFamily="34" charset="0"/>
                <a:cs typeface="Arial" pitchFamily="34" charset="0"/>
              </a:rPr>
              <a:t> How much they care about the project’s outcome</a:t>
            </a:r>
          </a:p>
          <a:p>
            <a:endParaRPr lang="en-US" sz="2400" dirty="0">
              <a:latin typeface="Arial" pitchFamily="34" charset="0"/>
              <a:cs typeface="Arial"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Stakeholder Analysis Process</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016461" y="1692674"/>
            <a:ext cx="9956339" cy="5139869"/>
          </a:xfrm>
          <a:prstGeom prst="rect">
            <a:avLst/>
          </a:prstGeom>
          <a:noFill/>
        </p:spPr>
        <p:txBody>
          <a:bodyPr wrap="square">
            <a:spAutoFit/>
          </a:bodyPr>
          <a:lstStyle/>
          <a:p>
            <a:r>
              <a:rPr lang="en-US" sz="2000" b="1" dirty="0">
                <a:latin typeface="Arial" pitchFamily="34" charset="0"/>
                <a:cs typeface="Arial" pitchFamily="34" charset="0"/>
              </a:rPr>
              <a:t>Step 3: </a:t>
            </a:r>
            <a:r>
              <a:rPr lang="en-US" sz="2000" b="1" dirty="0" err="1">
                <a:latin typeface="Arial" pitchFamily="34" charset="0"/>
                <a:cs typeface="Arial" pitchFamily="34" charset="0"/>
              </a:rPr>
              <a:t>Prioritise</a:t>
            </a:r>
            <a:r>
              <a:rPr lang="en-US" sz="2000" b="1" dirty="0">
                <a:latin typeface="Arial" pitchFamily="34" charset="0"/>
                <a:cs typeface="Arial" pitchFamily="34" charset="0"/>
              </a:rPr>
              <a:t> Stakeholders</a:t>
            </a:r>
          </a:p>
          <a:p>
            <a:r>
              <a:rPr lang="en-US" sz="2000" dirty="0">
                <a:latin typeface="Arial" pitchFamily="34" charset="0"/>
                <a:cs typeface="Arial" pitchFamily="34" charset="0"/>
              </a:rPr>
              <a:t>Plot them on the </a:t>
            </a:r>
            <a:r>
              <a:rPr lang="en-US" sz="2000" b="1" dirty="0">
                <a:latin typeface="Arial" pitchFamily="34" charset="0"/>
                <a:cs typeface="Arial" pitchFamily="34" charset="0"/>
              </a:rPr>
              <a:t>Power/Interest Grid</a:t>
            </a:r>
            <a:r>
              <a:rPr lang="en-US" sz="2000" dirty="0">
                <a:latin typeface="Arial" pitchFamily="34" charset="0"/>
                <a:cs typeface="Arial" pitchFamily="34" charset="0"/>
              </a:rPr>
              <a:t> to </a:t>
            </a:r>
            <a:r>
              <a:rPr lang="en-US" sz="2000" dirty="0" err="1">
                <a:latin typeface="Arial" pitchFamily="34" charset="0"/>
                <a:cs typeface="Arial" pitchFamily="34" charset="0"/>
              </a:rPr>
              <a:t>categorise</a:t>
            </a:r>
            <a:r>
              <a:rPr lang="en-US" sz="2000" dirty="0">
                <a:latin typeface="Arial" pitchFamily="34" charset="0"/>
                <a:cs typeface="Arial" pitchFamily="34" charset="0"/>
              </a:rPr>
              <a:t> them:</a:t>
            </a:r>
          </a:p>
          <a:p>
            <a:pPr lvl="1">
              <a:buFont typeface="Arial" pitchFamily="34" charset="0"/>
              <a:buChar char="•"/>
            </a:pPr>
            <a:r>
              <a:rPr lang="en-US" sz="2000" dirty="0">
                <a:latin typeface="Arial" pitchFamily="34" charset="0"/>
                <a:cs typeface="Arial" pitchFamily="34" charset="0"/>
              </a:rPr>
              <a:t>Manage Closely</a:t>
            </a:r>
          </a:p>
          <a:p>
            <a:pPr lvl="1">
              <a:buFont typeface="Arial" pitchFamily="34" charset="0"/>
              <a:buChar char="•"/>
            </a:pPr>
            <a:r>
              <a:rPr lang="en-US" sz="2000" dirty="0">
                <a:latin typeface="Arial" pitchFamily="34" charset="0"/>
                <a:cs typeface="Arial" pitchFamily="34" charset="0"/>
              </a:rPr>
              <a:t>Keep Satisfied</a:t>
            </a:r>
          </a:p>
          <a:p>
            <a:pPr lvl="1">
              <a:buFont typeface="Arial" pitchFamily="34" charset="0"/>
              <a:buChar char="•"/>
            </a:pPr>
            <a:r>
              <a:rPr lang="en-US" sz="2000" dirty="0">
                <a:latin typeface="Arial" pitchFamily="34" charset="0"/>
                <a:cs typeface="Arial" pitchFamily="34" charset="0"/>
              </a:rPr>
              <a:t>Keep Informed</a:t>
            </a:r>
          </a:p>
          <a:p>
            <a:pPr lvl="1">
              <a:buFont typeface="Arial" pitchFamily="34" charset="0"/>
              <a:buChar char="•"/>
            </a:pPr>
            <a:r>
              <a:rPr lang="en-US" sz="2000" dirty="0">
                <a:latin typeface="Arial" pitchFamily="34" charset="0"/>
                <a:cs typeface="Arial" pitchFamily="34" charset="0"/>
              </a:rPr>
              <a:t>Monitor</a:t>
            </a:r>
          </a:p>
          <a:p>
            <a:r>
              <a:rPr lang="en-US" sz="2000" i="1" dirty="0">
                <a:latin typeface="Arial" pitchFamily="34" charset="0"/>
                <a:cs typeface="Arial" pitchFamily="34" charset="0"/>
              </a:rPr>
              <a:t>     	Outcome:</a:t>
            </a:r>
            <a:r>
              <a:rPr lang="en-US" sz="2000" dirty="0">
                <a:latin typeface="Arial" pitchFamily="34" charset="0"/>
                <a:cs typeface="Arial" pitchFamily="34" charset="0"/>
              </a:rPr>
              <a:t> Clear visual of engagement priorities</a:t>
            </a:r>
          </a:p>
          <a:p>
            <a:endParaRPr lang="en-NZ" sz="2400" dirty="0">
              <a:latin typeface="Arial" pitchFamily="34" charset="0"/>
              <a:cs typeface="Arial" pitchFamily="34" charset="0"/>
            </a:endParaRPr>
          </a:p>
          <a:p>
            <a:r>
              <a:rPr lang="en-US" sz="2000" b="1" dirty="0">
                <a:latin typeface="Arial" pitchFamily="34" charset="0"/>
                <a:cs typeface="Arial" pitchFamily="34" charset="0"/>
              </a:rPr>
              <a:t>Step 4: Develop Engagement Strategies</a:t>
            </a:r>
          </a:p>
          <a:p>
            <a:r>
              <a:rPr lang="en-US" sz="2000" dirty="0">
                <a:latin typeface="Arial" pitchFamily="34" charset="0"/>
                <a:cs typeface="Arial" pitchFamily="34" charset="0"/>
              </a:rPr>
              <a:t>Tailor communication and involvement tactics based on their quadrant.</a:t>
            </a:r>
          </a:p>
          <a:p>
            <a:r>
              <a:rPr lang="en-US" sz="2000" dirty="0">
                <a:latin typeface="Arial" pitchFamily="34" charset="0"/>
                <a:cs typeface="Arial" pitchFamily="34" charset="0"/>
              </a:rPr>
              <a:t>Consider:</a:t>
            </a:r>
          </a:p>
          <a:p>
            <a:pPr lvl="1">
              <a:buFont typeface="Arial" pitchFamily="34" charset="0"/>
              <a:buChar char="•"/>
            </a:pPr>
            <a:r>
              <a:rPr lang="en-US" sz="2000" dirty="0">
                <a:latin typeface="Arial" pitchFamily="34" charset="0"/>
                <a:cs typeface="Arial" pitchFamily="34" charset="0"/>
              </a:rPr>
              <a:t>Frequency and format of communication</a:t>
            </a:r>
          </a:p>
          <a:p>
            <a:pPr lvl="1">
              <a:buFont typeface="Arial" pitchFamily="34" charset="0"/>
              <a:buChar char="•"/>
            </a:pPr>
            <a:r>
              <a:rPr lang="en-US" sz="2000" dirty="0">
                <a:latin typeface="Arial" pitchFamily="34" charset="0"/>
                <a:cs typeface="Arial" pitchFamily="34" charset="0"/>
              </a:rPr>
              <a:t>What to share and when</a:t>
            </a:r>
          </a:p>
          <a:p>
            <a:pPr lvl="1">
              <a:buFont typeface="Arial" pitchFamily="34" charset="0"/>
              <a:buChar char="•"/>
            </a:pPr>
            <a:r>
              <a:rPr lang="en-US" sz="2000" dirty="0">
                <a:latin typeface="Arial" pitchFamily="34" charset="0"/>
                <a:cs typeface="Arial" pitchFamily="34" charset="0"/>
              </a:rPr>
              <a:t>Who should engage (e.g., BA, PM, Sponsor)</a:t>
            </a:r>
          </a:p>
          <a:p>
            <a:endParaRPr lang="en-US" sz="2000" dirty="0">
              <a:latin typeface="Arial" pitchFamily="34" charset="0"/>
              <a:cs typeface="Arial" pitchFamily="34" charset="0"/>
            </a:endParaRPr>
          </a:p>
          <a:p>
            <a:endParaRPr lang="en-US" sz="2400" dirty="0">
              <a:latin typeface="Arial" pitchFamily="34" charset="0"/>
              <a:cs typeface="Arial"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Stakeholder Analysis Process</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059324" y="2392761"/>
            <a:ext cx="9956339" cy="2000548"/>
          </a:xfrm>
          <a:prstGeom prst="rect">
            <a:avLst/>
          </a:prstGeom>
          <a:noFill/>
        </p:spPr>
        <p:txBody>
          <a:bodyPr wrap="square">
            <a:spAutoFit/>
          </a:bodyPr>
          <a:lstStyle/>
          <a:p>
            <a:r>
              <a:rPr lang="en-US" sz="2000" b="1" dirty="0">
                <a:latin typeface="Arial" pitchFamily="34" charset="0"/>
                <a:cs typeface="Arial" pitchFamily="34" charset="0"/>
              </a:rPr>
              <a:t>Step 5: Monitor and Review</a:t>
            </a:r>
          </a:p>
          <a:p>
            <a:pPr>
              <a:buFont typeface="Arial" pitchFamily="34" charset="0"/>
              <a:buChar char="•"/>
            </a:pPr>
            <a:r>
              <a:rPr lang="en-US" sz="2000" dirty="0">
                <a:latin typeface="Arial" pitchFamily="34" charset="0"/>
                <a:cs typeface="Arial" pitchFamily="34" charset="0"/>
              </a:rPr>
              <a:t>Stakeholder roles and attitudes may evolve.</a:t>
            </a:r>
          </a:p>
          <a:p>
            <a:pPr>
              <a:buFont typeface="Arial" pitchFamily="34" charset="0"/>
              <a:buChar char="•"/>
            </a:pPr>
            <a:r>
              <a:rPr lang="en-US" sz="2000" dirty="0">
                <a:latin typeface="Arial" pitchFamily="34" charset="0"/>
                <a:cs typeface="Arial" pitchFamily="34" charset="0"/>
              </a:rPr>
              <a:t>Revisit and update your analysis throughout the project.</a:t>
            </a:r>
          </a:p>
          <a:p>
            <a:pPr>
              <a:buFont typeface="Arial" pitchFamily="34" charset="0"/>
              <a:buChar char="•"/>
            </a:pPr>
            <a:r>
              <a:rPr lang="en-US" sz="2000" dirty="0">
                <a:latin typeface="Arial" pitchFamily="34" charset="0"/>
                <a:cs typeface="Arial" pitchFamily="34" charset="0"/>
              </a:rPr>
              <a:t>Check-in regularly during key milestones or changes</a:t>
            </a:r>
          </a:p>
          <a:p>
            <a:endParaRPr lang="en-US" sz="2000" dirty="0">
              <a:latin typeface="Arial" pitchFamily="34" charset="0"/>
              <a:cs typeface="Arial" pitchFamily="34" charset="0"/>
            </a:endParaRPr>
          </a:p>
          <a:p>
            <a:endParaRPr lang="en-US" sz="2400" dirty="0">
              <a:latin typeface="Arial" pitchFamily="34" charset="0"/>
              <a:cs typeface="Arial"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Stakeholder Analysis Process </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102187" y="1878411"/>
            <a:ext cx="9956339" cy="4462760"/>
          </a:xfrm>
          <a:prstGeom prst="rect">
            <a:avLst/>
          </a:prstGeom>
          <a:noFill/>
        </p:spPr>
        <p:txBody>
          <a:bodyPr wrap="square">
            <a:spAutoFit/>
          </a:bodyPr>
          <a:lstStyle/>
          <a:p>
            <a:r>
              <a:rPr lang="en-US" sz="2400" b="1" dirty="0">
                <a:latin typeface="Arial" pitchFamily="34" charset="0"/>
                <a:cs typeface="Arial" pitchFamily="34" charset="0"/>
              </a:rPr>
              <a:t>How to Identify Stakeholders?</a:t>
            </a:r>
          </a:p>
          <a:p>
            <a:endParaRPr lang="en-NZ" sz="2400" b="1" dirty="0">
              <a:latin typeface="Arial" pitchFamily="34" charset="0"/>
              <a:cs typeface="Arial" pitchFamily="34" charset="0"/>
            </a:endParaRPr>
          </a:p>
          <a:p>
            <a:pPr>
              <a:buFont typeface="Arial" pitchFamily="34" charset="0"/>
              <a:buChar char="•"/>
            </a:pPr>
            <a:r>
              <a:rPr lang="en-US" sz="2400" dirty="0">
                <a:latin typeface="Arial" pitchFamily="34" charset="0"/>
                <a:cs typeface="Arial" pitchFamily="34" charset="0"/>
              </a:rPr>
              <a:t>Brainstorm internally</a:t>
            </a:r>
          </a:p>
          <a:p>
            <a:pPr>
              <a:buFont typeface="Arial" pitchFamily="34" charset="0"/>
              <a:buChar char="•"/>
            </a:pPr>
            <a:r>
              <a:rPr lang="en-US" sz="2400" dirty="0">
                <a:latin typeface="Arial" pitchFamily="34" charset="0"/>
                <a:cs typeface="Arial" pitchFamily="34" charset="0"/>
              </a:rPr>
              <a:t>Review documentation</a:t>
            </a:r>
          </a:p>
          <a:p>
            <a:pPr>
              <a:buFont typeface="Arial" pitchFamily="34" charset="0"/>
              <a:buChar char="•"/>
            </a:pPr>
            <a:r>
              <a:rPr lang="en-US" sz="2400" dirty="0">
                <a:latin typeface="Arial" pitchFamily="34" charset="0"/>
                <a:cs typeface="Arial" pitchFamily="34" charset="0"/>
              </a:rPr>
              <a:t>Consult existing project teams</a:t>
            </a:r>
          </a:p>
          <a:p>
            <a:pPr>
              <a:buFont typeface="Arial" pitchFamily="34" charset="0"/>
              <a:buChar char="•"/>
            </a:pPr>
            <a:r>
              <a:rPr lang="en-US" sz="2400" dirty="0">
                <a:latin typeface="Arial" pitchFamily="34" charset="0"/>
                <a:cs typeface="Arial" pitchFamily="34" charset="0"/>
              </a:rPr>
              <a:t>Interview stakeholders</a:t>
            </a:r>
          </a:p>
          <a:p>
            <a:pPr>
              <a:buFont typeface="Arial" pitchFamily="34" charset="0"/>
              <a:buChar char="•"/>
            </a:pPr>
            <a:r>
              <a:rPr lang="en-US" sz="2400" dirty="0">
                <a:latin typeface="Arial" pitchFamily="34" charset="0"/>
                <a:cs typeface="Arial" pitchFamily="34" charset="0"/>
              </a:rPr>
              <a:t>Ask: who will be impacted or has influence?</a:t>
            </a:r>
          </a:p>
          <a:p>
            <a:pPr>
              <a:buFont typeface="Arial" pitchFamily="34" charset="0"/>
              <a:buChar char="•"/>
            </a:pPr>
            <a:endParaRPr lang="en-NZ" sz="2400" dirty="0">
              <a:latin typeface="Arial" pitchFamily="34" charset="0"/>
              <a:cs typeface="Arial" pitchFamily="34" charset="0"/>
            </a:endParaRPr>
          </a:p>
          <a:p>
            <a:r>
              <a:rPr lang="en-NZ" sz="2400" dirty="0">
                <a:latin typeface="Arial" pitchFamily="34" charset="0"/>
                <a:cs typeface="Arial" pitchFamily="34" charset="0"/>
              </a:rPr>
              <a:t>Once you have identified who your stakeholders are, you can then categorise them into the power/interest grid. </a:t>
            </a:r>
            <a:endParaRPr lang="en-US" sz="2400" dirty="0">
              <a:latin typeface="Arial" pitchFamily="34" charset="0"/>
              <a:cs typeface="Arial" pitchFamily="34" charset="0"/>
            </a:endParaRPr>
          </a:p>
          <a:p>
            <a:endParaRPr lang="en-US" sz="2400" b="1" dirty="0">
              <a:latin typeface="Arial" pitchFamily="34" charset="0"/>
              <a:cs typeface="Arial" pitchFamily="34" charset="0"/>
            </a:endParaRPr>
          </a:p>
          <a:p>
            <a:endParaRPr lang="en-US" sz="2000" dirty="0">
              <a:latin typeface="Arial" pitchFamily="34" charset="0"/>
              <a:cs typeface="Arial"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Stakeholder Analysis Process </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102187" y="1878411"/>
            <a:ext cx="9956339" cy="3724096"/>
          </a:xfrm>
          <a:prstGeom prst="rect">
            <a:avLst/>
          </a:prstGeom>
          <a:noFill/>
        </p:spPr>
        <p:txBody>
          <a:bodyPr wrap="square">
            <a:spAutoFit/>
          </a:bodyPr>
          <a:lstStyle/>
          <a:p>
            <a:r>
              <a:rPr lang="en-NZ" sz="2400" b="1" dirty="0">
                <a:latin typeface="Arial" pitchFamily="34" charset="0"/>
                <a:cs typeface="Arial" pitchFamily="34" charset="0"/>
              </a:rPr>
              <a:t>Power/Interest Grid</a:t>
            </a:r>
          </a:p>
          <a:p>
            <a:endParaRPr lang="en-NZ" sz="2400" b="1" dirty="0">
              <a:latin typeface="Arial" pitchFamily="34" charset="0"/>
              <a:cs typeface="Arial" pitchFamily="34" charset="0"/>
            </a:endParaRPr>
          </a:p>
          <a:p>
            <a:r>
              <a:rPr lang="en-US" sz="2400" dirty="0">
                <a:latin typeface="Arial" pitchFamily="34" charset="0"/>
                <a:cs typeface="Arial" pitchFamily="34" charset="0"/>
              </a:rPr>
              <a:t>A simple tool to </a:t>
            </a:r>
            <a:r>
              <a:rPr lang="en-US" sz="2400" dirty="0" err="1">
                <a:latin typeface="Arial" pitchFamily="34" charset="0"/>
                <a:cs typeface="Arial" pitchFamily="34" charset="0"/>
              </a:rPr>
              <a:t>categorise</a:t>
            </a:r>
            <a:r>
              <a:rPr lang="en-US" sz="2400" dirty="0">
                <a:latin typeface="Arial" pitchFamily="34" charset="0"/>
                <a:cs typeface="Arial" pitchFamily="34" charset="0"/>
              </a:rPr>
              <a:t> stakeholders based on:</a:t>
            </a:r>
          </a:p>
          <a:p>
            <a:r>
              <a:rPr lang="en-US" sz="2400" b="1" dirty="0">
                <a:latin typeface="Arial" pitchFamily="34" charset="0"/>
                <a:cs typeface="Arial" pitchFamily="34" charset="0"/>
              </a:rPr>
              <a:t>Power</a:t>
            </a:r>
            <a:r>
              <a:rPr lang="en-US" sz="2400" dirty="0">
                <a:latin typeface="Arial" pitchFamily="34" charset="0"/>
                <a:cs typeface="Arial" pitchFamily="34" charset="0"/>
              </a:rPr>
              <a:t>: their ability to influence the project</a:t>
            </a:r>
          </a:p>
          <a:p>
            <a:r>
              <a:rPr lang="en-US" sz="2400" b="1" dirty="0">
                <a:latin typeface="Arial" pitchFamily="34" charset="0"/>
                <a:cs typeface="Arial" pitchFamily="34" charset="0"/>
              </a:rPr>
              <a:t>Interest</a:t>
            </a:r>
            <a:r>
              <a:rPr lang="en-US" sz="2400" dirty="0">
                <a:latin typeface="Arial" pitchFamily="34" charset="0"/>
                <a:cs typeface="Arial" pitchFamily="34" charset="0"/>
              </a:rPr>
              <a:t>: their level of concern or involvement in the project</a:t>
            </a:r>
          </a:p>
          <a:p>
            <a:endParaRPr lang="en-NZ" sz="2400" b="1" dirty="0">
              <a:latin typeface="Arial" pitchFamily="34" charset="0"/>
              <a:cs typeface="Arial" pitchFamily="34" charset="0"/>
            </a:endParaRPr>
          </a:p>
          <a:p>
            <a:r>
              <a:rPr lang="en-NZ" sz="2400" b="1" dirty="0">
                <a:latin typeface="Arial" pitchFamily="34" charset="0"/>
                <a:cs typeface="Arial" pitchFamily="34" charset="0"/>
              </a:rPr>
              <a:t>Influence in the project </a:t>
            </a:r>
            <a:r>
              <a:rPr lang="en-NZ" sz="2400" b="1" dirty="0" err="1">
                <a:latin typeface="Arial" pitchFamily="34" charset="0"/>
                <a:cs typeface="Arial" pitchFamily="34" charset="0"/>
              </a:rPr>
              <a:t>vs</a:t>
            </a:r>
            <a:r>
              <a:rPr lang="en-NZ" sz="2400" b="1" dirty="0">
                <a:latin typeface="Arial" pitchFamily="34" charset="0"/>
                <a:cs typeface="Arial" pitchFamily="34" charset="0"/>
              </a:rPr>
              <a:t> their actual interest or involvement in it.</a:t>
            </a:r>
          </a:p>
          <a:p>
            <a:endParaRPr lang="en-NZ" sz="2400" b="1" dirty="0">
              <a:latin typeface="Arial" pitchFamily="34" charset="0"/>
              <a:cs typeface="Arial" pitchFamily="34" charset="0"/>
            </a:endParaRPr>
          </a:p>
          <a:p>
            <a:endParaRPr lang="en-US" sz="2400" b="1" dirty="0">
              <a:latin typeface="Arial" pitchFamily="34" charset="0"/>
              <a:cs typeface="Arial" pitchFamily="34" charset="0"/>
            </a:endParaRPr>
          </a:p>
          <a:p>
            <a:endParaRPr lang="en-US" sz="2000" dirty="0">
              <a:latin typeface="Arial" pitchFamily="34" charset="0"/>
              <a:cs typeface="Arial"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Power/Interest Grid</a:t>
            </a:r>
          </a:p>
        </p:txBody>
      </p:sp>
      <p:sp>
        <p:nvSpPr>
          <p:cNvPr id="6" name="文本框 5">
            <a:extLst>
              <a:ext uri="{FF2B5EF4-FFF2-40B4-BE49-F238E27FC236}">
                <a16:creationId xmlns:a16="http://schemas.microsoft.com/office/drawing/2014/main" id="{5B69BE9B-D2F4-A99A-BA1D-6589B4F26E88}"/>
              </a:ext>
            </a:extLst>
          </p:cNvPr>
          <p:cNvSpPr txBox="1"/>
          <p:nvPr/>
        </p:nvSpPr>
        <p:spPr>
          <a:xfrm>
            <a:off x="1102187" y="1878411"/>
            <a:ext cx="9956339" cy="1138773"/>
          </a:xfrm>
          <a:prstGeom prst="rect">
            <a:avLst/>
          </a:prstGeom>
          <a:noFill/>
        </p:spPr>
        <p:txBody>
          <a:bodyPr wrap="square">
            <a:spAutoFit/>
          </a:bodyPr>
          <a:lstStyle/>
          <a:p>
            <a:endParaRPr lang="en-NZ" sz="2400" b="1" dirty="0">
              <a:latin typeface="Arial" pitchFamily="34" charset="0"/>
              <a:cs typeface="Arial" pitchFamily="34" charset="0"/>
            </a:endParaRPr>
          </a:p>
          <a:p>
            <a:endParaRPr lang="en-US" sz="2400" b="1" dirty="0">
              <a:latin typeface="Arial" pitchFamily="34" charset="0"/>
              <a:cs typeface="Arial" pitchFamily="34" charset="0"/>
            </a:endParaRPr>
          </a:p>
          <a:p>
            <a:endParaRPr lang="en-US" sz="2000" dirty="0">
              <a:latin typeface="Arial" pitchFamily="34" charset="0"/>
              <a:cs typeface="Arial" pitchFamily="34" charset="0"/>
            </a:endParaRPr>
          </a:p>
        </p:txBody>
      </p:sp>
      <p:pic>
        <p:nvPicPr>
          <p:cNvPr id="1026" name="Picture 2" descr="C:\Users\Sunil\Downloads\_aejaz2012_270217015636.png"/>
          <p:cNvPicPr>
            <a:picLocks noChangeAspect="1" noChangeArrowheads="1"/>
          </p:cNvPicPr>
          <p:nvPr/>
        </p:nvPicPr>
        <p:blipFill>
          <a:blip r:embed="rId3" cstate="print"/>
          <a:srcRect/>
          <a:stretch>
            <a:fillRect/>
          </a:stretch>
        </p:blipFill>
        <p:spPr bwMode="auto">
          <a:xfrm>
            <a:off x="3038474" y="1266824"/>
            <a:ext cx="6691313" cy="4954497"/>
          </a:xfrm>
          <a:prstGeom prst="rect">
            <a:avLst/>
          </a:prstGeom>
          <a:noFill/>
        </p:spPr>
      </p:pic>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Power/Interest Grid</a:t>
            </a:r>
            <a:endPar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30749" y="1392635"/>
            <a:ext cx="9956339" cy="6317114"/>
          </a:xfrm>
          <a:prstGeom prst="rect">
            <a:avLst/>
          </a:prstGeom>
          <a:noFill/>
        </p:spPr>
        <p:txBody>
          <a:bodyPr wrap="square">
            <a:spAutoFit/>
          </a:bodyPr>
          <a:lstStyle/>
          <a:p>
            <a:r>
              <a:rPr lang="en-NZ" sz="2000" b="1" dirty="0">
                <a:latin typeface="Arial" pitchFamily="34" charset="0"/>
                <a:cs typeface="Arial" pitchFamily="34" charset="0"/>
              </a:rPr>
              <a:t>Example: change check out process, so decided to </a:t>
            </a:r>
            <a:r>
              <a:rPr lang="en-US" sz="2000" b="1" dirty="0">
                <a:latin typeface="Arial" pitchFamily="34" charset="0"/>
                <a:cs typeface="Arial" pitchFamily="34" charset="0"/>
              </a:rPr>
              <a:t>implement a self-checkout kiosk at a supermarket</a:t>
            </a:r>
            <a:endParaRPr lang="en-NZ" sz="2000" b="1" dirty="0">
              <a:latin typeface="Arial" pitchFamily="34" charset="0"/>
              <a:cs typeface="Arial" pitchFamily="34" charset="0"/>
            </a:endParaRPr>
          </a:p>
          <a:p>
            <a:endParaRPr lang="en-NZ" sz="2400" dirty="0">
              <a:latin typeface="Arial" pitchFamily="34" charset="0"/>
              <a:cs typeface="Arial" pitchFamily="34" charset="0"/>
            </a:endParaRPr>
          </a:p>
          <a:p>
            <a:pPr>
              <a:buFontTx/>
              <a:buChar char="-"/>
            </a:pPr>
            <a:r>
              <a:rPr lang="en-NZ" sz="2400" dirty="0">
                <a:latin typeface="Arial" pitchFamily="34" charset="0"/>
                <a:cs typeface="Arial" pitchFamily="34" charset="0"/>
              </a:rPr>
              <a:t>Start by identifying stakeholders</a:t>
            </a:r>
          </a:p>
          <a:p>
            <a:pPr>
              <a:buFontTx/>
              <a:buChar char="-"/>
            </a:pPr>
            <a:r>
              <a:rPr lang="en-NZ" sz="2400" dirty="0">
                <a:latin typeface="Arial" pitchFamily="34" charset="0"/>
                <a:cs typeface="Arial" pitchFamily="34" charset="0"/>
              </a:rPr>
              <a:t>Categorise them on the power/interest grid</a:t>
            </a:r>
          </a:p>
          <a:p>
            <a:pPr>
              <a:buFontTx/>
              <a:buChar char="-"/>
            </a:pPr>
            <a:endParaRPr lang="en-NZ" sz="2400" dirty="0">
              <a:latin typeface="Arial" pitchFamily="34" charset="0"/>
              <a:cs typeface="Arial" pitchFamily="34" charset="0"/>
            </a:endParaRPr>
          </a:p>
          <a:p>
            <a:r>
              <a:rPr lang="en-NZ" sz="2400" b="1" u="sng" dirty="0">
                <a:latin typeface="Arial" pitchFamily="34" charset="0"/>
                <a:cs typeface="Arial" pitchFamily="34" charset="0"/>
              </a:rPr>
              <a:t>Stakeholders: </a:t>
            </a:r>
          </a:p>
          <a:p>
            <a:pPr marL="457200" indent="-457200">
              <a:buAutoNum type="arabicPeriod"/>
            </a:pPr>
            <a:r>
              <a:rPr lang="en-NZ" sz="2400" dirty="0">
                <a:latin typeface="Arial" pitchFamily="34" charset="0"/>
                <a:cs typeface="Arial" pitchFamily="34" charset="0"/>
              </a:rPr>
              <a:t>Supermarket cashiers/staff</a:t>
            </a:r>
          </a:p>
          <a:p>
            <a:pPr marL="457200" indent="-457200">
              <a:buAutoNum type="arabicPeriod"/>
            </a:pPr>
            <a:r>
              <a:rPr lang="en-NZ" sz="2400" dirty="0">
                <a:latin typeface="Arial" pitchFamily="34" charset="0"/>
                <a:cs typeface="Arial" pitchFamily="34" charset="0"/>
              </a:rPr>
              <a:t>Project sponsor</a:t>
            </a:r>
          </a:p>
          <a:p>
            <a:pPr marL="457200" indent="-457200">
              <a:buAutoNum type="arabicPeriod"/>
            </a:pPr>
            <a:r>
              <a:rPr lang="en-NZ" sz="2400" dirty="0">
                <a:latin typeface="Arial" pitchFamily="34" charset="0"/>
                <a:cs typeface="Arial" pitchFamily="34" charset="0"/>
              </a:rPr>
              <a:t>Compliance officer</a:t>
            </a:r>
          </a:p>
          <a:p>
            <a:pPr marL="457200" indent="-457200">
              <a:buAutoNum type="arabicPeriod"/>
            </a:pPr>
            <a:r>
              <a:rPr lang="en-NZ" sz="2400" dirty="0">
                <a:latin typeface="Arial" pitchFamily="34" charset="0"/>
                <a:cs typeface="Arial" pitchFamily="34" charset="0"/>
              </a:rPr>
              <a:t>General public</a:t>
            </a:r>
          </a:p>
          <a:p>
            <a:pPr marL="457200" indent="-457200">
              <a:buAutoNum type="arabicPeriod"/>
            </a:pPr>
            <a:endParaRPr lang="en-US" sz="2400" b="1" u="sng" dirty="0">
              <a:latin typeface="Arial" pitchFamily="34" charset="0"/>
              <a:cs typeface="Arial" pitchFamily="34" charset="0"/>
            </a:endParaRPr>
          </a:p>
          <a:p>
            <a:endParaRPr lang="en-NZ" sz="2400" dirty="0">
              <a:latin typeface="Arial" pitchFamily="34" charset="0"/>
              <a:cs typeface="Arial" pitchFamily="34" charset="0"/>
            </a:endParaRPr>
          </a:p>
          <a:p>
            <a:endParaRPr lang="en-US" sz="2400" dirty="0">
              <a:latin typeface="Arial" pitchFamily="34" charset="0"/>
              <a:cs typeface="Arial" pitchFamily="34" charset="0"/>
            </a:endParaRPr>
          </a:p>
          <a:p>
            <a:pPr marL="342900" indent="-342900"/>
            <a:endParaRPr lang="en-US"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Power/Interest Grid</a:t>
            </a:r>
            <a:endPar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45036" y="1378348"/>
            <a:ext cx="9956339" cy="8225329"/>
          </a:xfrm>
          <a:prstGeom prst="rect">
            <a:avLst/>
          </a:prstGeom>
          <a:noFill/>
        </p:spPr>
        <p:txBody>
          <a:bodyPr wrap="square">
            <a:spAutoFit/>
          </a:bodyPr>
          <a:lstStyle/>
          <a:p>
            <a:r>
              <a:rPr lang="en-NZ" sz="2000" b="1" dirty="0">
                <a:latin typeface="Arial" pitchFamily="34" charset="0"/>
                <a:cs typeface="Arial" pitchFamily="34" charset="0"/>
              </a:rPr>
              <a:t>Example: change check out process, so decided to </a:t>
            </a:r>
            <a:r>
              <a:rPr lang="en-US" sz="2000" b="1" dirty="0">
                <a:latin typeface="Arial" pitchFamily="34" charset="0"/>
                <a:cs typeface="Arial" pitchFamily="34" charset="0"/>
              </a:rPr>
              <a:t>implement a self-checkout kiosk at a supermarket</a:t>
            </a:r>
            <a:endParaRPr lang="en-NZ" sz="2000" b="1" dirty="0">
              <a:latin typeface="Arial" pitchFamily="34" charset="0"/>
              <a:cs typeface="Arial" pitchFamily="34" charset="0"/>
            </a:endParaRPr>
          </a:p>
          <a:p>
            <a:pPr marL="457200" indent="-457200"/>
            <a:endParaRPr lang="en-NZ" sz="2400" dirty="0">
              <a:latin typeface="Arial" pitchFamily="34" charset="0"/>
              <a:cs typeface="Arial" pitchFamily="34" charset="0"/>
            </a:endParaRPr>
          </a:p>
          <a:p>
            <a:pPr marL="457200" indent="-457200"/>
            <a:r>
              <a:rPr lang="en-US" sz="2000" b="1" dirty="0">
                <a:latin typeface="Arial" pitchFamily="34" charset="0"/>
                <a:cs typeface="Arial" pitchFamily="34" charset="0"/>
              </a:rPr>
              <a:t>High Power, High Interest – </a:t>
            </a:r>
            <a:r>
              <a:rPr lang="en-US" sz="2000" b="1" i="1" dirty="0">
                <a:latin typeface="Arial" pitchFamily="34" charset="0"/>
                <a:cs typeface="Arial" pitchFamily="34" charset="0"/>
              </a:rPr>
              <a:t>Manage Closely</a:t>
            </a:r>
          </a:p>
          <a:p>
            <a:pPr marL="457200" indent="-457200"/>
            <a:endParaRPr lang="en-NZ" sz="2000" b="1" i="1" dirty="0">
              <a:latin typeface="Arial" pitchFamily="34" charset="0"/>
              <a:cs typeface="Arial" pitchFamily="34" charset="0"/>
            </a:endParaRPr>
          </a:p>
          <a:p>
            <a:pPr marL="457200" indent="-457200"/>
            <a:r>
              <a:rPr lang="en-US" sz="2000" b="1" dirty="0">
                <a:latin typeface="Arial" pitchFamily="34" charset="0"/>
                <a:cs typeface="Arial" pitchFamily="34" charset="0"/>
              </a:rPr>
              <a:t>Project Sponsor</a:t>
            </a:r>
            <a:r>
              <a:rPr lang="en-US" sz="2000" dirty="0">
                <a:latin typeface="Arial" pitchFamily="34" charset="0"/>
                <a:cs typeface="Arial" pitchFamily="34" charset="0"/>
              </a:rPr>
              <a:t> is typically a senior leader driving the implementation of the new system. They fund the project and are keenly interested in its outcome. Must be kept in the loop with regular updates and consulted on key decisions.</a:t>
            </a:r>
          </a:p>
          <a:p>
            <a:pPr marL="457200" indent="-457200"/>
            <a:endParaRPr lang="en-NZ" sz="2000" b="1" i="1" dirty="0">
              <a:latin typeface="Arial" pitchFamily="34" charset="0"/>
              <a:cs typeface="Arial" pitchFamily="34" charset="0"/>
            </a:endParaRPr>
          </a:p>
          <a:p>
            <a:pPr marL="457200" indent="-457200"/>
            <a:r>
              <a:rPr lang="en-US" sz="2000" b="1" dirty="0">
                <a:latin typeface="Arial" pitchFamily="34" charset="0"/>
                <a:cs typeface="Arial" pitchFamily="34" charset="0"/>
              </a:rPr>
              <a:t>High Power, Low Interest – </a:t>
            </a:r>
            <a:r>
              <a:rPr lang="en-US" sz="2000" b="1" i="1" dirty="0">
                <a:latin typeface="Arial" pitchFamily="34" charset="0"/>
                <a:cs typeface="Arial" pitchFamily="34" charset="0"/>
              </a:rPr>
              <a:t>Keep Satisfied</a:t>
            </a:r>
          </a:p>
          <a:p>
            <a:pPr marL="457200" indent="-457200"/>
            <a:endParaRPr lang="en-NZ" sz="2000" b="1" i="1" dirty="0">
              <a:latin typeface="Arial" pitchFamily="34" charset="0"/>
              <a:cs typeface="Arial" pitchFamily="34" charset="0"/>
            </a:endParaRPr>
          </a:p>
          <a:p>
            <a:pPr marL="457200" indent="-457200"/>
            <a:r>
              <a:rPr lang="en-US" sz="2000" b="1" dirty="0">
                <a:latin typeface="Arial" pitchFamily="34" charset="0"/>
                <a:cs typeface="Arial" pitchFamily="34" charset="0"/>
              </a:rPr>
              <a:t>Compliance Officer</a:t>
            </a:r>
            <a:r>
              <a:rPr lang="en-US" sz="2000" dirty="0">
                <a:latin typeface="Arial" pitchFamily="34" charset="0"/>
                <a:cs typeface="Arial" pitchFamily="34" charset="0"/>
              </a:rPr>
              <a:t> has authority to block or delay the project if necessary, but isn't involved in the day-to-day. Keep them satisfied with occasional updates and involve only when needed.</a:t>
            </a:r>
            <a:endParaRPr lang="en-US" sz="2000" b="1" i="1" dirty="0">
              <a:latin typeface="Arial" pitchFamily="34" charset="0"/>
              <a:cs typeface="Arial" pitchFamily="34" charset="0"/>
            </a:endParaRPr>
          </a:p>
          <a:p>
            <a:pPr marL="457200" indent="-457200"/>
            <a:endParaRPr lang="en-NZ" sz="2400" b="1" i="1" dirty="0"/>
          </a:p>
          <a:p>
            <a:pPr marL="457200" indent="-457200"/>
            <a:endParaRPr lang="en-US" sz="2400" b="1" i="1" dirty="0"/>
          </a:p>
          <a:p>
            <a:pPr marL="457200" indent="-457200"/>
            <a:endParaRPr lang="en-US" sz="2400" b="1" i="1" dirty="0">
              <a:latin typeface="Arial" pitchFamily="34" charset="0"/>
              <a:cs typeface="Arial" pitchFamily="34" charset="0"/>
            </a:endParaRPr>
          </a:p>
          <a:p>
            <a:pPr marL="457200" indent="-457200"/>
            <a:endParaRPr lang="en-NZ" sz="2400" b="1" i="1" u="sng" dirty="0">
              <a:latin typeface="Arial" pitchFamily="34" charset="0"/>
              <a:cs typeface="Arial" pitchFamily="34" charset="0"/>
            </a:endParaRPr>
          </a:p>
          <a:p>
            <a:pPr marL="457200" indent="-457200"/>
            <a:endParaRPr lang="en-US" sz="2400" b="1" u="sng" dirty="0">
              <a:latin typeface="Arial" pitchFamily="34" charset="0"/>
              <a:cs typeface="Arial" pitchFamily="34" charset="0"/>
            </a:endParaRPr>
          </a:p>
          <a:p>
            <a:endParaRPr lang="en-NZ" sz="2400" dirty="0">
              <a:latin typeface="Arial" pitchFamily="34" charset="0"/>
              <a:cs typeface="Arial" pitchFamily="34" charset="0"/>
            </a:endParaRPr>
          </a:p>
          <a:p>
            <a:endParaRPr lang="en-US" sz="2400" dirty="0">
              <a:latin typeface="Arial" pitchFamily="34" charset="0"/>
              <a:cs typeface="Arial" pitchFamily="34" charset="0"/>
            </a:endParaRPr>
          </a:p>
          <a:p>
            <a:pPr marL="342900" indent="-342900"/>
            <a:endParaRPr lang="en-US"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Power/Interest Grid</a:t>
            </a:r>
            <a:endPar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
        <p:nvSpPr>
          <p:cNvPr id="6" name="文本框 5">
            <a:extLst>
              <a:ext uri="{FF2B5EF4-FFF2-40B4-BE49-F238E27FC236}">
                <a16:creationId xmlns:a16="http://schemas.microsoft.com/office/drawing/2014/main" id="{5B69BE9B-D2F4-A99A-BA1D-6589B4F26E88}"/>
              </a:ext>
            </a:extLst>
          </p:cNvPr>
          <p:cNvSpPr txBox="1"/>
          <p:nvPr/>
        </p:nvSpPr>
        <p:spPr>
          <a:xfrm>
            <a:off x="1045036" y="1378348"/>
            <a:ext cx="9956339" cy="7732886"/>
          </a:xfrm>
          <a:prstGeom prst="rect">
            <a:avLst/>
          </a:prstGeom>
          <a:noFill/>
        </p:spPr>
        <p:txBody>
          <a:bodyPr wrap="square">
            <a:spAutoFit/>
          </a:bodyPr>
          <a:lstStyle/>
          <a:p>
            <a:r>
              <a:rPr lang="en-NZ" sz="2000" b="1" dirty="0">
                <a:latin typeface="Arial" pitchFamily="34" charset="0"/>
                <a:cs typeface="Arial" pitchFamily="34" charset="0"/>
              </a:rPr>
              <a:t>Example: change check out process, so decided to </a:t>
            </a:r>
            <a:r>
              <a:rPr lang="en-US" sz="2000" b="1" dirty="0">
                <a:latin typeface="Arial" pitchFamily="34" charset="0"/>
                <a:cs typeface="Arial" pitchFamily="34" charset="0"/>
              </a:rPr>
              <a:t>implement a self-checkout kiosk at a supermarket</a:t>
            </a:r>
            <a:endParaRPr lang="en-NZ" sz="2000" b="1" dirty="0">
              <a:latin typeface="Arial" pitchFamily="34" charset="0"/>
              <a:cs typeface="Arial" pitchFamily="34" charset="0"/>
            </a:endParaRPr>
          </a:p>
          <a:p>
            <a:pPr marL="457200" indent="-457200"/>
            <a:endParaRPr lang="en-NZ" sz="2400" dirty="0">
              <a:latin typeface="Arial" pitchFamily="34" charset="0"/>
              <a:cs typeface="Arial" pitchFamily="34" charset="0"/>
            </a:endParaRPr>
          </a:p>
          <a:p>
            <a:pPr marL="457200" indent="-457200"/>
            <a:r>
              <a:rPr lang="en-US" sz="2000" b="1" dirty="0">
                <a:latin typeface="Arial" pitchFamily="34" charset="0"/>
                <a:cs typeface="Arial" pitchFamily="34" charset="0"/>
              </a:rPr>
              <a:t>Low Power, High Interest – </a:t>
            </a:r>
            <a:r>
              <a:rPr lang="en-US" sz="2000" b="1" i="1" dirty="0">
                <a:latin typeface="Arial" pitchFamily="34" charset="0"/>
                <a:cs typeface="Arial" pitchFamily="34" charset="0"/>
              </a:rPr>
              <a:t>Keep Informed</a:t>
            </a:r>
          </a:p>
          <a:p>
            <a:pPr marL="457200" indent="-457200"/>
            <a:endParaRPr lang="en-NZ" sz="2000" b="1" i="1" dirty="0">
              <a:latin typeface="Arial" pitchFamily="34" charset="0"/>
              <a:cs typeface="Arial" pitchFamily="34" charset="0"/>
            </a:endParaRPr>
          </a:p>
          <a:p>
            <a:pPr marL="457200" indent="-457200"/>
            <a:r>
              <a:rPr lang="en-US" sz="2000" b="1" dirty="0">
                <a:latin typeface="Arial" pitchFamily="34" charset="0"/>
                <a:cs typeface="Arial" pitchFamily="34" charset="0"/>
              </a:rPr>
              <a:t>Supermarket Cashiers</a:t>
            </a:r>
            <a:r>
              <a:rPr lang="en-US" sz="2000" dirty="0">
                <a:latin typeface="Arial" pitchFamily="34" charset="0"/>
                <a:cs typeface="Arial" pitchFamily="34" charset="0"/>
              </a:rPr>
              <a:t> aren’t decision-makers, but they care a lot because the new system impacts their daily work. Keep them informed and gather feedback. </a:t>
            </a:r>
          </a:p>
          <a:p>
            <a:pPr marL="457200" indent="-457200"/>
            <a:endParaRPr lang="en-NZ" sz="2000" b="1" i="1" dirty="0">
              <a:latin typeface="Arial" pitchFamily="34" charset="0"/>
              <a:cs typeface="Arial" pitchFamily="34" charset="0"/>
            </a:endParaRPr>
          </a:p>
          <a:p>
            <a:pPr marL="457200" indent="-457200"/>
            <a:r>
              <a:rPr lang="en-US" sz="2000" b="1" dirty="0">
                <a:latin typeface="Arial" pitchFamily="34" charset="0"/>
                <a:cs typeface="Arial" pitchFamily="34" charset="0"/>
              </a:rPr>
              <a:t>Low Power, Low Interest – </a:t>
            </a:r>
            <a:r>
              <a:rPr lang="en-US" sz="2000" b="1" i="1" dirty="0">
                <a:latin typeface="Arial" pitchFamily="34" charset="0"/>
                <a:cs typeface="Arial" pitchFamily="34" charset="0"/>
              </a:rPr>
              <a:t>Monitor</a:t>
            </a:r>
          </a:p>
          <a:p>
            <a:pPr marL="457200" indent="-457200"/>
            <a:endParaRPr lang="en-NZ" sz="2000" b="1" i="1" dirty="0">
              <a:latin typeface="Arial" pitchFamily="34" charset="0"/>
              <a:cs typeface="Arial" pitchFamily="34" charset="0"/>
            </a:endParaRPr>
          </a:p>
          <a:p>
            <a:pPr marL="457200" indent="-457200"/>
            <a:r>
              <a:rPr lang="en-US" sz="2000" b="1" dirty="0">
                <a:latin typeface="Arial" pitchFamily="34" charset="0"/>
                <a:cs typeface="Arial" pitchFamily="34" charset="0"/>
              </a:rPr>
              <a:t>General Public are </a:t>
            </a:r>
            <a:r>
              <a:rPr lang="en-US" sz="2000" dirty="0">
                <a:latin typeface="Arial" pitchFamily="34" charset="0"/>
                <a:cs typeface="Arial" pitchFamily="34" charset="0"/>
              </a:rPr>
              <a:t>not directly involved in the project and don’t have much influence, but it is good to keep an eye on them since you’re changing how customers interact with the supermarket.</a:t>
            </a:r>
            <a:endParaRPr lang="en-NZ" sz="2000" b="1" i="1" dirty="0">
              <a:latin typeface="Arial" pitchFamily="34" charset="0"/>
              <a:cs typeface="Arial" pitchFamily="34" charset="0"/>
            </a:endParaRPr>
          </a:p>
          <a:p>
            <a:pPr marL="457200" indent="-457200"/>
            <a:endParaRPr lang="en-US" sz="2400" b="1" i="1" dirty="0"/>
          </a:p>
          <a:p>
            <a:pPr marL="457200" indent="-457200"/>
            <a:endParaRPr lang="en-US" sz="2400" b="1" i="1" dirty="0">
              <a:latin typeface="Arial" pitchFamily="34" charset="0"/>
              <a:cs typeface="Arial" pitchFamily="34" charset="0"/>
            </a:endParaRPr>
          </a:p>
          <a:p>
            <a:pPr marL="457200" indent="-457200"/>
            <a:endParaRPr lang="en-NZ" sz="2400" b="1" i="1" u="sng" dirty="0">
              <a:latin typeface="Arial" pitchFamily="34" charset="0"/>
              <a:cs typeface="Arial" pitchFamily="34" charset="0"/>
            </a:endParaRPr>
          </a:p>
          <a:p>
            <a:pPr marL="457200" indent="-457200"/>
            <a:endParaRPr lang="en-US" sz="2400" b="1" u="sng" dirty="0">
              <a:latin typeface="Arial" pitchFamily="34" charset="0"/>
              <a:cs typeface="Arial" pitchFamily="34" charset="0"/>
            </a:endParaRPr>
          </a:p>
          <a:p>
            <a:endParaRPr lang="en-NZ" sz="2400" dirty="0">
              <a:latin typeface="Arial" pitchFamily="34" charset="0"/>
              <a:cs typeface="Arial" pitchFamily="34" charset="0"/>
            </a:endParaRPr>
          </a:p>
          <a:p>
            <a:endParaRPr lang="en-US" sz="2400" dirty="0">
              <a:latin typeface="Arial" pitchFamily="34" charset="0"/>
              <a:cs typeface="Arial" pitchFamily="34" charset="0"/>
            </a:endParaRPr>
          </a:p>
          <a:p>
            <a:pPr marL="342900" indent="-342900"/>
            <a:endParaRPr lang="en-US"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5" name="Rectangle 5">
            <a:extLst>
              <a:ext uri="{FF2B5EF4-FFF2-40B4-BE49-F238E27FC236}">
                <a16:creationId xmlns:a16="http://schemas.microsoft.com/office/drawing/2014/main" id="{E3635AB3-6134-EF4F-954E-CDEA56CFB99B}"/>
              </a:ext>
            </a:extLst>
          </p:cNvPr>
          <p:cNvSpPr>
            <a:spLocks noGrp="1" noChangeArrowheads="1"/>
          </p:cNvSpPr>
          <p:nvPr>
            <p:ph type="title"/>
          </p:nvPr>
        </p:nvSpPr>
        <p:spPr>
          <a:xfrm>
            <a:off x="657226" y="761155"/>
            <a:ext cx="10829924" cy="467570"/>
          </a:xfrm>
        </p:spPr>
        <p:txBody>
          <a:bodyPr>
            <a:noAutofit/>
          </a:bodyPr>
          <a:lstStyle/>
          <a:p>
            <a:r>
              <a:rPr lang="en-NZ"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Power/Interest Grid</a:t>
            </a:r>
            <a:endParaRPr lang="en-US" altLang="en-US" sz="2800" b="1"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pic>
        <p:nvPicPr>
          <p:cNvPr id="3074" name="Picture 2"/>
          <p:cNvPicPr>
            <a:picLocks noChangeAspect="1" noChangeArrowheads="1"/>
          </p:cNvPicPr>
          <p:nvPr/>
        </p:nvPicPr>
        <p:blipFill>
          <a:blip r:embed="rId3" cstate="print"/>
          <a:srcRect/>
          <a:stretch>
            <a:fillRect/>
          </a:stretch>
        </p:blipFill>
        <p:spPr bwMode="auto">
          <a:xfrm>
            <a:off x="1735138" y="1271588"/>
            <a:ext cx="8723312" cy="4774118"/>
          </a:xfrm>
          <a:prstGeom prst="rect">
            <a:avLst/>
          </a:prstGeom>
          <a:noFill/>
          <a:ln w="9525">
            <a:noFill/>
            <a:miter lim="800000"/>
            <a:headEnd/>
            <a:tailEnd/>
          </a:ln>
          <a:effectLst/>
        </p:spPr>
      </p:pic>
    </p:spTree>
    <p:extLst>
      <p:ext uri="{BB962C8B-B14F-4D97-AF65-F5344CB8AC3E}">
        <p14:creationId xmlns:p14="http://schemas.microsoft.com/office/powerpoint/2010/main" val="11638130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accel="50000" decel="50000" fill="hold" grpId="0" nodeType="afterEffect">
                                  <p:stCondLst>
                                    <p:cond delay="0"/>
                                  </p:stCondLst>
                                  <p:childTnLst>
                                    <p:set>
                                      <p:cBhvr>
                                        <p:cTn id="6" dur="1" fill="hold">
                                          <p:stCondLst>
                                            <p:cond delay="0"/>
                                          </p:stCondLst>
                                        </p:cTn>
                                        <p:tgtEl>
                                          <p:spTgt spid="250885"/>
                                        </p:tgtEl>
                                        <p:attrNameLst>
                                          <p:attrName>style.visibility</p:attrName>
                                        </p:attrNameLst>
                                      </p:cBhvr>
                                      <p:to>
                                        <p:strVal val="visible"/>
                                      </p:to>
                                    </p:set>
                                    <p:anim calcmode="lin" valueType="num">
                                      <p:cBhvr additive="base">
                                        <p:cTn id="7" dur="500" fill="hold"/>
                                        <p:tgtEl>
                                          <p:spTgt spid="250885"/>
                                        </p:tgtEl>
                                        <p:attrNameLst>
                                          <p:attrName>ppt_x</p:attrName>
                                        </p:attrNameLst>
                                      </p:cBhvr>
                                      <p:tavLst>
                                        <p:tav tm="0">
                                          <p:val>
                                            <p:strVal val="1+#ppt_w/2"/>
                                          </p:val>
                                        </p:tav>
                                        <p:tav tm="100000">
                                          <p:val>
                                            <p:strVal val="#ppt_x"/>
                                          </p:val>
                                        </p:tav>
                                      </p:tavLst>
                                    </p:anim>
                                    <p:anim calcmode="lin" valueType="num">
                                      <p:cBhvr additive="base">
                                        <p:cTn id="8" dur="500" fill="hold"/>
                                        <p:tgtEl>
                                          <p:spTgt spid="250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B69BE9B-D2F4-A99A-BA1D-6589B4F26E88}"/>
              </a:ext>
            </a:extLst>
          </p:cNvPr>
          <p:cNvSpPr txBox="1"/>
          <p:nvPr/>
        </p:nvSpPr>
        <p:spPr>
          <a:xfrm>
            <a:off x="1130761" y="1278336"/>
            <a:ext cx="9956339" cy="5978560"/>
          </a:xfrm>
          <a:prstGeom prst="rect">
            <a:avLst/>
          </a:prstGeom>
          <a:noFill/>
        </p:spPr>
        <p:txBody>
          <a:bodyPr wrap="square">
            <a:spAutoFit/>
          </a:bodyPr>
          <a:lstStyle/>
          <a:p>
            <a:pPr algn="ctr"/>
            <a:r>
              <a:rPr lang="en-NZ" b="1" u="sng" dirty="0">
                <a:latin typeface="Arial" pitchFamily="34" charset="0"/>
                <a:cs typeface="Arial" pitchFamily="34" charset="0"/>
              </a:rPr>
              <a:t>Class Activity</a:t>
            </a:r>
          </a:p>
          <a:p>
            <a:endParaRPr lang="en-NZ" dirty="0">
              <a:latin typeface="Arial" pitchFamily="34" charset="0"/>
              <a:cs typeface="Arial" pitchFamily="34" charset="0"/>
            </a:endParaRPr>
          </a:p>
          <a:p>
            <a:pPr>
              <a:buFont typeface="Arial" pitchFamily="34" charset="0"/>
              <a:buChar char="•"/>
            </a:pPr>
            <a:r>
              <a:rPr lang="en-US" dirty="0">
                <a:latin typeface="Arial" pitchFamily="34" charset="0"/>
                <a:cs typeface="Arial" pitchFamily="34" charset="0"/>
              </a:rPr>
              <a:t>Read the vehicle rental company’s case study (in Teams under Class Activities).</a:t>
            </a:r>
          </a:p>
          <a:p>
            <a:pPr>
              <a:buFont typeface="Arial" pitchFamily="34" charset="0"/>
              <a:buChar char="•"/>
            </a:pPr>
            <a:endParaRPr lang="en-US" dirty="0">
              <a:latin typeface="Arial" pitchFamily="34" charset="0"/>
              <a:cs typeface="Arial" pitchFamily="34" charset="0"/>
            </a:endParaRPr>
          </a:p>
          <a:p>
            <a:pPr>
              <a:buFont typeface="Arial" pitchFamily="34" charset="0"/>
              <a:buChar char="•"/>
            </a:pPr>
            <a:r>
              <a:rPr lang="en-US" dirty="0">
                <a:latin typeface="Arial" pitchFamily="34" charset="0"/>
                <a:cs typeface="Arial" pitchFamily="34" charset="0"/>
              </a:rPr>
              <a:t>Identify the main issue that they are facing from the case study</a:t>
            </a:r>
          </a:p>
          <a:p>
            <a:pPr>
              <a:buFont typeface="Arial" pitchFamily="34" charset="0"/>
              <a:buChar char="•"/>
            </a:pPr>
            <a:endParaRPr lang="en-US" dirty="0">
              <a:latin typeface="Arial" pitchFamily="34" charset="0"/>
              <a:cs typeface="Arial" pitchFamily="34" charset="0"/>
            </a:endParaRPr>
          </a:p>
          <a:p>
            <a:pPr>
              <a:buFont typeface="Arial" pitchFamily="34" charset="0"/>
              <a:buChar char="•"/>
            </a:pPr>
            <a:r>
              <a:rPr lang="en-NZ" dirty="0">
                <a:latin typeface="Arial" pitchFamily="34" charset="0"/>
                <a:cs typeface="Arial" pitchFamily="34" charset="0"/>
              </a:rPr>
              <a:t>Identify the most important stakeholders from the case study who will be directly affected</a:t>
            </a:r>
          </a:p>
          <a:p>
            <a:pPr>
              <a:buFont typeface="Arial" pitchFamily="34" charset="0"/>
              <a:buChar char="•"/>
            </a:pPr>
            <a:endParaRPr lang="en-NZ" dirty="0">
              <a:latin typeface="Arial" pitchFamily="34" charset="0"/>
              <a:cs typeface="Arial" pitchFamily="34" charset="0"/>
            </a:endParaRPr>
          </a:p>
          <a:p>
            <a:pPr>
              <a:buFont typeface="Arial" pitchFamily="34" charset="0"/>
              <a:buChar char="•"/>
            </a:pPr>
            <a:r>
              <a:rPr lang="en-NZ" dirty="0">
                <a:latin typeface="Arial" pitchFamily="34" charset="0"/>
                <a:cs typeface="Arial" pitchFamily="34" charset="0"/>
              </a:rPr>
              <a:t>Categorise them into a power/interest grid</a:t>
            </a:r>
          </a:p>
          <a:p>
            <a:pPr>
              <a:buFont typeface="Arial" pitchFamily="34" charset="0"/>
              <a:buChar char="•"/>
            </a:pPr>
            <a:endParaRPr lang="en-NZ" dirty="0">
              <a:latin typeface="Arial" pitchFamily="34" charset="0"/>
              <a:cs typeface="Arial" pitchFamily="34" charset="0"/>
            </a:endParaRPr>
          </a:p>
          <a:p>
            <a:pPr>
              <a:buFont typeface="Arial" pitchFamily="34" charset="0"/>
              <a:buChar char="•"/>
            </a:pPr>
            <a:r>
              <a:rPr lang="en-NZ" dirty="0">
                <a:latin typeface="Arial" pitchFamily="34" charset="0"/>
                <a:cs typeface="Arial" pitchFamily="34" charset="0"/>
              </a:rPr>
              <a:t>Provide a justification for your categorisation </a:t>
            </a:r>
          </a:p>
          <a:p>
            <a:endParaRPr lang="en-NZ" dirty="0">
              <a:latin typeface="Arial" pitchFamily="34" charset="0"/>
              <a:cs typeface="Arial" pitchFamily="34" charset="0"/>
            </a:endParaRPr>
          </a:p>
          <a:p>
            <a:endParaRPr lang="en-US" dirty="0">
              <a:latin typeface="Arial" pitchFamily="34" charset="0"/>
              <a:cs typeface="Arial" pitchFamily="34" charset="0"/>
            </a:endParaRPr>
          </a:p>
          <a:p>
            <a:endParaRPr lang="en-US" b="1" dirty="0">
              <a:latin typeface="Arial" pitchFamily="34" charset="0"/>
              <a:cs typeface="Arial" pitchFamily="34" charset="0"/>
            </a:endParaRPr>
          </a:p>
          <a:p>
            <a:r>
              <a:rPr lang="en-US" b="1" dirty="0">
                <a:latin typeface="Arial" pitchFamily="34" charset="0"/>
                <a:cs typeface="Arial" pitchFamily="34" charset="0"/>
              </a:rPr>
              <a:t> </a:t>
            </a:r>
          </a:p>
          <a:p>
            <a:endParaRPr lang="en-US" dirty="0">
              <a:latin typeface="Arial" pitchFamily="34" charset="0"/>
              <a:cs typeface="Arial" pitchFamily="34" charset="0"/>
            </a:endParaRPr>
          </a:p>
          <a:p>
            <a:r>
              <a:rPr lang="en-US" dirty="0"/>
              <a:t>.</a:t>
            </a:r>
          </a:p>
          <a:p>
            <a:pPr marL="342900" indent="-342900"/>
            <a:endParaRPr lang="en-US"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B69BE9B-D2F4-A99A-BA1D-6589B4F26E88}"/>
              </a:ext>
            </a:extLst>
          </p:cNvPr>
          <p:cNvSpPr txBox="1"/>
          <p:nvPr/>
        </p:nvSpPr>
        <p:spPr>
          <a:xfrm>
            <a:off x="1159336" y="921148"/>
            <a:ext cx="9956339" cy="7825219"/>
          </a:xfrm>
          <a:prstGeom prst="rect">
            <a:avLst/>
          </a:prstGeom>
          <a:noFill/>
        </p:spPr>
        <p:txBody>
          <a:bodyPr wrap="square">
            <a:spAutoFit/>
          </a:bodyPr>
          <a:lstStyle/>
          <a:p>
            <a:pPr algn="ctr"/>
            <a:r>
              <a:rPr lang="en-NZ" b="1" u="sng" dirty="0">
                <a:latin typeface="Arial" pitchFamily="34" charset="0"/>
                <a:cs typeface="Arial" pitchFamily="34" charset="0"/>
              </a:rPr>
              <a:t>Assessment 2</a:t>
            </a:r>
          </a:p>
          <a:p>
            <a:endParaRPr lang="en-NZ" dirty="0">
              <a:latin typeface="Arial" pitchFamily="34" charset="0"/>
              <a:cs typeface="Arial" pitchFamily="34" charset="0"/>
            </a:endParaRPr>
          </a:p>
          <a:p>
            <a:pPr fontAlgn="base">
              <a:buFont typeface="Arial" pitchFamily="34" charset="0"/>
              <a:buChar char="•"/>
            </a:pPr>
            <a:r>
              <a:rPr lang="en-US" sz="2400" dirty="0">
                <a:latin typeface="Arial" pitchFamily="34" charset="0"/>
                <a:cs typeface="Arial" pitchFamily="34" charset="0"/>
              </a:rPr>
              <a:t>Critically evaluate the role of a business analyst in the chosen </a:t>
            </a:r>
            <a:r>
              <a:rPr lang="en-US" sz="2400" dirty="0" err="1">
                <a:latin typeface="Arial" pitchFamily="34" charset="0"/>
                <a:cs typeface="Arial" pitchFamily="34" charset="0"/>
              </a:rPr>
              <a:t>organisation</a:t>
            </a:r>
            <a:r>
              <a:rPr lang="en-US" sz="2400" dirty="0">
                <a:latin typeface="Arial" pitchFamily="34" charset="0"/>
                <a:cs typeface="Arial" pitchFamily="34" charset="0"/>
              </a:rPr>
              <a:t>. </a:t>
            </a:r>
          </a:p>
          <a:p>
            <a:pPr fontAlgn="base">
              <a:buFont typeface="Arial" pitchFamily="34" charset="0"/>
              <a:buChar char="•"/>
            </a:pPr>
            <a:endParaRPr lang="en-US" sz="2400" dirty="0">
              <a:latin typeface="Arial" pitchFamily="34" charset="0"/>
              <a:cs typeface="Arial" pitchFamily="34" charset="0"/>
            </a:endParaRPr>
          </a:p>
          <a:p>
            <a:pPr fontAlgn="base">
              <a:buFont typeface="Arial" pitchFamily="34" charset="0"/>
              <a:buChar char="•"/>
            </a:pPr>
            <a:r>
              <a:rPr lang="en-US" sz="2400" dirty="0">
                <a:latin typeface="Arial" pitchFamily="34" charset="0"/>
                <a:cs typeface="Arial" pitchFamily="34" charset="0"/>
              </a:rPr>
              <a:t>Critically </a:t>
            </a:r>
            <a:r>
              <a:rPr lang="en-US" sz="2400" dirty="0" err="1">
                <a:latin typeface="Arial" pitchFamily="34" charset="0"/>
                <a:cs typeface="Arial" pitchFamily="34" charset="0"/>
              </a:rPr>
              <a:t>analyse</a:t>
            </a:r>
            <a:r>
              <a:rPr lang="en-US" sz="2400" dirty="0">
                <a:latin typeface="Arial" pitchFamily="34" charset="0"/>
                <a:cs typeface="Arial" pitchFamily="34" charset="0"/>
              </a:rPr>
              <a:t> at least two contemporary </a:t>
            </a:r>
            <a:r>
              <a:rPr lang="en-US" sz="2400" dirty="0" err="1">
                <a:latin typeface="Arial" pitchFamily="34" charset="0"/>
                <a:cs typeface="Arial" pitchFamily="34" charset="0"/>
              </a:rPr>
              <a:t>organisational</a:t>
            </a:r>
            <a:r>
              <a:rPr lang="en-US" sz="2400" dirty="0">
                <a:latin typeface="Arial" pitchFamily="34" charset="0"/>
                <a:cs typeface="Arial" pitchFamily="34" charset="0"/>
              </a:rPr>
              <a:t> issues that the </a:t>
            </a:r>
            <a:r>
              <a:rPr lang="en-US" sz="2400" dirty="0" err="1">
                <a:latin typeface="Arial" pitchFamily="34" charset="0"/>
                <a:cs typeface="Arial" pitchFamily="34" charset="0"/>
              </a:rPr>
              <a:t>organisation</a:t>
            </a:r>
            <a:r>
              <a:rPr lang="en-US" sz="2400" dirty="0">
                <a:latin typeface="Arial" pitchFamily="34" charset="0"/>
                <a:cs typeface="Arial" pitchFamily="34" charset="0"/>
              </a:rPr>
              <a:t> may face or is currently facing. </a:t>
            </a:r>
          </a:p>
          <a:p>
            <a:pPr fontAlgn="base">
              <a:buFont typeface="Arial" pitchFamily="34" charset="0"/>
              <a:buChar char="•"/>
            </a:pPr>
            <a:endParaRPr lang="en-US" sz="2400" dirty="0">
              <a:latin typeface="Arial" pitchFamily="34" charset="0"/>
              <a:cs typeface="Arial" pitchFamily="34" charset="0"/>
            </a:endParaRPr>
          </a:p>
          <a:p>
            <a:pPr fontAlgn="base">
              <a:buFont typeface="Arial" pitchFamily="34" charset="0"/>
              <a:buChar char="•"/>
            </a:pPr>
            <a:r>
              <a:rPr lang="en-US" sz="2400" dirty="0">
                <a:latin typeface="Arial" pitchFamily="34" charset="0"/>
                <a:cs typeface="Arial" pitchFamily="34" charset="0"/>
              </a:rPr>
              <a:t>Critically apply at least two business analysis techniques to evaluate the issues faced by the </a:t>
            </a:r>
            <a:r>
              <a:rPr lang="en-US" sz="2400" dirty="0" err="1">
                <a:latin typeface="Arial" pitchFamily="34" charset="0"/>
                <a:cs typeface="Arial" pitchFamily="34" charset="0"/>
              </a:rPr>
              <a:t>organisation</a:t>
            </a:r>
            <a:r>
              <a:rPr lang="en-US" sz="2400" dirty="0">
                <a:latin typeface="Arial" pitchFamily="34" charset="0"/>
                <a:cs typeface="Arial" pitchFamily="34" charset="0"/>
              </a:rPr>
              <a:t>. </a:t>
            </a:r>
          </a:p>
          <a:p>
            <a:pPr fontAlgn="base">
              <a:buFont typeface="Arial" pitchFamily="34" charset="0"/>
              <a:buChar char="•"/>
            </a:pPr>
            <a:endParaRPr lang="en-US" sz="2400" dirty="0">
              <a:latin typeface="Arial" pitchFamily="34" charset="0"/>
              <a:cs typeface="Arial" pitchFamily="34" charset="0"/>
            </a:endParaRPr>
          </a:p>
          <a:p>
            <a:pPr fontAlgn="base">
              <a:buFont typeface="Arial" pitchFamily="34" charset="0"/>
              <a:buChar char="•"/>
            </a:pPr>
            <a:r>
              <a:rPr lang="en-US" sz="2400" dirty="0">
                <a:latin typeface="Arial" pitchFamily="34" charset="0"/>
                <a:cs typeface="Arial" pitchFamily="34" charset="0"/>
              </a:rPr>
              <a:t>Propose and critically justify the alignment of solutions to the issues with the </a:t>
            </a:r>
            <a:r>
              <a:rPr lang="en-US" sz="2400" dirty="0" err="1">
                <a:latin typeface="Arial" pitchFamily="34" charset="0"/>
                <a:cs typeface="Arial" pitchFamily="34" charset="0"/>
              </a:rPr>
              <a:t>organisation’s</a:t>
            </a:r>
            <a:r>
              <a:rPr lang="en-US" sz="2400" dirty="0">
                <a:latin typeface="Arial" pitchFamily="34" charset="0"/>
                <a:cs typeface="Arial" pitchFamily="34" charset="0"/>
              </a:rPr>
              <a:t> strategic goals. </a:t>
            </a:r>
          </a:p>
          <a:p>
            <a:endParaRPr lang="en-NZ" dirty="0">
              <a:latin typeface="Arial" pitchFamily="34" charset="0"/>
              <a:cs typeface="Arial" pitchFamily="34" charset="0"/>
            </a:endParaRPr>
          </a:p>
          <a:p>
            <a:pPr>
              <a:buFont typeface="Arial" pitchFamily="34" charset="0"/>
              <a:buChar char="•"/>
            </a:pPr>
            <a:endParaRPr lang="en-NZ" dirty="0">
              <a:latin typeface="Arial" pitchFamily="34" charset="0"/>
              <a:cs typeface="Arial" pitchFamily="34" charset="0"/>
            </a:endParaRPr>
          </a:p>
          <a:p>
            <a:endParaRPr lang="en-US" dirty="0">
              <a:latin typeface="Arial" pitchFamily="34" charset="0"/>
              <a:cs typeface="Arial" pitchFamily="34" charset="0"/>
            </a:endParaRPr>
          </a:p>
          <a:p>
            <a:endParaRPr lang="en-US" b="1" dirty="0">
              <a:latin typeface="Arial" pitchFamily="34" charset="0"/>
              <a:cs typeface="Arial" pitchFamily="34" charset="0"/>
            </a:endParaRPr>
          </a:p>
          <a:p>
            <a:r>
              <a:rPr lang="en-US" b="1" dirty="0">
                <a:latin typeface="Arial" pitchFamily="34" charset="0"/>
                <a:cs typeface="Arial" pitchFamily="34" charset="0"/>
              </a:rPr>
              <a:t> </a:t>
            </a:r>
          </a:p>
          <a:p>
            <a:endParaRPr lang="en-US" dirty="0">
              <a:latin typeface="Arial" pitchFamily="34" charset="0"/>
              <a:cs typeface="Arial" pitchFamily="34" charset="0"/>
            </a:endParaRPr>
          </a:p>
          <a:p>
            <a:r>
              <a:rPr lang="en-US" dirty="0"/>
              <a:t>.</a:t>
            </a:r>
          </a:p>
          <a:p>
            <a:pPr marL="342900" indent="-342900"/>
            <a:endParaRPr lang="en-US"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B69BE9B-D2F4-A99A-BA1D-6589B4F26E88}"/>
              </a:ext>
            </a:extLst>
          </p:cNvPr>
          <p:cNvSpPr txBox="1"/>
          <p:nvPr/>
        </p:nvSpPr>
        <p:spPr>
          <a:xfrm>
            <a:off x="1159336" y="921148"/>
            <a:ext cx="9956339" cy="9302547"/>
          </a:xfrm>
          <a:prstGeom prst="rect">
            <a:avLst/>
          </a:prstGeom>
          <a:noFill/>
        </p:spPr>
        <p:txBody>
          <a:bodyPr wrap="square">
            <a:spAutoFit/>
          </a:bodyPr>
          <a:lstStyle/>
          <a:p>
            <a:pPr algn="ctr"/>
            <a:r>
              <a:rPr lang="en-NZ" b="1" u="sng" dirty="0">
                <a:latin typeface="Arial" pitchFamily="34" charset="0"/>
                <a:cs typeface="Arial" pitchFamily="34" charset="0"/>
              </a:rPr>
              <a:t>Assessment 2</a:t>
            </a:r>
          </a:p>
          <a:p>
            <a:endParaRPr lang="en-NZ" dirty="0">
              <a:latin typeface="Arial" pitchFamily="34" charset="0"/>
              <a:cs typeface="Arial" pitchFamily="34" charset="0"/>
            </a:endParaRPr>
          </a:p>
          <a:p>
            <a:pPr fontAlgn="base">
              <a:buFont typeface="Arial" pitchFamily="34" charset="0"/>
              <a:buChar char="•"/>
            </a:pPr>
            <a:r>
              <a:rPr lang="en-US" sz="2400" dirty="0">
                <a:latin typeface="Arial" pitchFamily="34" charset="0"/>
                <a:cs typeface="Arial" pitchFamily="34" charset="0"/>
              </a:rPr>
              <a:t>Critically evaluate the role of a business analyst in the chosen </a:t>
            </a:r>
            <a:r>
              <a:rPr lang="en-US" sz="2400" dirty="0" err="1">
                <a:latin typeface="Arial" pitchFamily="34" charset="0"/>
                <a:cs typeface="Arial" pitchFamily="34" charset="0"/>
              </a:rPr>
              <a:t>organisation</a:t>
            </a:r>
            <a:r>
              <a:rPr lang="en-US" sz="2400" dirty="0">
                <a:latin typeface="Arial" pitchFamily="34" charset="0"/>
                <a:cs typeface="Arial" pitchFamily="34" charset="0"/>
              </a:rPr>
              <a:t>. </a:t>
            </a:r>
          </a:p>
          <a:p>
            <a:pPr fontAlgn="base">
              <a:buFont typeface="Arial" pitchFamily="34" charset="0"/>
              <a:buChar char="•"/>
            </a:pPr>
            <a:endParaRPr lang="en-NZ" sz="2400" dirty="0">
              <a:latin typeface="Arial" pitchFamily="34" charset="0"/>
              <a:cs typeface="Arial" pitchFamily="34" charset="0"/>
            </a:endParaRPr>
          </a:p>
          <a:p>
            <a:pPr fontAlgn="base"/>
            <a:r>
              <a:rPr lang="en-NZ" sz="2400" dirty="0">
                <a:solidFill>
                  <a:srgbClr val="FF0000"/>
                </a:solidFill>
                <a:latin typeface="Arial" pitchFamily="34" charset="0"/>
                <a:cs typeface="Arial" pitchFamily="34" charset="0"/>
              </a:rPr>
              <a:t>Needs to be more detailed compared to 1</a:t>
            </a:r>
            <a:r>
              <a:rPr lang="en-NZ" sz="2400" baseline="30000" dirty="0">
                <a:solidFill>
                  <a:srgbClr val="FF0000"/>
                </a:solidFill>
                <a:latin typeface="Arial" pitchFamily="34" charset="0"/>
                <a:cs typeface="Arial" pitchFamily="34" charset="0"/>
              </a:rPr>
              <a:t>st</a:t>
            </a:r>
            <a:r>
              <a:rPr lang="en-NZ" sz="2400" dirty="0">
                <a:solidFill>
                  <a:srgbClr val="FF0000"/>
                </a:solidFill>
                <a:latin typeface="Arial" pitchFamily="34" charset="0"/>
                <a:cs typeface="Arial" pitchFamily="34" charset="0"/>
              </a:rPr>
              <a:t> assessment. Mention in good detail what is the role of the business analyst in the organisation, what are their activities, how does the BA add value. </a:t>
            </a:r>
            <a:endParaRPr lang="en-US" sz="2400" dirty="0">
              <a:solidFill>
                <a:srgbClr val="FF0000"/>
              </a:solidFill>
              <a:latin typeface="Arial" pitchFamily="34" charset="0"/>
              <a:cs typeface="Arial" pitchFamily="34" charset="0"/>
            </a:endParaRPr>
          </a:p>
          <a:p>
            <a:pPr fontAlgn="base">
              <a:buFont typeface="Arial" pitchFamily="34" charset="0"/>
              <a:buChar char="•"/>
            </a:pPr>
            <a:endParaRPr lang="en-US" sz="2400" dirty="0">
              <a:latin typeface="Arial" pitchFamily="34" charset="0"/>
              <a:cs typeface="Arial" pitchFamily="34" charset="0"/>
            </a:endParaRPr>
          </a:p>
          <a:p>
            <a:pPr fontAlgn="base">
              <a:buFont typeface="Arial" pitchFamily="34" charset="0"/>
              <a:buChar char="•"/>
            </a:pPr>
            <a:r>
              <a:rPr lang="en-US" sz="2400" dirty="0">
                <a:latin typeface="Arial" pitchFamily="34" charset="0"/>
                <a:cs typeface="Arial" pitchFamily="34" charset="0"/>
              </a:rPr>
              <a:t>Critically </a:t>
            </a:r>
            <a:r>
              <a:rPr lang="en-US" sz="2400" dirty="0" err="1">
                <a:latin typeface="Arial" pitchFamily="34" charset="0"/>
                <a:cs typeface="Arial" pitchFamily="34" charset="0"/>
              </a:rPr>
              <a:t>analyse</a:t>
            </a:r>
            <a:r>
              <a:rPr lang="en-US" sz="2400" dirty="0">
                <a:latin typeface="Arial" pitchFamily="34" charset="0"/>
                <a:cs typeface="Arial" pitchFamily="34" charset="0"/>
              </a:rPr>
              <a:t> at least two contemporary </a:t>
            </a:r>
            <a:r>
              <a:rPr lang="en-US" sz="2400" dirty="0" err="1">
                <a:latin typeface="Arial" pitchFamily="34" charset="0"/>
                <a:cs typeface="Arial" pitchFamily="34" charset="0"/>
              </a:rPr>
              <a:t>organisational</a:t>
            </a:r>
            <a:r>
              <a:rPr lang="en-US" sz="2400" dirty="0">
                <a:latin typeface="Arial" pitchFamily="34" charset="0"/>
                <a:cs typeface="Arial" pitchFamily="34" charset="0"/>
              </a:rPr>
              <a:t> issues that the </a:t>
            </a:r>
            <a:r>
              <a:rPr lang="en-US" sz="2400" dirty="0" err="1">
                <a:latin typeface="Arial" pitchFamily="34" charset="0"/>
                <a:cs typeface="Arial" pitchFamily="34" charset="0"/>
              </a:rPr>
              <a:t>organisation</a:t>
            </a:r>
            <a:r>
              <a:rPr lang="en-US" sz="2400" dirty="0">
                <a:latin typeface="Arial" pitchFamily="34" charset="0"/>
                <a:cs typeface="Arial" pitchFamily="34" charset="0"/>
              </a:rPr>
              <a:t> may face or is currently facing. </a:t>
            </a:r>
          </a:p>
          <a:p>
            <a:pPr fontAlgn="base">
              <a:buFont typeface="Arial" pitchFamily="34" charset="0"/>
              <a:buChar char="•"/>
            </a:pPr>
            <a:endParaRPr lang="en-NZ" sz="2400" dirty="0">
              <a:solidFill>
                <a:srgbClr val="FF0000"/>
              </a:solidFill>
              <a:latin typeface="Arial" pitchFamily="34" charset="0"/>
              <a:cs typeface="Arial" pitchFamily="34" charset="0"/>
            </a:endParaRPr>
          </a:p>
          <a:p>
            <a:pPr fontAlgn="base"/>
            <a:r>
              <a:rPr lang="en-NZ" sz="2400" dirty="0">
                <a:solidFill>
                  <a:srgbClr val="FF0000"/>
                </a:solidFill>
                <a:latin typeface="Arial" pitchFamily="34" charset="0"/>
                <a:cs typeface="Arial" pitchFamily="34" charset="0"/>
              </a:rPr>
              <a:t>Identify 2 organisational issues and think about how you can use SWOT analysis, fishbone diagram, 5 why’s or stakeholder analysis to evaluate those issues.</a:t>
            </a:r>
            <a:endParaRPr lang="en-US" sz="2400" dirty="0">
              <a:solidFill>
                <a:srgbClr val="FF0000"/>
              </a:solidFill>
              <a:latin typeface="Arial" pitchFamily="34" charset="0"/>
              <a:cs typeface="Arial" pitchFamily="34" charset="0"/>
            </a:endParaRPr>
          </a:p>
          <a:p>
            <a:pPr fontAlgn="base">
              <a:buFont typeface="Arial" pitchFamily="34" charset="0"/>
              <a:buChar char="•"/>
            </a:pPr>
            <a:endParaRPr lang="en-US" sz="2400" dirty="0">
              <a:latin typeface="Arial" pitchFamily="34" charset="0"/>
              <a:cs typeface="Arial" pitchFamily="34" charset="0"/>
            </a:endParaRPr>
          </a:p>
          <a:p>
            <a:pPr fontAlgn="base"/>
            <a:r>
              <a:rPr lang="en-US" sz="2400" dirty="0">
                <a:latin typeface="Arial" pitchFamily="34" charset="0"/>
                <a:cs typeface="Arial" pitchFamily="34" charset="0"/>
              </a:rPr>
              <a:t> </a:t>
            </a:r>
          </a:p>
          <a:p>
            <a:endParaRPr lang="en-NZ" dirty="0">
              <a:latin typeface="Arial" pitchFamily="34" charset="0"/>
              <a:cs typeface="Arial" pitchFamily="34" charset="0"/>
            </a:endParaRPr>
          </a:p>
          <a:p>
            <a:pPr>
              <a:buFont typeface="Arial" pitchFamily="34" charset="0"/>
              <a:buChar char="•"/>
            </a:pPr>
            <a:endParaRPr lang="en-NZ" dirty="0">
              <a:latin typeface="Arial" pitchFamily="34" charset="0"/>
              <a:cs typeface="Arial" pitchFamily="34" charset="0"/>
            </a:endParaRPr>
          </a:p>
          <a:p>
            <a:endParaRPr lang="en-US" dirty="0">
              <a:latin typeface="Arial" pitchFamily="34" charset="0"/>
              <a:cs typeface="Arial" pitchFamily="34" charset="0"/>
            </a:endParaRPr>
          </a:p>
          <a:p>
            <a:endParaRPr lang="en-US" b="1" dirty="0">
              <a:latin typeface="Arial" pitchFamily="34" charset="0"/>
              <a:cs typeface="Arial" pitchFamily="34" charset="0"/>
            </a:endParaRPr>
          </a:p>
          <a:p>
            <a:r>
              <a:rPr lang="en-US" b="1" dirty="0">
                <a:latin typeface="Arial" pitchFamily="34" charset="0"/>
                <a:cs typeface="Arial" pitchFamily="34" charset="0"/>
              </a:rPr>
              <a:t> </a:t>
            </a:r>
          </a:p>
          <a:p>
            <a:endParaRPr lang="en-US" dirty="0">
              <a:latin typeface="Arial" pitchFamily="34" charset="0"/>
              <a:cs typeface="Arial" pitchFamily="34" charset="0"/>
            </a:endParaRPr>
          </a:p>
          <a:p>
            <a:r>
              <a:rPr lang="en-US" dirty="0"/>
              <a:t>.</a:t>
            </a:r>
          </a:p>
          <a:p>
            <a:pPr marL="342900" indent="-342900"/>
            <a:endParaRPr lang="en-US"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B69BE9B-D2F4-A99A-BA1D-6589B4F26E88}"/>
              </a:ext>
            </a:extLst>
          </p:cNvPr>
          <p:cNvSpPr txBox="1"/>
          <p:nvPr/>
        </p:nvSpPr>
        <p:spPr>
          <a:xfrm>
            <a:off x="992018" y="143713"/>
            <a:ext cx="9956339" cy="9914894"/>
          </a:xfrm>
          <a:prstGeom prst="rect">
            <a:avLst/>
          </a:prstGeom>
          <a:noFill/>
        </p:spPr>
        <p:txBody>
          <a:bodyPr wrap="square" lIns="91440" tIns="45720" rIns="91440" bIns="45720" anchor="t">
            <a:spAutoFit/>
          </a:bodyPr>
          <a:lstStyle/>
          <a:p>
            <a:pPr algn="ctr"/>
            <a:r>
              <a:rPr lang="en-NZ" b="1" u="sng" dirty="0">
                <a:latin typeface="Arial" pitchFamily="34" charset="0"/>
                <a:cs typeface="Arial" pitchFamily="34" charset="0"/>
              </a:rPr>
              <a:t>Assessment 2</a:t>
            </a:r>
          </a:p>
          <a:p>
            <a:endParaRPr lang="en-NZ" dirty="0">
              <a:latin typeface="Arial" pitchFamily="34" charset="0"/>
              <a:cs typeface="Arial" pitchFamily="34" charset="0"/>
            </a:endParaRPr>
          </a:p>
          <a:p>
            <a:pPr fontAlgn="base"/>
            <a:r>
              <a:rPr lang="en-US" sz="2400" b="1" u="sng" dirty="0"/>
              <a:t>How to Use Stakeholder Analysis in the Report</a:t>
            </a:r>
          </a:p>
          <a:p>
            <a:pPr fontAlgn="base">
              <a:lnSpc>
                <a:spcPct val="150000"/>
              </a:lnSpc>
              <a:buFont typeface="Calibri"/>
              <a:buChar char="-"/>
            </a:pPr>
            <a:r>
              <a:rPr lang="en-US" sz="2000" dirty="0">
                <a:latin typeface="Arial" pitchFamily="34" charset="0"/>
                <a:cs typeface="Arial" pitchFamily="34" charset="0"/>
              </a:rPr>
              <a:t>Choose an issue where people are directly involved or affected (e.g., implementing a new system, undergoing change, customer service problems, compliance delays).</a:t>
            </a:r>
          </a:p>
          <a:p>
            <a:pPr fontAlgn="base">
              <a:lnSpc>
                <a:spcPct val="150000"/>
              </a:lnSpc>
              <a:buFont typeface="Calibri"/>
              <a:buChar char="-"/>
            </a:pPr>
            <a:r>
              <a:rPr lang="en-US" sz="2000" dirty="0">
                <a:latin typeface="Arial" pitchFamily="34" charset="0"/>
                <a:cs typeface="Arial" pitchFamily="34" charset="0"/>
              </a:rPr>
              <a:t>Explain why stakeholder involvement is critical to solving this issue.</a:t>
            </a:r>
          </a:p>
          <a:p>
            <a:pPr fontAlgn="base">
              <a:lnSpc>
                <a:spcPct val="150000"/>
              </a:lnSpc>
              <a:buFont typeface="Calibri"/>
              <a:buChar char="-"/>
            </a:pPr>
            <a:r>
              <a:rPr lang="en-US" sz="2000" dirty="0">
                <a:latin typeface="Arial" pitchFamily="34" charset="0"/>
                <a:cs typeface="Arial" pitchFamily="34" charset="0"/>
              </a:rPr>
              <a:t>Identify the key stakeholders involved in or affected by the issue.</a:t>
            </a:r>
          </a:p>
          <a:p>
            <a:pPr fontAlgn="base">
              <a:lnSpc>
                <a:spcPct val="150000"/>
              </a:lnSpc>
              <a:buFont typeface="Calibri"/>
              <a:buChar char="-"/>
            </a:pPr>
            <a:r>
              <a:rPr lang="en-US" sz="2000" dirty="0">
                <a:latin typeface="Arial" pitchFamily="34" charset="0"/>
                <a:cs typeface="Arial" pitchFamily="34" charset="0"/>
              </a:rPr>
              <a:t>Use the Power/Interest Grid to classify them.</a:t>
            </a:r>
          </a:p>
          <a:p>
            <a:pPr fontAlgn="base">
              <a:lnSpc>
                <a:spcPct val="150000"/>
              </a:lnSpc>
              <a:buFont typeface="Calibri"/>
              <a:buChar char="-"/>
            </a:pPr>
            <a:r>
              <a:rPr lang="en-US" sz="2000" dirty="0">
                <a:latin typeface="Arial" pitchFamily="34" charset="0"/>
                <a:cs typeface="Arial" pitchFamily="34" charset="0"/>
              </a:rPr>
              <a:t>Discuss how these positions were determined (based on role, influence, visibility, or interest in the outcome).</a:t>
            </a:r>
          </a:p>
          <a:p>
            <a:pPr fontAlgn="base">
              <a:lnSpc>
                <a:spcPct val="150000"/>
              </a:lnSpc>
              <a:buFont typeface="Calibri"/>
              <a:buChar char="-"/>
            </a:pPr>
            <a:r>
              <a:rPr lang="en-US" sz="2000" dirty="0">
                <a:latin typeface="Arial"/>
                <a:cs typeface="Arial"/>
              </a:rPr>
              <a:t>Explain how stakeholder roles, interests, or resistance contribute to the issue.</a:t>
            </a:r>
            <a:endParaRPr lang="en-US" sz="2000" dirty="0">
              <a:latin typeface="Arial" pitchFamily="34" charset="0"/>
              <a:cs typeface="Arial" pitchFamily="34" charset="0"/>
            </a:endParaRPr>
          </a:p>
          <a:p>
            <a:pPr>
              <a:lnSpc>
                <a:spcPct val="150000"/>
              </a:lnSpc>
              <a:buFont typeface="Calibri"/>
              <a:buChar char="-"/>
            </a:pPr>
            <a:r>
              <a:rPr lang="en-US" sz="2000" dirty="0">
                <a:latin typeface="Arial"/>
                <a:cs typeface="Arial"/>
              </a:rPr>
              <a:t>Propose targeted engagement strategies based on the stakeholder grid.</a:t>
            </a:r>
          </a:p>
          <a:p>
            <a:pPr>
              <a:lnSpc>
                <a:spcPct val="150000"/>
              </a:lnSpc>
              <a:buFont typeface="Calibri"/>
              <a:buChar char="-"/>
            </a:pPr>
            <a:r>
              <a:rPr lang="en-US" sz="2000" dirty="0">
                <a:latin typeface="Arial"/>
                <a:cs typeface="Arial"/>
              </a:rPr>
              <a:t>Justify why is it so important to know who our stakeholders are in order to address the issue.</a:t>
            </a:r>
            <a:endParaRPr lang="en-US"/>
          </a:p>
          <a:p>
            <a:pPr fontAlgn="base">
              <a:buFont typeface="Calibri"/>
              <a:buChar char="-"/>
            </a:pPr>
            <a:endParaRPr lang="en-US" sz="2400" dirty="0">
              <a:latin typeface="Arial" pitchFamily="34" charset="0"/>
              <a:cs typeface="Arial" pitchFamily="34" charset="0"/>
            </a:endParaRPr>
          </a:p>
          <a:p>
            <a:pPr fontAlgn="base"/>
            <a:endParaRPr lang="en-US" sz="2400" dirty="0">
              <a:latin typeface="Arial" pitchFamily="34" charset="0"/>
              <a:cs typeface="Arial" pitchFamily="34" charset="0"/>
            </a:endParaRPr>
          </a:p>
          <a:p>
            <a:endParaRPr lang="en-NZ" dirty="0">
              <a:latin typeface="Arial" pitchFamily="34" charset="0"/>
              <a:cs typeface="Arial" pitchFamily="34" charset="0"/>
            </a:endParaRPr>
          </a:p>
          <a:p>
            <a:pPr>
              <a:buFont typeface="Calibri" pitchFamily="34" charset="0"/>
              <a:buChar char="-"/>
            </a:pPr>
            <a:endParaRPr lang="en-NZ" dirty="0">
              <a:latin typeface="Arial" pitchFamily="34" charset="0"/>
              <a:cs typeface="Arial" pitchFamily="34" charset="0"/>
            </a:endParaRPr>
          </a:p>
          <a:p>
            <a:endParaRPr lang="en-US" dirty="0">
              <a:latin typeface="Arial" pitchFamily="34" charset="0"/>
              <a:cs typeface="Arial" pitchFamily="34" charset="0"/>
            </a:endParaRPr>
          </a:p>
          <a:p>
            <a:endParaRPr lang="en-US" b="1" dirty="0">
              <a:latin typeface="Arial" pitchFamily="34" charset="0"/>
              <a:cs typeface="Arial" pitchFamily="34" charset="0"/>
            </a:endParaRPr>
          </a:p>
          <a:p>
            <a:r>
              <a:rPr lang="en-US" b="1" dirty="0">
                <a:latin typeface="Arial" pitchFamily="34" charset="0"/>
                <a:cs typeface="Arial" pitchFamily="34" charset="0"/>
              </a:rPr>
              <a:t> </a:t>
            </a:r>
          </a:p>
          <a:p>
            <a:endParaRPr lang="en-US" dirty="0">
              <a:latin typeface="Arial" pitchFamily="34" charset="0"/>
              <a:cs typeface="Arial" pitchFamily="34" charset="0"/>
            </a:endParaRPr>
          </a:p>
          <a:p>
            <a:r>
              <a:rPr lang="en-US" dirty="0"/>
              <a:t>.</a:t>
            </a:r>
          </a:p>
          <a:p>
            <a:pPr marL="342900" indent="-342900"/>
            <a:endParaRPr lang="en-US"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endParaRPr lang="en-NZ" altLang="zh-CN" dirty="0">
              <a:latin typeface="Arial" panose="020B0604020202020204" pitchFamily="34" charset="0"/>
              <a:ea typeface="ヒラギノ角ゴ Pro W3" panose="020B0300000000000000" pitchFamily="34" charset="-128"/>
              <a:cs typeface="Arial" panose="020B0604020202020204" pitchFamily="34" charset="0"/>
            </a:endParaRPr>
          </a:p>
          <a:p>
            <a:pPr marL="0" indent="0">
              <a:lnSpc>
                <a:spcPct val="125000"/>
              </a:lnSpc>
              <a:spcBef>
                <a:spcPts val="0"/>
              </a:spcBef>
              <a:buNone/>
            </a:pPr>
            <a:r>
              <a:rPr lang="en-NZ"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rPr>
              <a:t> </a:t>
            </a:r>
            <a:endParaRPr lang="en-US" altLang="zh-CN" sz="1800" dirty="0">
              <a:solidFill>
                <a:schemeClr val="tx1"/>
              </a:solidFill>
              <a:latin typeface="Arial" panose="020B0604020202020204" pitchFamily="34" charset="0"/>
              <a:ea typeface="ヒラギノ角ゴ Pro W3" panose="020B0300000000000000" pitchFamily="34" charset="-128"/>
              <a:cs typeface="Arial" panose="020B0604020202020204" pitchFamily="34" charset="0"/>
            </a:endParaRPr>
          </a:p>
        </p:txBody>
      </p:sp>
    </p:spTree>
    <p:extLst>
      <p:ext uri="{BB962C8B-B14F-4D97-AF65-F5344CB8AC3E}">
        <p14:creationId xmlns:p14="http://schemas.microsoft.com/office/powerpoint/2010/main" val="1163813000"/>
      </p:ext>
    </p:extLst>
  </p:cSld>
  <p:clrMapOvr>
    <a:masterClrMapping/>
  </p:clrMapOvr>
  <p:transition spd="med">
    <p:fade/>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870D3BA86E6BE4F8997A1E0DEEA3090" ma:contentTypeVersion="3" ma:contentTypeDescription="Create a new document." ma:contentTypeScope="" ma:versionID="f63ccfd2d90a5609d7b357da731e02ed">
  <xsd:schema xmlns:xsd="http://www.w3.org/2001/XMLSchema" xmlns:xs="http://www.w3.org/2001/XMLSchema" xmlns:p="http://schemas.microsoft.com/office/2006/metadata/properties" xmlns:ns2="ebad6200-df3b-4540-884d-ea21679cb150" targetNamespace="http://schemas.microsoft.com/office/2006/metadata/properties" ma:root="true" ma:fieldsID="4ad93bd7910780605ac07ea20a1b8420" ns2:_="">
    <xsd:import namespace="ebad6200-df3b-4540-884d-ea21679cb15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ad6200-df3b-4540-884d-ea21679cb1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1A8EA7-1D34-4ED1-A41C-E813C45CFE2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545141D-40B4-4D25-82E7-8E7A161CAF1B}">
  <ds:schemaRefs>
    <ds:schemaRef ds:uri="http://schemas.microsoft.com/sharepoint/v3/contenttype/forms"/>
  </ds:schemaRefs>
</ds:datastoreItem>
</file>

<file path=customXml/itemProps3.xml><?xml version="1.0" encoding="utf-8"?>
<ds:datastoreItem xmlns:ds="http://schemas.openxmlformats.org/officeDocument/2006/customXml" ds:itemID="{7636D0E1-2F91-40ED-B360-329B653E27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ad6200-df3b-4540-884d-ea21679cb1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Organic</Template>
  <TotalTime>6047</TotalTime>
  <Words>862</Words>
  <Application>Microsoft Office PowerPoint</Application>
  <PresentationFormat>Widescreen</PresentationFormat>
  <Paragraphs>272</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Organic</vt:lpstr>
      <vt:lpstr>MAMC01901 Business Analysis</vt:lpstr>
      <vt:lpstr>Agenda</vt:lpstr>
      <vt:lpstr>Stakeholder Analysis</vt:lpstr>
      <vt:lpstr>Stakeholder Analysis</vt:lpstr>
      <vt:lpstr>Stakeholder Analysis Process</vt:lpstr>
      <vt:lpstr>Stakeholder Analysis Process</vt:lpstr>
      <vt:lpstr>Stakeholder Analysis Process</vt:lpstr>
      <vt:lpstr>Stakeholder Analysis Process </vt:lpstr>
      <vt:lpstr>Stakeholder Analysis Process </vt:lpstr>
      <vt:lpstr>Power/Interest Grid</vt:lpstr>
      <vt:lpstr>Power/Interest Grid</vt:lpstr>
      <vt:lpstr>Power/Interest Grid</vt:lpstr>
      <vt:lpstr>Power/Interest Grid</vt:lpstr>
      <vt:lpstr>Power/Interest Grid</vt:lpstr>
      <vt:lpstr>PowerPoint Presentation</vt:lpstr>
      <vt:lpstr>PowerPoint Presentation</vt:lpstr>
      <vt:lpstr>PowerPoint Presentation</vt:lpstr>
      <vt:lpstr>PowerPoint Presentation</vt:lpstr>
    </vt:vector>
  </TitlesOfParts>
  <Company>Otago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MAMC01901 Business Analysis</dc:title>
  <dc:creator>Shikha Shethia</dc:creator>
  <cp:lastModifiedBy>Hewlett-Packard Company</cp:lastModifiedBy>
  <cp:revision>261</cp:revision>
  <dcterms:created xsi:type="dcterms:W3CDTF">2025-04-24T00:48:25Z</dcterms:created>
  <dcterms:modified xsi:type="dcterms:W3CDTF">2025-05-26T20:29:44Z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0x0101006870D3BA86E6BE4F8997A1E0DEEA3090</vt:lpwstr>
  </property>
</Properties>
</file>