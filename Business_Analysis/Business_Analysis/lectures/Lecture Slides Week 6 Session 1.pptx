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diagrams/data1.xml" ContentType="application/vnd.openxmlformats-officedocument.drawingml.diagramData+xml"/>
  <Override PartName="/ppt/presentation.xml" ContentType="application/vnd.openxmlformats-officedocument.presentationml.presentation.main+xml"/>
  <Override PartName="/ppt/slides/slide16.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8.xml" ContentType="application/vnd.openxmlformats-officedocument.presentationml.slide+xml"/>
  <Override PartName="/ppt/slides/slide15.xml" ContentType="application/vnd.openxmlformats-officedocument.presentationml.slide+xml"/>
  <Override PartName="/ppt/slides/slide17.xml" ContentType="application/vnd.openxmlformats-officedocument.presentationml.slide+xml"/>
  <Override PartName="/ppt/slides/slide8.xml" ContentType="application/vnd.openxmlformats-officedocument.presentationml.slide+xml"/>
  <Override PartName="/ppt/slides/slide6.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Slides/notesSlide9.xml" ContentType="application/vnd.openxmlformats-officedocument.presentationml.notesSlide+xml"/>
  <Override PartName="/ppt/slideMasters/slideMaster1.xml" ContentType="application/vnd.openxmlformats-officedocument.presentationml.slide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notesSlides/notesSlide4.xml" ContentType="application/vnd.openxmlformats-officedocument.presentationml.notesSlid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theme/theme2.xml" ContentType="application/vnd.openxmlformats-officedocument.theme+xml"/>
  <Override PartName="/ppt/diagrams/colors1.xml" ContentType="application/vnd.openxmlformats-officedocument.drawingml.diagramColors+xml"/>
  <Override PartName="/ppt/diagrams/quickStyle1.xml" ContentType="application/vnd.openxmlformats-officedocument.drawingml.diagramStyle+xml"/>
  <Override PartName="/ppt/diagrams/layout1.xml" ContentType="application/vnd.openxmlformats-officedocument.drawingml.diagramLayout+xml"/>
  <Override PartName="/ppt/theme/theme1.xml" ContentType="application/vnd.openxmlformats-officedocument.theme+xml"/>
  <Override PartName="/ppt/diagrams/drawing1.xml" ContentType="application/vnd.ms-office.drawingml.diagramDrawing+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Override PartName="/ppt/revisionInfo.xml" ContentType="application/vnd.ms-powerpoint.revisioninfo+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257" r:id="rId2"/>
    <p:sldId id="378" r:id="rId3"/>
    <p:sldId id="456" r:id="rId4"/>
    <p:sldId id="435" r:id="rId5"/>
    <p:sldId id="457" r:id="rId6"/>
    <p:sldId id="458" r:id="rId7"/>
    <p:sldId id="459" r:id="rId8"/>
    <p:sldId id="460" r:id="rId9"/>
    <p:sldId id="461" r:id="rId10"/>
    <p:sldId id="462" r:id="rId11"/>
    <p:sldId id="463" r:id="rId12"/>
    <p:sldId id="464" r:id="rId13"/>
    <p:sldId id="465" r:id="rId14"/>
    <p:sldId id="466" r:id="rId15"/>
    <p:sldId id="455" r:id="rId16"/>
    <p:sldId id="468" r:id="rId17"/>
    <p:sldId id="467" r:id="rId18"/>
    <p:sldId id="428" r:id="rId19"/>
    <p:sldId id="44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F1F5B0-91AD-4C9D-AB4F-65086B192639}" v="520" dt="2025-04-24T05:03:59.98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7" d="100"/>
          <a:sy n="67" d="100"/>
        </p:scale>
        <p:origin x="-864" y="-96"/>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32"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30" Type="http://schemas.openxmlformats.org/officeDocument/2006/relationships/customXml" Target="../customXml/item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ikha Shethia" userId="47b3a058-8704-435c-a672-d87d78778a28" providerId="ADAL" clId="{11F1F5B0-91AD-4C9D-AB4F-65086B192639}"/>
    <pc:docChg chg="undo redo custSel addSld delSld modSld sldOrd">
      <pc:chgData name="Shikha Shethia" userId="47b3a058-8704-435c-a672-d87d78778a28" providerId="ADAL" clId="{11F1F5B0-91AD-4C9D-AB4F-65086B192639}" dt="2025-04-24T05:18:43.374" v="1951" actId="1076"/>
      <pc:docMkLst>
        <pc:docMk/>
      </pc:docMkLst>
      <pc:sldChg chg="addSp delSp modSp mod setBg delDesignElem">
        <pc:chgData name="Shikha Shethia" userId="47b3a058-8704-435c-a672-d87d78778a28" providerId="ADAL" clId="{11F1F5B0-91AD-4C9D-AB4F-65086B192639}" dt="2025-04-24T05:18:43.374" v="1951" actId="1076"/>
        <pc:sldMkLst>
          <pc:docMk/>
          <pc:sldMk cId="1541530555" sldId="257"/>
        </pc:sldMkLst>
        <pc:spChg chg="mod">
          <ac:chgData name="Shikha Shethia" userId="47b3a058-8704-435c-a672-d87d78778a28" providerId="ADAL" clId="{11F1F5B0-91AD-4C9D-AB4F-65086B192639}" dt="2025-04-24T00:59:43.706" v="71" actId="26606"/>
          <ac:spMkLst>
            <pc:docMk/>
            <pc:sldMk cId="1541530555" sldId="257"/>
            <ac:spMk id="2" creationId="{49BBFCA9-33B3-1540-904F-A1E7F6D079F4}"/>
          </ac:spMkLst>
        </pc:spChg>
        <pc:spChg chg="mod">
          <ac:chgData name="Shikha Shethia" userId="47b3a058-8704-435c-a672-d87d78778a28" providerId="ADAL" clId="{11F1F5B0-91AD-4C9D-AB4F-65086B192639}" dt="2025-04-24T00:59:43.706" v="71" actId="26606"/>
          <ac:spMkLst>
            <pc:docMk/>
            <pc:sldMk cId="1541530555" sldId="257"/>
            <ac:spMk id="3" creationId="{AC93C8EE-593C-F74F-990D-83AA3B6C8156}"/>
          </ac:spMkLst>
        </pc:spChg>
        <pc:spChg chg="add">
          <ac:chgData name="Shikha Shethia" userId="47b3a058-8704-435c-a672-d87d78778a28" providerId="ADAL" clId="{11F1F5B0-91AD-4C9D-AB4F-65086B192639}" dt="2025-04-24T00:59:43.706" v="71" actId="26606"/>
          <ac:spMkLst>
            <pc:docMk/>
            <pc:sldMk cId="1541530555" sldId="257"/>
            <ac:spMk id="2052" creationId="{8B226A40-22CC-40E5-9EC4-5163536C62A0}"/>
          </ac:spMkLst>
        </pc:spChg>
        <pc:spChg chg="del">
          <ac:chgData name="Shikha Shethia" userId="47b3a058-8704-435c-a672-d87d78778a28" providerId="ADAL" clId="{11F1F5B0-91AD-4C9D-AB4F-65086B192639}" dt="2025-04-24T00:59:28.936" v="69"/>
          <ac:spMkLst>
            <pc:docMk/>
            <pc:sldMk cId="1541530555" sldId="257"/>
            <ac:spMk id="2055" creationId="{932495F0-C5CB-4823-AE70-EED61EBAB1BD}"/>
          </ac:spMkLst>
        </pc:spChg>
        <pc:spChg chg="del">
          <ac:chgData name="Shikha Shethia" userId="47b3a058-8704-435c-a672-d87d78778a28" providerId="ADAL" clId="{11F1F5B0-91AD-4C9D-AB4F-65086B192639}" dt="2025-04-24T00:59:28.936" v="69"/>
          <ac:spMkLst>
            <pc:docMk/>
            <pc:sldMk cId="1541530555" sldId="257"/>
            <ac:spMk id="2057" creationId="{CB8B9C25-D80D-48EC-B83A-231219A80C3F}"/>
          </ac:spMkLst>
        </pc:spChg>
        <pc:spChg chg="del">
          <ac:chgData name="Shikha Shethia" userId="47b3a058-8704-435c-a672-d87d78778a28" providerId="ADAL" clId="{11F1F5B0-91AD-4C9D-AB4F-65086B192639}" dt="2025-04-24T00:59:28.936" v="69"/>
          <ac:spMkLst>
            <pc:docMk/>
            <pc:sldMk cId="1541530555" sldId="257"/>
            <ac:spMk id="2059" creationId="{601CC70B-8875-45A1-8AFD-7D546E3C0C16}"/>
          </ac:spMkLst>
        </pc:spChg>
        <pc:spChg chg="add">
          <ac:chgData name="Shikha Shethia" userId="47b3a058-8704-435c-a672-d87d78778a28" providerId="ADAL" clId="{11F1F5B0-91AD-4C9D-AB4F-65086B192639}" dt="2025-04-24T00:59:43.706" v="71" actId="26606"/>
          <ac:spMkLst>
            <pc:docMk/>
            <pc:sldMk cId="1541530555" sldId="257"/>
            <ac:spMk id="2063" creationId="{9D2CA3DB-2141-4DE2-9F8A-9E5561DDFDA7}"/>
          </ac:spMkLst>
        </pc:spChg>
        <pc:grpChg chg="add">
          <ac:chgData name="Shikha Shethia" userId="47b3a058-8704-435c-a672-d87d78778a28" providerId="ADAL" clId="{11F1F5B0-91AD-4C9D-AB4F-65086B192639}" dt="2025-04-24T00:59:43.706" v="71" actId="26606"/>
          <ac:grpSpMkLst>
            <pc:docMk/>
            <pc:sldMk cId="1541530555" sldId="257"/>
            <ac:grpSpMk id="2053" creationId="{6BB9B7D3-101C-4F55-A956-62DA4AAD40E3}"/>
          </ac:grpSpMkLst>
        </pc:grpChg>
        <pc:picChg chg="del mod">
          <ac:chgData name="Shikha Shethia" userId="47b3a058-8704-435c-a672-d87d78778a28" providerId="ADAL" clId="{11F1F5B0-91AD-4C9D-AB4F-65086B192639}" dt="2025-04-24T05:18:25.926" v="1943" actId="478"/>
          <ac:picMkLst>
            <pc:docMk/>
            <pc:sldMk cId="1541530555" sldId="257"/>
            <ac:picMk id="4" creationId="{B8DD4FC0-4B6E-AE74-AA45-AE99A3F6ED03}"/>
          </ac:picMkLst>
        </pc:picChg>
        <pc:picChg chg="add mod">
          <ac:chgData name="Shikha Shethia" userId="47b3a058-8704-435c-a672-d87d78778a28" providerId="ADAL" clId="{11F1F5B0-91AD-4C9D-AB4F-65086B192639}" dt="2025-04-24T05:18:43.374" v="1951" actId="1076"/>
          <ac:picMkLst>
            <pc:docMk/>
            <pc:sldMk cId="1541530555" sldId="257"/>
            <ac:picMk id="6" creationId="{0747DBC0-6181-FB00-4C94-606735BE6CEA}"/>
          </ac:picMkLst>
        </pc:picChg>
        <pc:picChg chg="mod">
          <ac:chgData name="Shikha Shethia" userId="47b3a058-8704-435c-a672-d87d78778a28" providerId="ADAL" clId="{11F1F5B0-91AD-4C9D-AB4F-65086B192639}" dt="2025-04-24T00:59:43.706" v="71" actId="26606"/>
          <ac:picMkLst>
            <pc:docMk/>
            <pc:sldMk cId="1541530555" sldId="257"/>
            <ac:picMk id="2050" creationId="{B262EEE1-457B-56DE-8B21-312BA4D4F998}"/>
          </ac:picMkLst>
        </pc:picChg>
        <pc:cxnChg chg="add">
          <ac:chgData name="Shikha Shethia" userId="47b3a058-8704-435c-a672-d87d78778a28" providerId="ADAL" clId="{11F1F5B0-91AD-4C9D-AB4F-65086B192639}" dt="2025-04-24T00:59:43.706" v="71" actId="26606"/>
          <ac:cxnSpMkLst>
            <pc:docMk/>
            <pc:sldMk cId="1541530555" sldId="257"/>
            <ac:cxnSpMk id="2065" creationId="{1214B64F-D291-4308-B071-A2678ED782A7}"/>
          </ac:cxnSpMkLst>
        </pc:cxnChg>
      </pc:sldChg>
      <pc:sldChg chg="addSp delSp modSp add mod setBg delDesignElem">
        <pc:chgData name="Shikha Shethia" userId="47b3a058-8704-435c-a672-d87d78778a28" providerId="ADAL" clId="{11F1F5B0-91AD-4C9D-AB4F-65086B192639}" dt="2025-04-24T01:06:50.098" v="162"/>
        <pc:sldMkLst>
          <pc:docMk/>
          <pc:sldMk cId="182643743" sldId="352"/>
        </pc:sldMkLst>
        <pc:spChg chg="add">
          <ac:chgData name="Shikha Shethia" userId="47b3a058-8704-435c-a672-d87d78778a28" providerId="ADAL" clId="{11F1F5B0-91AD-4C9D-AB4F-65086B192639}" dt="2025-04-24T01:05:56.498" v="136"/>
          <ac:spMkLst>
            <pc:docMk/>
            <pc:sldMk cId="182643743" sldId="352"/>
            <ac:spMk id="2" creationId="{EBADADE2-54D2-483A-3158-680925E05FC9}"/>
          </ac:spMkLst>
        </pc:spChg>
        <pc:spChg chg="add mod">
          <ac:chgData name="Shikha Shethia" userId="47b3a058-8704-435c-a672-d87d78778a28" providerId="ADAL" clId="{11F1F5B0-91AD-4C9D-AB4F-65086B192639}" dt="2025-04-24T01:06:00.744" v="138"/>
          <ac:spMkLst>
            <pc:docMk/>
            <pc:sldMk cId="182643743" sldId="352"/>
            <ac:spMk id="3" creationId="{E5784101-5046-3A25-A441-49BCBB1DDF09}"/>
          </ac:spMkLst>
        </pc:spChg>
        <pc:spChg chg="add">
          <ac:chgData name="Shikha Shethia" userId="47b3a058-8704-435c-a672-d87d78778a28" providerId="ADAL" clId="{11F1F5B0-91AD-4C9D-AB4F-65086B192639}" dt="2025-04-24T01:06:20.481" v="142"/>
          <ac:spMkLst>
            <pc:docMk/>
            <pc:sldMk cId="182643743" sldId="352"/>
            <ac:spMk id="4" creationId="{21E5877E-140B-BCA4-C703-9EDF3B054BF8}"/>
          </ac:spMkLst>
        </pc:spChg>
        <pc:spChg chg="mod">
          <ac:chgData name="Shikha Shethia" userId="47b3a058-8704-435c-a672-d87d78778a28" providerId="ADAL" clId="{11F1F5B0-91AD-4C9D-AB4F-65086B192639}" dt="2025-04-24T01:06:50.098" v="162"/>
          <ac:spMkLst>
            <pc:docMk/>
            <pc:sldMk cId="182643743" sldId="352"/>
            <ac:spMk id="6" creationId="{5B69BE9B-D2F4-A99A-BA1D-6589B4F26E88}"/>
          </ac:spMkLst>
        </pc:spChg>
        <pc:spChg chg="add">
          <ac:chgData name="Shikha Shethia" userId="47b3a058-8704-435c-a672-d87d78778a28" providerId="ADAL" clId="{11F1F5B0-91AD-4C9D-AB4F-65086B192639}" dt="2025-04-24T01:06:24.141" v="145"/>
          <ac:spMkLst>
            <pc:docMk/>
            <pc:sldMk cId="182643743" sldId="352"/>
            <ac:spMk id="7" creationId="{63752443-4068-CF23-33E8-FB4E9F766698}"/>
          </ac:spMkLst>
        </pc:spChg>
        <pc:spChg chg="del">
          <ac:chgData name="Shikha Shethia" userId="47b3a058-8704-435c-a672-d87d78778a28" providerId="ADAL" clId="{11F1F5B0-91AD-4C9D-AB4F-65086B192639}" dt="2025-04-24T01:04:17.339" v="98"/>
          <ac:spMkLst>
            <pc:docMk/>
            <pc:sldMk cId="182643743" sldId="352"/>
            <ac:spMk id="250890" creationId="{22AC0F86-9A78-4E84-A4B4-ADB8B2629A0C}"/>
          </ac:spMkLst>
        </pc:spChg>
        <pc:spChg chg="del">
          <ac:chgData name="Shikha Shethia" userId="47b3a058-8704-435c-a672-d87d78778a28" providerId="ADAL" clId="{11F1F5B0-91AD-4C9D-AB4F-65086B192639}" dt="2025-04-24T01:04:17.339" v="98"/>
          <ac:spMkLst>
            <pc:docMk/>
            <pc:sldMk cId="182643743" sldId="352"/>
            <ac:spMk id="250898" creationId="{69A54E25-1C05-48E5-A5CC-3778C1D3632D}"/>
          </ac:spMkLst>
        </pc:spChg>
        <pc:grpChg chg="del">
          <ac:chgData name="Shikha Shethia" userId="47b3a058-8704-435c-a672-d87d78778a28" providerId="ADAL" clId="{11F1F5B0-91AD-4C9D-AB4F-65086B192639}" dt="2025-04-24T01:04:17.339" v="98"/>
          <ac:grpSpMkLst>
            <pc:docMk/>
            <pc:sldMk cId="182643743" sldId="352"/>
            <ac:grpSpMk id="250892" creationId="{4AF78B9E-8BE2-4706-9377-A05FA25ABABF}"/>
          </ac:grpSpMkLst>
        </pc:grpChg>
        <pc:cxnChg chg="del">
          <ac:chgData name="Shikha Shethia" userId="47b3a058-8704-435c-a672-d87d78778a28" providerId="ADAL" clId="{11F1F5B0-91AD-4C9D-AB4F-65086B192639}" dt="2025-04-24T01:04:17.339" v="98"/>
          <ac:cxnSpMkLst>
            <pc:docMk/>
            <pc:sldMk cId="182643743" sldId="352"/>
            <ac:cxnSpMk id="250900" creationId="{0E5D0023-B23E-4823-8D72-B07FFF8CAE96}"/>
          </ac:cxnSpMkLst>
        </pc:cxnChg>
      </pc:sldChg>
      <pc:sldChg chg="delSp modSp add mod modAnim">
        <pc:chgData name="Shikha Shethia" userId="47b3a058-8704-435c-a672-d87d78778a28" providerId="ADAL" clId="{11F1F5B0-91AD-4C9D-AB4F-65086B192639}" dt="2025-04-24T01:51:12.398" v="640" actId="20577"/>
        <pc:sldMkLst>
          <pc:docMk/>
          <pc:sldMk cId="2223899082" sldId="353"/>
        </pc:sldMkLst>
        <pc:spChg chg="del">
          <ac:chgData name="Shikha Shethia" userId="47b3a058-8704-435c-a672-d87d78778a28" providerId="ADAL" clId="{11F1F5B0-91AD-4C9D-AB4F-65086B192639}" dt="2025-04-24T01:47:35.158" v="580" actId="478"/>
          <ac:spMkLst>
            <pc:docMk/>
            <pc:sldMk cId="2223899082" sldId="353"/>
            <ac:spMk id="2" creationId="{165F855A-86B0-A538-10F7-59C0B927DEDB}"/>
          </ac:spMkLst>
        </pc:spChg>
        <pc:spChg chg="mod">
          <ac:chgData name="Shikha Shethia" userId="47b3a058-8704-435c-a672-d87d78778a28" providerId="ADAL" clId="{11F1F5B0-91AD-4C9D-AB4F-65086B192639}" dt="2025-04-24T01:51:12.398" v="640" actId="20577"/>
          <ac:spMkLst>
            <pc:docMk/>
            <pc:sldMk cId="2223899082" sldId="353"/>
            <ac:spMk id="15363" creationId="{063053B2-E4CB-634B-ADDC-4BF2E076FB9E}"/>
          </ac:spMkLst>
        </pc:spChg>
      </pc:sldChg>
      <pc:sldChg chg="delSp modSp add mod">
        <pc:chgData name="Shikha Shethia" userId="47b3a058-8704-435c-a672-d87d78778a28" providerId="ADAL" clId="{11F1F5B0-91AD-4C9D-AB4F-65086B192639}" dt="2025-04-24T02:31:58.386" v="873" actId="20577"/>
        <pc:sldMkLst>
          <pc:docMk/>
          <pc:sldMk cId="3754895526" sldId="358"/>
        </pc:sldMkLst>
        <pc:spChg chg="mod">
          <ac:chgData name="Shikha Shethia" userId="47b3a058-8704-435c-a672-d87d78778a28" providerId="ADAL" clId="{11F1F5B0-91AD-4C9D-AB4F-65086B192639}" dt="2025-04-24T02:04:26.604" v="713" actId="1076"/>
          <ac:spMkLst>
            <pc:docMk/>
            <pc:sldMk cId="3754895526" sldId="358"/>
            <ac:spMk id="2" creationId="{A5EAF141-2172-B431-996F-EA66C23FD5B8}"/>
          </ac:spMkLst>
        </pc:spChg>
        <pc:spChg chg="mod">
          <ac:chgData name="Shikha Shethia" userId="47b3a058-8704-435c-a672-d87d78778a28" providerId="ADAL" clId="{11F1F5B0-91AD-4C9D-AB4F-65086B192639}" dt="2025-04-24T02:31:58.386" v="873" actId="20577"/>
          <ac:spMkLst>
            <pc:docMk/>
            <pc:sldMk cId="3754895526" sldId="358"/>
            <ac:spMk id="3" creationId="{DC6AD25E-4E5A-C7AB-76B4-708E1F02EFC2}"/>
          </ac:spMkLst>
        </pc:spChg>
        <pc:picChg chg="del">
          <ac:chgData name="Shikha Shethia" userId="47b3a058-8704-435c-a672-d87d78778a28" providerId="ADAL" clId="{11F1F5B0-91AD-4C9D-AB4F-65086B192639}" dt="2025-04-24T02:04:16.243" v="711" actId="478"/>
          <ac:picMkLst>
            <pc:docMk/>
            <pc:sldMk cId="3754895526" sldId="358"/>
            <ac:picMk id="2050" creationId="{84C23FF7-99C5-7983-6985-ABD1EF6CEA2A}"/>
          </ac:picMkLst>
        </pc:picChg>
      </pc:sldChg>
      <pc:sldChg chg="delSp modSp add mod setBg">
        <pc:chgData name="Shikha Shethia" userId="47b3a058-8704-435c-a672-d87d78778a28" providerId="ADAL" clId="{11F1F5B0-91AD-4C9D-AB4F-65086B192639}" dt="2025-04-24T04:25:13.527" v="1405" actId="478"/>
        <pc:sldMkLst>
          <pc:docMk/>
          <pc:sldMk cId="2923676125" sldId="366"/>
        </pc:sldMkLst>
        <pc:spChg chg="del">
          <ac:chgData name="Shikha Shethia" userId="47b3a058-8704-435c-a672-d87d78778a28" providerId="ADAL" clId="{11F1F5B0-91AD-4C9D-AB4F-65086B192639}" dt="2025-04-24T04:25:13.527" v="1405" actId="478"/>
          <ac:spMkLst>
            <pc:docMk/>
            <pc:sldMk cId="2923676125" sldId="366"/>
            <ac:spMk id="4" creationId="{DAAE63B3-FC5B-7E70-031D-AB55B5BDCE4E}"/>
          </ac:spMkLst>
        </pc:spChg>
        <pc:spChg chg="mod">
          <ac:chgData name="Shikha Shethia" userId="47b3a058-8704-435c-a672-d87d78778a28" providerId="ADAL" clId="{11F1F5B0-91AD-4C9D-AB4F-65086B192639}" dt="2025-04-24T04:24:59.566" v="1401" actId="20577"/>
          <ac:spMkLst>
            <pc:docMk/>
            <pc:sldMk cId="2923676125" sldId="366"/>
            <ac:spMk id="5" creationId="{5AA11C9F-4B32-8551-3D89-5F932A25E698}"/>
          </ac:spMkLst>
        </pc:spChg>
        <pc:spChg chg="del">
          <ac:chgData name="Shikha Shethia" userId="47b3a058-8704-435c-a672-d87d78778a28" providerId="ADAL" clId="{11F1F5B0-91AD-4C9D-AB4F-65086B192639}" dt="2025-04-24T04:25:09.096" v="1403" actId="478"/>
          <ac:spMkLst>
            <pc:docMk/>
            <pc:sldMk cId="2923676125" sldId="366"/>
            <ac:spMk id="6" creationId="{6957CA81-8BFC-A568-9BDD-1D7D31F06160}"/>
          </ac:spMkLst>
        </pc:spChg>
        <pc:spChg chg="del">
          <ac:chgData name="Shikha Shethia" userId="47b3a058-8704-435c-a672-d87d78778a28" providerId="ADAL" clId="{11F1F5B0-91AD-4C9D-AB4F-65086B192639}" dt="2025-04-24T04:25:11.515" v="1404" actId="478"/>
          <ac:spMkLst>
            <pc:docMk/>
            <pc:sldMk cId="2923676125" sldId="366"/>
            <ac:spMk id="7" creationId="{2B3F5B43-64D4-E039-989A-C720A03AFF2D}"/>
          </ac:spMkLst>
        </pc:spChg>
        <pc:picChg chg="del">
          <ac:chgData name="Shikha Shethia" userId="47b3a058-8704-435c-a672-d87d78778a28" providerId="ADAL" clId="{11F1F5B0-91AD-4C9D-AB4F-65086B192639}" dt="2025-04-24T04:25:06.556" v="1402" actId="478"/>
          <ac:picMkLst>
            <pc:docMk/>
            <pc:sldMk cId="2923676125" sldId="366"/>
            <ac:picMk id="3" creationId="{9B34CDBC-59AD-3130-218F-DB17645F86CB}"/>
          </ac:picMkLst>
        </pc:picChg>
      </pc:sldChg>
      <pc:sldChg chg="modSp add mod">
        <pc:chgData name="Shikha Shethia" userId="47b3a058-8704-435c-a672-d87d78778a28" providerId="ADAL" clId="{11F1F5B0-91AD-4C9D-AB4F-65086B192639}" dt="2025-04-24T05:02:46.835" v="1836" actId="20577"/>
        <pc:sldMkLst>
          <pc:docMk/>
          <pc:sldMk cId="1019494680" sldId="370"/>
        </pc:sldMkLst>
        <pc:spChg chg="mod">
          <ac:chgData name="Shikha Shethia" userId="47b3a058-8704-435c-a672-d87d78778a28" providerId="ADAL" clId="{11F1F5B0-91AD-4C9D-AB4F-65086B192639}" dt="2025-04-24T05:02:46.835" v="1836" actId="20577"/>
          <ac:spMkLst>
            <pc:docMk/>
            <pc:sldMk cId="1019494680" sldId="370"/>
            <ac:spMk id="3" creationId="{C671A7E4-F024-38C1-DC35-32B091CF626A}"/>
          </ac:spMkLst>
        </pc:spChg>
      </pc:sldChg>
      <pc:sldChg chg="modSp add mod modAnim">
        <pc:chgData name="Shikha Shethia" userId="47b3a058-8704-435c-a672-d87d78778a28" providerId="ADAL" clId="{11F1F5B0-91AD-4C9D-AB4F-65086B192639}" dt="2025-04-24T01:45:31.051" v="560" actId="113"/>
        <pc:sldMkLst>
          <pc:docMk/>
          <pc:sldMk cId="235746361" sldId="373"/>
        </pc:sldMkLst>
        <pc:spChg chg="mod">
          <ac:chgData name="Shikha Shethia" userId="47b3a058-8704-435c-a672-d87d78778a28" providerId="ADAL" clId="{11F1F5B0-91AD-4C9D-AB4F-65086B192639}" dt="2025-04-24T01:45:31.051" v="560" actId="113"/>
          <ac:spMkLst>
            <pc:docMk/>
            <pc:sldMk cId="235746361" sldId="373"/>
            <ac:spMk id="15363" creationId="{063053B2-E4CB-634B-ADDC-4BF2E076FB9E}"/>
          </ac:spMkLst>
        </pc:spChg>
      </pc:sldChg>
      <pc:sldChg chg="modSp add">
        <pc:chgData name="Shikha Shethia" userId="47b3a058-8704-435c-a672-d87d78778a28" providerId="ADAL" clId="{11F1F5B0-91AD-4C9D-AB4F-65086B192639}" dt="2025-04-24T01:03:32.090" v="96" actId="20577"/>
        <pc:sldMkLst>
          <pc:docMk/>
          <pc:sldMk cId="1163813000" sldId="377"/>
        </pc:sldMkLst>
        <pc:spChg chg="mod">
          <ac:chgData name="Shikha Shethia" userId="47b3a058-8704-435c-a672-d87d78778a28" providerId="ADAL" clId="{11F1F5B0-91AD-4C9D-AB4F-65086B192639}" dt="2025-04-24T01:03:32.090" v="96" actId="20577"/>
          <ac:spMkLst>
            <pc:docMk/>
            <pc:sldMk cId="1163813000" sldId="377"/>
            <ac:spMk id="5" creationId="{063053B2-E4CB-634B-ADDC-4BF2E076FB9E}"/>
          </ac:spMkLst>
        </pc:spChg>
      </pc:sldChg>
      <pc:sldChg chg="addSp delSp modSp add mod setBg delDesignElem">
        <pc:chgData name="Shikha Shethia" userId="47b3a058-8704-435c-a672-d87d78778a28" providerId="ADAL" clId="{11F1F5B0-91AD-4C9D-AB4F-65086B192639}" dt="2025-04-24T01:00:07.974" v="76" actId="26606"/>
        <pc:sldMkLst>
          <pc:docMk/>
          <pc:sldMk cId="1828748559" sldId="378"/>
        </pc:sldMkLst>
        <pc:spChg chg="mod">
          <ac:chgData name="Shikha Shethia" userId="47b3a058-8704-435c-a672-d87d78778a28" providerId="ADAL" clId="{11F1F5B0-91AD-4C9D-AB4F-65086B192639}" dt="2025-04-24T01:00:07.974" v="76" actId="26606"/>
          <ac:spMkLst>
            <pc:docMk/>
            <pc:sldMk cId="1828748559" sldId="378"/>
            <ac:spMk id="3" creationId="{C214F149-7B7A-1832-375F-486A7576785E}"/>
          </ac:spMkLst>
        </pc:spChg>
        <pc:spChg chg="mod">
          <ac:chgData name="Shikha Shethia" userId="47b3a058-8704-435c-a672-d87d78778a28" providerId="ADAL" clId="{11F1F5B0-91AD-4C9D-AB4F-65086B192639}" dt="2025-04-24T01:00:07.974" v="76" actId="26606"/>
          <ac:spMkLst>
            <pc:docMk/>
            <pc:sldMk cId="1828748559" sldId="378"/>
            <ac:spMk id="250885" creationId="{E3635AB3-6134-EF4F-954E-CDEA56CFB99B}"/>
          </ac:spMkLst>
        </pc:spChg>
        <pc:spChg chg="add del">
          <ac:chgData name="Shikha Shethia" userId="47b3a058-8704-435c-a672-d87d78778a28" providerId="ADAL" clId="{11F1F5B0-91AD-4C9D-AB4F-65086B192639}" dt="2025-04-24T01:00:01.192" v="73" actId="26606"/>
          <ac:spMkLst>
            <pc:docMk/>
            <pc:sldMk cId="1828748559" sldId="378"/>
            <ac:spMk id="250887" creationId="{52723366-C73B-4ED6-ADEF-29911C6BC55F}"/>
          </ac:spMkLst>
        </pc:spChg>
        <pc:spChg chg="add del">
          <ac:chgData name="Shikha Shethia" userId="47b3a058-8704-435c-a672-d87d78778a28" providerId="ADAL" clId="{11F1F5B0-91AD-4C9D-AB4F-65086B192639}" dt="2025-04-24T01:00:01.192" v="73" actId="26606"/>
          <ac:spMkLst>
            <pc:docMk/>
            <pc:sldMk cId="1828748559" sldId="378"/>
            <ac:spMk id="250888" creationId="{847A4152-8E41-4D1C-B88C-57C5C430A69E}"/>
          </ac:spMkLst>
        </pc:spChg>
        <pc:spChg chg="add del">
          <ac:chgData name="Shikha Shethia" userId="47b3a058-8704-435c-a672-d87d78778a28" providerId="ADAL" clId="{11F1F5B0-91AD-4C9D-AB4F-65086B192639}" dt="2025-04-24T01:00:01.192" v="73" actId="26606"/>
          <ac:spMkLst>
            <pc:docMk/>
            <pc:sldMk cId="1828748559" sldId="378"/>
            <ac:spMk id="250889" creationId="{999F76F5-72D4-4814-9169-8F535AEEB809}"/>
          </ac:spMkLst>
        </pc:spChg>
        <pc:spChg chg="add del">
          <ac:chgData name="Shikha Shethia" userId="47b3a058-8704-435c-a672-d87d78778a28" providerId="ADAL" clId="{11F1F5B0-91AD-4C9D-AB4F-65086B192639}" dt="2025-04-24T00:59:28.936" v="69"/>
          <ac:spMkLst>
            <pc:docMk/>
            <pc:sldMk cId="1828748559" sldId="378"/>
            <ac:spMk id="250890" creationId="{DAF1966E-FD40-4A4A-B61B-C4DF7FA05F06}"/>
          </ac:spMkLst>
        </pc:spChg>
        <pc:spChg chg="add del">
          <ac:chgData name="Shikha Shethia" userId="47b3a058-8704-435c-a672-d87d78778a28" providerId="ADAL" clId="{11F1F5B0-91AD-4C9D-AB4F-65086B192639}" dt="2025-04-24T01:00:01.192" v="73" actId="26606"/>
          <ac:spMkLst>
            <pc:docMk/>
            <pc:sldMk cId="1828748559" sldId="378"/>
            <ac:spMk id="250891" creationId="{C6202988-4466-42C5-B33A-AFABF051B4FE}"/>
          </ac:spMkLst>
        </pc:spChg>
        <pc:spChg chg="add del">
          <ac:chgData name="Shikha Shethia" userId="47b3a058-8704-435c-a672-d87d78778a28" providerId="ADAL" clId="{11F1F5B0-91AD-4C9D-AB4F-65086B192639}" dt="2025-04-24T00:59:28.936" v="69"/>
          <ac:spMkLst>
            <pc:docMk/>
            <pc:sldMk cId="1828748559" sldId="378"/>
            <ac:spMk id="250892" creationId="{047BFA19-D45E-416B-A404-7AF2F3F27017}"/>
          </ac:spMkLst>
        </pc:spChg>
        <pc:spChg chg="add del">
          <ac:chgData name="Shikha Shethia" userId="47b3a058-8704-435c-a672-d87d78778a28" providerId="ADAL" clId="{11F1F5B0-91AD-4C9D-AB4F-65086B192639}" dt="2025-04-24T01:00:07.912" v="75" actId="26606"/>
          <ac:spMkLst>
            <pc:docMk/>
            <pc:sldMk cId="1828748559" sldId="378"/>
            <ac:spMk id="250893" creationId="{29369C1F-C4A4-40B4-B6E0-2858C840F618}"/>
          </ac:spMkLst>
        </pc:spChg>
        <pc:spChg chg="add del">
          <ac:chgData name="Shikha Shethia" userId="47b3a058-8704-435c-a672-d87d78778a28" providerId="ADAL" clId="{11F1F5B0-91AD-4C9D-AB4F-65086B192639}" dt="2025-04-24T00:59:28.936" v="69"/>
          <ac:spMkLst>
            <pc:docMk/>
            <pc:sldMk cId="1828748559" sldId="378"/>
            <ac:spMk id="250894" creationId="{8E0105E7-23DB-4CF2-8258-FF47C7620F6E}"/>
          </ac:spMkLst>
        </pc:spChg>
        <pc:spChg chg="add del">
          <ac:chgData name="Shikha Shethia" userId="47b3a058-8704-435c-a672-d87d78778a28" providerId="ADAL" clId="{11F1F5B0-91AD-4C9D-AB4F-65086B192639}" dt="2025-04-24T00:59:28.936" v="69"/>
          <ac:spMkLst>
            <pc:docMk/>
            <pc:sldMk cId="1828748559" sldId="378"/>
            <ac:spMk id="250896" creationId="{074B4F7D-14B2-478B-8BF5-01E4E0C5D263}"/>
          </ac:spMkLst>
        </pc:spChg>
        <pc:spChg chg="add">
          <ac:chgData name="Shikha Shethia" userId="47b3a058-8704-435c-a672-d87d78778a28" providerId="ADAL" clId="{11F1F5B0-91AD-4C9D-AB4F-65086B192639}" dt="2025-04-24T01:00:07.974" v="76" actId="26606"/>
          <ac:spMkLst>
            <pc:docMk/>
            <pc:sldMk cId="1828748559" sldId="378"/>
            <ac:spMk id="250899" creationId="{B7328C2D-38F0-4C80-9EA5-A1AD0D6B2022}"/>
          </ac:spMkLst>
        </pc:spChg>
        <pc:grpChg chg="add">
          <ac:chgData name="Shikha Shethia" userId="47b3a058-8704-435c-a672-d87d78778a28" providerId="ADAL" clId="{11F1F5B0-91AD-4C9D-AB4F-65086B192639}" dt="2025-04-24T01:00:07.974" v="76" actId="26606"/>
          <ac:grpSpMkLst>
            <pc:docMk/>
            <pc:sldMk cId="1828748559" sldId="378"/>
            <ac:grpSpMk id="250900" creationId="{BD17E249-48D0-476B-A642-A5D58DD39A22}"/>
          </ac:grpSpMkLst>
        </pc:grpChg>
        <pc:picChg chg="add del">
          <ac:chgData name="Shikha Shethia" userId="47b3a058-8704-435c-a672-d87d78778a28" providerId="ADAL" clId="{11F1F5B0-91AD-4C9D-AB4F-65086B192639}" dt="2025-04-24T01:00:07.912" v="75" actId="26606"/>
          <ac:picMkLst>
            <pc:docMk/>
            <pc:sldMk cId="1828748559" sldId="378"/>
            <ac:picMk id="250895" creationId="{D2C6A0EE-D2D9-448F-B083-7DEEB674BA77}"/>
          </ac:picMkLst>
        </pc:picChg>
        <pc:cxnChg chg="add del">
          <ac:chgData name="Shikha Shethia" userId="47b3a058-8704-435c-a672-d87d78778a28" providerId="ADAL" clId="{11F1F5B0-91AD-4C9D-AB4F-65086B192639}" dt="2025-04-24T01:00:07.912" v="75" actId="26606"/>
          <ac:cxnSpMkLst>
            <pc:docMk/>
            <pc:sldMk cId="1828748559" sldId="378"/>
            <ac:cxnSpMk id="250897" creationId="{96DC9B3E-DC68-4FF2-9781-CB1E626F5526}"/>
          </ac:cxnSpMkLst>
        </pc:cxnChg>
        <pc:cxnChg chg="add">
          <ac:chgData name="Shikha Shethia" userId="47b3a058-8704-435c-a672-d87d78778a28" providerId="ADAL" clId="{11F1F5B0-91AD-4C9D-AB4F-65086B192639}" dt="2025-04-24T01:00:07.974" v="76" actId="26606"/>
          <ac:cxnSpMkLst>
            <pc:docMk/>
            <pc:sldMk cId="1828748559" sldId="378"/>
            <ac:cxnSpMk id="250898" creationId="{0B65B193-F600-4C1B-9DBF-09D94CDB08D8}"/>
          </ac:cxnSpMkLst>
        </pc:cxnChg>
      </pc:sldChg>
      <pc:sldChg chg="add del">
        <pc:chgData name="Shikha Shethia" userId="47b3a058-8704-435c-a672-d87d78778a28" providerId="ADAL" clId="{11F1F5B0-91AD-4C9D-AB4F-65086B192639}" dt="2025-04-24T01:09:31.851" v="166"/>
        <pc:sldMkLst>
          <pc:docMk/>
          <pc:sldMk cId="222482269" sldId="379"/>
        </pc:sldMkLst>
      </pc:sldChg>
      <pc:sldChg chg="delSp add del setBg delDesignElem">
        <pc:chgData name="Shikha Shethia" userId="47b3a058-8704-435c-a672-d87d78778a28" providerId="ADAL" clId="{11F1F5B0-91AD-4C9D-AB4F-65086B192639}" dt="2025-04-24T00:59:01.610" v="65" actId="47"/>
        <pc:sldMkLst>
          <pc:docMk/>
          <pc:sldMk cId="969734942" sldId="379"/>
        </pc:sldMkLst>
        <pc:spChg chg="del">
          <ac:chgData name="Shikha Shethia" userId="47b3a058-8704-435c-a672-d87d78778a28" providerId="ADAL" clId="{11F1F5B0-91AD-4C9D-AB4F-65086B192639}" dt="2025-04-24T00:58:22.519" v="62"/>
          <ac:spMkLst>
            <pc:docMk/>
            <pc:sldMk cId="969734942" sldId="379"/>
            <ac:spMk id="250890" creationId="{DCA745D7-328B-7477-0957-26F9AD743CB2}"/>
          </ac:spMkLst>
        </pc:spChg>
        <pc:spChg chg="del">
          <ac:chgData name="Shikha Shethia" userId="47b3a058-8704-435c-a672-d87d78778a28" providerId="ADAL" clId="{11F1F5B0-91AD-4C9D-AB4F-65086B192639}" dt="2025-04-24T00:58:22.519" v="62"/>
          <ac:spMkLst>
            <pc:docMk/>
            <pc:sldMk cId="969734942" sldId="379"/>
            <ac:spMk id="250892" creationId="{C21C638F-0FA8-0861-7F58-7A6984CBA053}"/>
          </ac:spMkLst>
        </pc:spChg>
        <pc:spChg chg="del">
          <ac:chgData name="Shikha Shethia" userId="47b3a058-8704-435c-a672-d87d78778a28" providerId="ADAL" clId="{11F1F5B0-91AD-4C9D-AB4F-65086B192639}" dt="2025-04-24T00:58:22.519" v="62"/>
          <ac:spMkLst>
            <pc:docMk/>
            <pc:sldMk cId="969734942" sldId="379"/>
            <ac:spMk id="250894" creationId="{DD8E4683-00E1-E49F-C127-EF2DA927FD95}"/>
          </ac:spMkLst>
        </pc:spChg>
        <pc:spChg chg="del">
          <ac:chgData name="Shikha Shethia" userId="47b3a058-8704-435c-a672-d87d78778a28" providerId="ADAL" clId="{11F1F5B0-91AD-4C9D-AB4F-65086B192639}" dt="2025-04-24T00:58:22.519" v="62"/>
          <ac:spMkLst>
            <pc:docMk/>
            <pc:sldMk cId="969734942" sldId="379"/>
            <ac:spMk id="250896" creationId="{4B2DDE23-2943-F268-6605-AB1DEE31F4BB}"/>
          </ac:spMkLst>
        </pc:spChg>
      </pc:sldChg>
      <pc:sldChg chg="addSp delSp modSp add mod setBg">
        <pc:chgData name="Shikha Shethia" userId="47b3a058-8704-435c-a672-d87d78778a28" providerId="ADAL" clId="{11F1F5B0-91AD-4C9D-AB4F-65086B192639}" dt="2025-04-24T02:41:43.219" v="1166" actId="1076"/>
        <pc:sldMkLst>
          <pc:docMk/>
          <pc:sldMk cId="2814275081" sldId="379"/>
        </pc:sldMkLst>
        <pc:spChg chg="mod">
          <ac:chgData name="Shikha Shethia" userId="47b3a058-8704-435c-a672-d87d78778a28" providerId="ADAL" clId="{11F1F5B0-91AD-4C9D-AB4F-65086B192639}" dt="2025-04-24T02:38:51.536" v="1155" actId="26606"/>
          <ac:spMkLst>
            <pc:docMk/>
            <pc:sldMk cId="2814275081" sldId="379"/>
            <ac:spMk id="2" creationId="{F1E8D3D8-348C-5708-7A00-1120851D1E60}"/>
          </ac:spMkLst>
        </pc:spChg>
        <pc:spChg chg="add del mod">
          <ac:chgData name="Shikha Shethia" userId="47b3a058-8704-435c-a672-d87d78778a28" providerId="ADAL" clId="{11F1F5B0-91AD-4C9D-AB4F-65086B192639}" dt="2025-04-24T02:38:51.536" v="1155" actId="26606"/>
          <ac:spMkLst>
            <pc:docMk/>
            <pc:sldMk cId="2814275081" sldId="379"/>
            <ac:spMk id="3" creationId="{CB34EAA4-46CE-537D-0303-EA25F4C4352D}"/>
          </ac:spMkLst>
        </pc:spChg>
        <pc:spChg chg="add mod">
          <ac:chgData name="Shikha Shethia" userId="47b3a058-8704-435c-a672-d87d78778a28" providerId="ADAL" clId="{11F1F5B0-91AD-4C9D-AB4F-65086B192639}" dt="2025-04-24T02:41:43.219" v="1166" actId="1076"/>
          <ac:spMkLst>
            <pc:docMk/>
            <pc:sldMk cId="2814275081" sldId="379"/>
            <ac:spMk id="4" creationId="{17750CDC-A24D-4270-3EEB-0F134E024EE2}"/>
          </ac:spMkLst>
        </pc:spChg>
        <pc:spChg chg="add del">
          <ac:chgData name="Shikha Shethia" userId="47b3a058-8704-435c-a672-d87d78778a28" providerId="ADAL" clId="{11F1F5B0-91AD-4C9D-AB4F-65086B192639}" dt="2025-04-24T02:38:44.954" v="1148" actId="26606"/>
          <ac:spMkLst>
            <pc:docMk/>
            <pc:sldMk cId="2814275081" sldId="379"/>
            <ac:spMk id="8" creationId="{52BE4420-3B5F-4549-8B4A-77855B8215EC}"/>
          </ac:spMkLst>
        </pc:spChg>
        <pc:spChg chg="add del">
          <ac:chgData name="Shikha Shethia" userId="47b3a058-8704-435c-a672-d87d78778a28" providerId="ADAL" clId="{11F1F5B0-91AD-4C9D-AB4F-65086B192639}" dt="2025-04-24T02:36:34.310" v="1133" actId="26606"/>
          <ac:spMkLst>
            <pc:docMk/>
            <pc:sldMk cId="2814275081" sldId="379"/>
            <ac:spMk id="9" creationId="{52BE4420-3B5F-4549-8B4A-77855B8215EC}"/>
          </ac:spMkLst>
        </pc:spChg>
        <pc:spChg chg="add del">
          <ac:chgData name="Shikha Shethia" userId="47b3a058-8704-435c-a672-d87d78778a28" providerId="ADAL" clId="{11F1F5B0-91AD-4C9D-AB4F-65086B192639}" dt="2025-04-24T02:38:44.954" v="1148" actId="26606"/>
          <ac:spMkLst>
            <pc:docMk/>
            <pc:sldMk cId="2814275081" sldId="379"/>
            <ac:spMk id="10" creationId="{A75876F6-95D4-48CB-8E3E-4401A96E25A4}"/>
          </ac:spMkLst>
        </pc:spChg>
        <pc:spChg chg="add del">
          <ac:chgData name="Shikha Shethia" userId="47b3a058-8704-435c-a672-d87d78778a28" providerId="ADAL" clId="{11F1F5B0-91AD-4C9D-AB4F-65086B192639}" dt="2025-04-24T02:36:34.310" v="1133" actId="26606"/>
          <ac:spMkLst>
            <pc:docMk/>
            <pc:sldMk cId="2814275081" sldId="379"/>
            <ac:spMk id="11" creationId="{A75876F6-95D4-48CB-8E3E-4401A96E25A4}"/>
          </ac:spMkLst>
        </pc:spChg>
        <pc:spChg chg="add del">
          <ac:chgData name="Shikha Shethia" userId="47b3a058-8704-435c-a672-d87d78778a28" providerId="ADAL" clId="{11F1F5B0-91AD-4C9D-AB4F-65086B192639}" dt="2025-04-24T02:38:44.954" v="1148" actId="26606"/>
          <ac:spMkLst>
            <pc:docMk/>
            <pc:sldMk cId="2814275081" sldId="379"/>
            <ac:spMk id="12" creationId="{D1B84719-90BB-4D0C-92D8-61DC5512B34B}"/>
          </ac:spMkLst>
        </pc:spChg>
        <pc:spChg chg="add del">
          <ac:chgData name="Shikha Shethia" userId="47b3a058-8704-435c-a672-d87d78778a28" providerId="ADAL" clId="{11F1F5B0-91AD-4C9D-AB4F-65086B192639}" dt="2025-04-24T02:36:34.310" v="1133" actId="26606"/>
          <ac:spMkLst>
            <pc:docMk/>
            <pc:sldMk cId="2814275081" sldId="379"/>
            <ac:spMk id="13" creationId="{D1B84719-90BB-4D0C-92D8-61DC5512B34B}"/>
          </ac:spMkLst>
        </pc:spChg>
        <pc:spChg chg="add del">
          <ac:chgData name="Shikha Shethia" userId="47b3a058-8704-435c-a672-d87d78778a28" providerId="ADAL" clId="{11F1F5B0-91AD-4C9D-AB4F-65086B192639}" dt="2025-04-24T02:38:44.954" v="1148" actId="26606"/>
          <ac:spMkLst>
            <pc:docMk/>
            <pc:sldMk cId="2814275081" sldId="379"/>
            <ac:spMk id="14" creationId="{7B407EC4-5D16-4845-9840-4E28622B6568}"/>
          </ac:spMkLst>
        </pc:spChg>
        <pc:spChg chg="add del">
          <ac:chgData name="Shikha Shethia" userId="47b3a058-8704-435c-a672-d87d78778a28" providerId="ADAL" clId="{11F1F5B0-91AD-4C9D-AB4F-65086B192639}" dt="2025-04-24T02:36:34.310" v="1133" actId="26606"/>
          <ac:spMkLst>
            <pc:docMk/>
            <pc:sldMk cId="2814275081" sldId="379"/>
            <ac:spMk id="15" creationId="{7B407EC4-5D16-4845-9840-4E28622B6568}"/>
          </ac:spMkLst>
        </pc:spChg>
        <pc:spChg chg="add del">
          <ac:chgData name="Shikha Shethia" userId="47b3a058-8704-435c-a672-d87d78778a28" providerId="ADAL" clId="{11F1F5B0-91AD-4C9D-AB4F-65086B192639}" dt="2025-04-24T02:38:47.663" v="1152" actId="26606"/>
          <ac:spMkLst>
            <pc:docMk/>
            <pc:sldMk cId="2814275081" sldId="379"/>
            <ac:spMk id="20" creationId="{52BE4420-3B5F-4549-8B4A-77855B8215EC}"/>
          </ac:spMkLst>
        </pc:spChg>
        <pc:spChg chg="add del">
          <ac:chgData name="Shikha Shethia" userId="47b3a058-8704-435c-a672-d87d78778a28" providerId="ADAL" clId="{11F1F5B0-91AD-4C9D-AB4F-65086B192639}" dt="2025-04-24T02:38:47.663" v="1152" actId="26606"/>
          <ac:spMkLst>
            <pc:docMk/>
            <pc:sldMk cId="2814275081" sldId="379"/>
            <ac:spMk id="21" creationId="{A75876F6-95D4-48CB-8E3E-4401A96E25A4}"/>
          </ac:spMkLst>
        </pc:spChg>
        <pc:spChg chg="add del">
          <ac:chgData name="Shikha Shethia" userId="47b3a058-8704-435c-a672-d87d78778a28" providerId="ADAL" clId="{11F1F5B0-91AD-4C9D-AB4F-65086B192639}" dt="2025-04-24T02:38:47.663" v="1152" actId="26606"/>
          <ac:spMkLst>
            <pc:docMk/>
            <pc:sldMk cId="2814275081" sldId="379"/>
            <ac:spMk id="22" creationId="{D1B84719-90BB-4D0C-92D8-61DC5512B34B}"/>
          </ac:spMkLst>
        </pc:spChg>
        <pc:spChg chg="add del">
          <ac:chgData name="Shikha Shethia" userId="47b3a058-8704-435c-a672-d87d78778a28" providerId="ADAL" clId="{11F1F5B0-91AD-4C9D-AB4F-65086B192639}" dt="2025-04-24T02:38:47.663" v="1152" actId="26606"/>
          <ac:spMkLst>
            <pc:docMk/>
            <pc:sldMk cId="2814275081" sldId="379"/>
            <ac:spMk id="23" creationId="{7B407EC4-5D16-4845-9840-4E28622B6568}"/>
          </ac:spMkLst>
        </pc:spChg>
        <pc:grpChg chg="add del">
          <ac:chgData name="Shikha Shethia" userId="47b3a058-8704-435c-a672-d87d78778a28" providerId="ADAL" clId="{11F1F5B0-91AD-4C9D-AB4F-65086B192639}" dt="2025-04-24T02:38:51.485" v="1154" actId="26606"/>
          <ac:grpSpMkLst>
            <pc:docMk/>
            <pc:sldMk cId="2814275081" sldId="379"/>
            <ac:grpSpMk id="26" creationId="{E7DEDD00-5E71-418B-9C3C-9B71B018221A}"/>
          </ac:grpSpMkLst>
        </pc:grpChg>
        <pc:grpChg chg="add">
          <ac:chgData name="Shikha Shethia" userId="47b3a058-8704-435c-a672-d87d78778a28" providerId="ADAL" clId="{11F1F5B0-91AD-4C9D-AB4F-65086B192639}" dt="2025-04-24T02:38:51.536" v="1155" actId="26606"/>
          <ac:grpSpMkLst>
            <pc:docMk/>
            <pc:sldMk cId="2814275081" sldId="379"/>
            <ac:grpSpMk id="33" creationId="{E7DEDD00-5E71-418B-9C3C-9B71B018221A}"/>
          </ac:grpSpMkLst>
        </pc:grpChg>
        <pc:graphicFrameChg chg="add del">
          <ac:chgData name="Shikha Shethia" userId="47b3a058-8704-435c-a672-d87d78778a28" providerId="ADAL" clId="{11F1F5B0-91AD-4C9D-AB4F-65086B192639}" dt="2025-04-24T02:36:34.310" v="1133" actId="26606"/>
          <ac:graphicFrameMkLst>
            <pc:docMk/>
            <pc:sldMk cId="2814275081" sldId="379"/>
            <ac:graphicFrameMk id="5" creationId="{92F4980B-1726-9CE3-9D4C-3B7AF63C7D1A}"/>
          </ac:graphicFrameMkLst>
        </pc:graphicFrameChg>
        <pc:graphicFrameChg chg="add del">
          <ac:chgData name="Shikha Shethia" userId="47b3a058-8704-435c-a672-d87d78778a28" providerId="ADAL" clId="{11F1F5B0-91AD-4C9D-AB4F-65086B192639}" dt="2025-04-24T02:38:41.582" v="1146" actId="26606"/>
          <ac:graphicFrameMkLst>
            <pc:docMk/>
            <pc:sldMk cId="2814275081" sldId="379"/>
            <ac:graphicFrameMk id="6" creationId="{FF4B0057-EC65-EE8E-FCCD-945E5774EB44}"/>
          </ac:graphicFrameMkLst>
        </pc:graphicFrameChg>
        <pc:graphicFrameChg chg="add del">
          <ac:chgData name="Shikha Shethia" userId="47b3a058-8704-435c-a672-d87d78778a28" providerId="ADAL" clId="{11F1F5B0-91AD-4C9D-AB4F-65086B192639}" dt="2025-04-24T02:38:44.954" v="1148" actId="26606"/>
          <ac:graphicFrameMkLst>
            <pc:docMk/>
            <pc:sldMk cId="2814275081" sldId="379"/>
            <ac:graphicFrameMk id="16" creationId="{5E822DAE-5D2E-2CAA-6382-8BD27D76E402}"/>
          </ac:graphicFrameMkLst>
        </pc:graphicFrameChg>
        <pc:graphicFrameChg chg="add del">
          <ac:chgData name="Shikha Shethia" userId="47b3a058-8704-435c-a672-d87d78778a28" providerId="ADAL" clId="{11F1F5B0-91AD-4C9D-AB4F-65086B192639}" dt="2025-04-24T02:37:04.822" v="1135" actId="26606"/>
          <ac:graphicFrameMkLst>
            <pc:docMk/>
            <pc:sldMk cId="2814275081" sldId="379"/>
            <ac:graphicFrameMk id="17" creationId="{2DF463E8-3AB3-C9CD-194C-0C7A704BADCD}"/>
          </ac:graphicFrameMkLst>
        </pc:graphicFrameChg>
        <pc:graphicFrameChg chg="add del">
          <ac:chgData name="Shikha Shethia" userId="47b3a058-8704-435c-a672-d87d78778a28" providerId="ADAL" clId="{11F1F5B0-91AD-4C9D-AB4F-65086B192639}" dt="2025-04-24T02:38:45.741" v="1150" actId="26606"/>
          <ac:graphicFrameMkLst>
            <pc:docMk/>
            <pc:sldMk cId="2814275081" sldId="379"/>
            <ac:graphicFrameMk id="18" creationId="{FF4B0057-EC65-EE8E-FCCD-945E5774EB44}"/>
          </ac:graphicFrameMkLst>
        </pc:graphicFrameChg>
        <pc:graphicFrameChg chg="add del">
          <ac:chgData name="Shikha Shethia" userId="47b3a058-8704-435c-a672-d87d78778a28" providerId="ADAL" clId="{11F1F5B0-91AD-4C9D-AB4F-65086B192639}" dt="2025-04-24T02:38:47.663" v="1152" actId="26606"/>
          <ac:graphicFrameMkLst>
            <pc:docMk/>
            <pc:sldMk cId="2814275081" sldId="379"/>
            <ac:graphicFrameMk id="24" creationId="{5E822DAE-5D2E-2CAA-6382-8BD27D76E402}"/>
          </ac:graphicFrameMkLst>
        </pc:graphicFrameChg>
        <pc:graphicFrameChg chg="add del">
          <ac:chgData name="Shikha Shethia" userId="47b3a058-8704-435c-a672-d87d78778a28" providerId="ADAL" clId="{11F1F5B0-91AD-4C9D-AB4F-65086B192639}" dt="2025-04-24T02:38:51.485" v="1154" actId="26606"/>
          <ac:graphicFrameMkLst>
            <pc:docMk/>
            <pc:sldMk cId="2814275081" sldId="379"/>
            <ac:graphicFrameMk id="31" creationId="{9E815816-C840-809A-C12C-140DF2882BAF}"/>
          </ac:graphicFrameMkLst>
        </pc:graphicFrameChg>
        <pc:graphicFrameChg chg="add">
          <ac:chgData name="Shikha Shethia" userId="47b3a058-8704-435c-a672-d87d78778a28" providerId="ADAL" clId="{11F1F5B0-91AD-4C9D-AB4F-65086B192639}" dt="2025-04-24T02:38:51.536" v="1155" actId="26606"/>
          <ac:graphicFrameMkLst>
            <pc:docMk/>
            <pc:sldMk cId="2814275081" sldId="379"/>
            <ac:graphicFrameMk id="38" creationId="{741360E3-AF14-FFB7-64C7-D1A5D89946FA}"/>
          </ac:graphicFrameMkLst>
        </pc:graphicFrameChg>
      </pc:sldChg>
      <pc:sldChg chg="delSp add del setBg delDesignElem">
        <pc:chgData name="Shikha Shethia" userId="47b3a058-8704-435c-a672-d87d78778a28" providerId="ADAL" clId="{11F1F5B0-91AD-4C9D-AB4F-65086B192639}" dt="2025-04-24T00:59:13.376" v="66" actId="47"/>
        <pc:sldMkLst>
          <pc:docMk/>
          <pc:sldMk cId="470207511" sldId="380"/>
        </pc:sldMkLst>
        <pc:spChg chg="del">
          <ac:chgData name="Shikha Shethia" userId="47b3a058-8704-435c-a672-d87d78778a28" providerId="ADAL" clId="{11F1F5B0-91AD-4C9D-AB4F-65086B192639}" dt="2025-04-24T00:58:58.669" v="64"/>
          <ac:spMkLst>
            <pc:docMk/>
            <pc:sldMk cId="470207511" sldId="380"/>
            <ac:spMk id="250890" creationId="{5BC10BF8-14E7-F527-02D9-A026FA0427D4}"/>
          </ac:spMkLst>
        </pc:spChg>
        <pc:spChg chg="del">
          <ac:chgData name="Shikha Shethia" userId="47b3a058-8704-435c-a672-d87d78778a28" providerId="ADAL" clId="{11F1F5B0-91AD-4C9D-AB4F-65086B192639}" dt="2025-04-24T00:58:58.669" v="64"/>
          <ac:spMkLst>
            <pc:docMk/>
            <pc:sldMk cId="470207511" sldId="380"/>
            <ac:spMk id="250892" creationId="{E38E5424-CFD1-D4F0-36E0-624FB9F2C737}"/>
          </ac:spMkLst>
        </pc:spChg>
        <pc:spChg chg="del">
          <ac:chgData name="Shikha Shethia" userId="47b3a058-8704-435c-a672-d87d78778a28" providerId="ADAL" clId="{11F1F5B0-91AD-4C9D-AB4F-65086B192639}" dt="2025-04-24T00:58:58.669" v="64"/>
          <ac:spMkLst>
            <pc:docMk/>
            <pc:sldMk cId="470207511" sldId="380"/>
            <ac:spMk id="250894" creationId="{CAC3D203-FF5F-0314-98C7-48764DB559FD}"/>
          </ac:spMkLst>
        </pc:spChg>
        <pc:spChg chg="del">
          <ac:chgData name="Shikha Shethia" userId="47b3a058-8704-435c-a672-d87d78778a28" providerId="ADAL" clId="{11F1F5B0-91AD-4C9D-AB4F-65086B192639}" dt="2025-04-24T00:58:58.669" v="64"/>
          <ac:spMkLst>
            <pc:docMk/>
            <pc:sldMk cId="470207511" sldId="380"/>
            <ac:spMk id="250896" creationId="{F716FD44-29CF-14A6-3FFF-6338F2E548D8}"/>
          </ac:spMkLst>
        </pc:spChg>
      </pc:sldChg>
      <pc:sldChg chg="modSp add mod ord">
        <pc:chgData name="Shikha Shethia" userId="47b3a058-8704-435c-a672-d87d78778a28" providerId="ADAL" clId="{11F1F5B0-91AD-4C9D-AB4F-65086B192639}" dt="2025-04-24T02:55:11.770" v="1350" actId="20577"/>
        <pc:sldMkLst>
          <pc:docMk/>
          <pc:sldMk cId="2667994426" sldId="380"/>
        </pc:sldMkLst>
        <pc:spChg chg="mod">
          <ac:chgData name="Shikha Shethia" userId="47b3a058-8704-435c-a672-d87d78778a28" providerId="ADAL" clId="{11F1F5B0-91AD-4C9D-AB4F-65086B192639}" dt="2025-04-24T02:42:20.897" v="1207" actId="20577"/>
          <ac:spMkLst>
            <pc:docMk/>
            <pc:sldMk cId="2667994426" sldId="380"/>
            <ac:spMk id="2" creationId="{84728BAD-A64D-A3F1-7FDC-706746E4EE5B}"/>
          </ac:spMkLst>
        </pc:spChg>
        <pc:spChg chg="mod">
          <ac:chgData name="Shikha Shethia" userId="47b3a058-8704-435c-a672-d87d78778a28" providerId="ADAL" clId="{11F1F5B0-91AD-4C9D-AB4F-65086B192639}" dt="2025-04-24T02:55:11.770" v="1350" actId="20577"/>
          <ac:spMkLst>
            <pc:docMk/>
            <pc:sldMk cId="2667994426" sldId="380"/>
            <ac:spMk id="3" creationId="{55E3EA76-AE6C-DBEB-B373-30FB5DA27413}"/>
          </ac:spMkLst>
        </pc:spChg>
      </pc:sldChg>
      <pc:sldChg chg="modSp add del mod">
        <pc:chgData name="Shikha Shethia" userId="47b3a058-8704-435c-a672-d87d78778a28" providerId="ADAL" clId="{11F1F5B0-91AD-4C9D-AB4F-65086B192639}" dt="2025-04-24T03:13:01.911" v="1360" actId="47"/>
        <pc:sldMkLst>
          <pc:docMk/>
          <pc:sldMk cId="1333996838" sldId="381"/>
        </pc:sldMkLst>
        <pc:spChg chg="mod">
          <ac:chgData name="Shikha Shethia" userId="47b3a058-8704-435c-a672-d87d78778a28" providerId="ADAL" clId="{11F1F5B0-91AD-4C9D-AB4F-65086B192639}" dt="2025-04-24T03:04:06.369" v="1352" actId="6549"/>
          <ac:spMkLst>
            <pc:docMk/>
            <pc:sldMk cId="1333996838" sldId="381"/>
            <ac:spMk id="2" creationId="{E0D5A170-C2EF-DB23-B8F5-634ED93BA1F4}"/>
          </ac:spMkLst>
        </pc:spChg>
      </pc:sldChg>
      <pc:sldChg chg="addSp delSp modSp add mod ord setBg delDesignElem">
        <pc:chgData name="Shikha Shethia" userId="47b3a058-8704-435c-a672-d87d78778a28" providerId="ADAL" clId="{11F1F5B0-91AD-4C9D-AB4F-65086B192639}" dt="2025-04-24T03:13:14.031" v="1363" actId="1076"/>
        <pc:sldMkLst>
          <pc:docMk/>
          <pc:sldMk cId="2931813765" sldId="382"/>
        </pc:sldMkLst>
        <pc:spChg chg="del mod">
          <ac:chgData name="Shikha Shethia" userId="47b3a058-8704-435c-a672-d87d78778a28" providerId="ADAL" clId="{11F1F5B0-91AD-4C9D-AB4F-65086B192639}" dt="2025-04-24T03:12:50.676" v="1359" actId="478"/>
          <ac:spMkLst>
            <pc:docMk/>
            <pc:sldMk cId="2931813765" sldId="382"/>
            <ac:spMk id="4" creationId="{00B95B7B-3151-4730-422F-F2C19783B2EF}"/>
          </ac:spMkLst>
        </pc:spChg>
        <pc:spChg chg="add mod">
          <ac:chgData name="Shikha Shethia" userId="47b3a058-8704-435c-a672-d87d78778a28" providerId="ADAL" clId="{11F1F5B0-91AD-4C9D-AB4F-65086B192639}" dt="2025-04-24T03:13:14.031" v="1363" actId="1076"/>
          <ac:spMkLst>
            <pc:docMk/>
            <pc:sldMk cId="2931813765" sldId="382"/>
            <ac:spMk id="5" creationId="{1D8FF6D1-DF5E-DF80-390E-C834E985B8D7}"/>
          </ac:spMkLst>
        </pc:spChg>
        <pc:grpChg chg="del">
          <ac:chgData name="Shikha Shethia" userId="47b3a058-8704-435c-a672-d87d78778a28" providerId="ADAL" clId="{11F1F5B0-91AD-4C9D-AB4F-65086B192639}" dt="2025-04-24T03:12:30.347" v="1354"/>
          <ac:grpSpMkLst>
            <pc:docMk/>
            <pc:sldMk cId="2931813765" sldId="382"/>
            <ac:grpSpMk id="33" creationId="{D7CEEFAA-20AF-57C5-8438-9A752967006F}"/>
          </ac:grpSpMkLst>
        </pc:grpChg>
        <pc:graphicFrameChg chg="del">
          <ac:chgData name="Shikha Shethia" userId="47b3a058-8704-435c-a672-d87d78778a28" providerId="ADAL" clId="{11F1F5B0-91AD-4C9D-AB4F-65086B192639}" dt="2025-04-24T03:12:47.603" v="1357" actId="478"/>
          <ac:graphicFrameMkLst>
            <pc:docMk/>
            <pc:sldMk cId="2931813765" sldId="382"/>
            <ac:graphicFrameMk id="38" creationId="{07DDD969-76F7-953A-7FC7-4BE680F9D36B}"/>
          </ac:graphicFrameMkLst>
        </pc:graphicFrameChg>
      </pc:sldChg>
      <pc:sldChg chg="modSp add mod">
        <pc:chgData name="Shikha Shethia" userId="47b3a058-8704-435c-a672-d87d78778a28" providerId="ADAL" clId="{11F1F5B0-91AD-4C9D-AB4F-65086B192639}" dt="2025-04-24T05:04:37.674" v="1942" actId="20577"/>
        <pc:sldMkLst>
          <pc:docMk/>
          <pc:sldMk cId="1241918194" sldId="383"/>
        </pc:sldMkLst>
        <pc:spChg chg="mod">
          <ac:chgData name="Shikha Shethia" userId="47b3a058-8704-435c-a672-d87d78778a28" providerId="ADAL" clId="{11F1F5B0-91AD-4C9D-AB4F-65086B192639}" dt="2025-04-24T05:04:37.674" v="1942" actId="20577"/>
          <ac:spMkLst>
            <pc:docMk/>
            <pc:sldMk cId="1241918194" sldId="383"/>
            <ac:spMk id="3" creationId="{49321AF9-6DEB-143D-4CB1-4F21FCD9A633}"/>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image" Target="../media/image17.jpeg"/><Relationship Id="rId5" Type="http://schemas.openxmlformats.org/officeDocument/2006/relationships/image" Target="../media/image21.jpeg"/><Relationship Id="rId4" Type="http://schemas.openxmlformats.org/officeDocument/2006/relationships/image" Target="../media/image20.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image" Target="../media/image17.jpeg"/><Relationship Id="rId5" Type="http://schemas.openxmlformats.org/officeDocument/2006/relationships/image" Target="../media/image21.jpeg"/><Relationship Id="rId4" Type="http://schemas.openxmlformats.org/officeDocument/2006/relationships/image" Target="../media/image20.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E4DABD6-9928-4FEF-8C90-9BA2E711B042}" type="doc">
      <dgm:prSet loTypeId="urn:microsoft.com/office/officeart/2005/8/layout/vList3#1" loCatId="list" qsTypeId="urn:microsoft.com/office/officeart/2005/8/quickstyle/simple1" qsCatId="simple" csTypeId="urn:microsoft.com/office/officeart/2005/8/colors/accent1_2" csCatId="accent1" phldr="1"/>
      <dgm:spPr/>
    </dgm:pt>
    <dgm:pt modelId="{39BE8969-4B68-4749-9A45-A2511F2AF1FC}">
      <dgm:prSet phldrT="[Text]"/>
      <dgm:spPr/>
      <dgm:t>
        <a:bodyPr/>
        <a:lstStyle/>
        <a:p>
          <a:pPr algn="r"/>
          <a:r>
            <a:rPr lang="en-NZ" dirty="0"/>
            <a:t>Things that </a:t>
          </a:r>
          <a:r>
            <a:rPr lang="en-NZ" dirty="0" smtClean="0"/>
            <a:t>initiate a process</a:t>
          </a:r>
          <a:endParaRPr lang="en-NZ" dirty="0"/>
        </a:p>
      </dgm:t>
    </dgm:pt>
    <dgm:pt modelId="{C735FC01-C475-4240-841C-B4AF67C6678F}" type="parTrans" cxnId="{EE46D5AD-AC8B-46F8-B450-17AC922F7D05}">
      <dgm:prSet/>
      <dgm:spPr/>
      <dgm:t>
        <a:bodyPr/>
        <a:lstStyle/>
        <a:p>
          <a:endParaRPr lang="en-NZ"/>
        </a:p>
      </dgm:t>
    </dgm:pt>
    <dgm:pt modelId="{DD5F7280-FBBB-4B92-9D3F-3D1E78AFC036}" type="sibTrans" cxnId="{EE46D5AD-AC8B-46F8-B450-17AC922F7D05}">
      <dgm:prSet/>
      <dgm:spPr/>
      <dgm:t>
        <a:bodyPr/>
        <a:lstStyle/>
        <a:p>
          <a:endParaRPr lang="en-NZ"/>
        </a:p>
      </dgm:t>
    </dgm:pt>
    <dgm:pt modelId="{3809E975-92AE-498C-8F9C-476800955C55}">
      <dgm:prSet phldrT="[Text]"/>
      <dgm:spPr/>
      <dgm:t>
        <a:bodyPr/>
        <a:lstStyle/>
        <a:p>
          <a:pPr algn="r"/>
          <a:r>
            <a:rPr lang="en-NZ" dirty="0"/>
            <a:t>A unit of work, time consuming, resource-demanding</a:t>
          </a:r>
        </a:p>
      </dgm:t>
    </dgm:pt>
    <dgm:pt modelId="{4AE398F4-00BF-4976-83B7-7437B2A168B8}" type="parTrans" cxnId="{795FFEF0-1196-4920-BC91-0B7E0997A3AE}">
      <dgm:prSet/>
      <dgm:spPr/>
      <dgm:t>
        <a:bodyPr/>
        <a:lstStyle/>
        <a:p>
          <a:endParaRPr lang="en-NZ"/>
        </a:p>
      </dgm:t>
    </dgm:pt>
    <dgm:pt modelId="{86AD8509-CB14-427B-A26E-53F5935F764E}" type="sibTrans" cxnId="{795FFEF0-1196-4920-BC91-0B7E0997A3AE}">
      <dgm:prSet/>
      <dgm:spPr/>
      <dgm:t>
        <a:bodyPr/>
        <a:lstStyle/>
        <a:p>
          <a:endParaRPr lang="en-NZ"/>
        </a:p>
      </dgm:t>
    </dgm:pt>
    <dgm:pt modelId="{7507BC48-D999-4831-8188-8A49A0C1129C}">
      <dgm:prSet phldrT="[Text]"/>
      <dgm:spPr/>
      <dgm:t>
        <a:bodyPr/>
        <a:lstStyle/>
        <a:p>
          <a:pPr algn="r"/>
          <a:r>
            <a:rPr lang="en-NZ" dirty="0"/>
            <a:t>Points in time when a decision is made that affects the way the process is executed</a:t>
          </a:r>
        </a:p>
      </dgm:t>
    </dgm:pt>
    <dgm:pt modelId="{D1957B16-C788-420C-9729-47896BE9E77E}" type="parTrans" cxnId="{5FECCCD7-EF9B-4453-9778-27D46C3DE3D5}">
      <dgm:prSet/>
      <dgm:spPr/>
      <dgm:t>
        <a:bodyPr/>
        <a:lstStyle/>
        <a:p>
          <a:endParaRPr lang="en-NZ"/>
        </a:p>
      </dgm:t>
    </dgm:pt>
    <dgm:pt modelId="{6A888A46-CDC9-49D1-BF1A-951A8B33ECCE}" type="sibTrans" cxnId="{5FECCCD7-EF9B-4453-9778-27D46C3DE3D5}">
      <dgm:prSet/>
      <dgm:spPr/>
      <dgm:t>
        <a:bodyPr/>
        <a:lstStyle/>
        <a:p>
          <a:endParaRPr lang="en-NZ"/>
        </a:p>
      </dgm:t>
    </dgm:pt>
    <dgm:pt modelId="{67C0CA28-C797-4CF3-8FE8-8B0940596074}">
      <dgm:prSet phldrT="[Text]"/>
      <dgm:spPr/>
      <dgm:t>
        <a:bodyPr/>
        <a:lstStyle/>
        <a:p>
          <a:pPr algn="r"/>
          <a:r>
            <a:rPr lang="en-NZ" dirty="0"/>
            <a:t>Internal or external actors; can be humans or systems</a:t>
          </a:r>
        </a:p>
      </dgm:t>
    </dgm:pt>
    <dgm:pt modelId="{A2426A2C-A75B-4154-935D-2AC63C425785}" type="parTrans" cxnId="{2729B81A-51EB-43DE-8AEC-9125D1AD5CAF}">
      <dgm:prSet/>
      <dgm:spPr/>
      <dgm:t>
        <a:bodyPr/>
        <a:lstStyle/>
        <a:p>
          <a:endParaRPr lang="en-NZ"/>
        </a:p>
      </dgm:t>
    </dgm:pt>
    <dgm:pt modelId="{9B142385-0582-4DAF-A91D-63557E1502EB}" type="sibTrans" cxnId="{2729B81A-51EB-43DE-8AEC-9125D1AD5CAF}">
      <dgm:prSet/>
      <dgm:spPr/>
      <dgm:t>
        <a:bodyPr/>
        <a:lstStyle/>
        <a:p>
          <a:endParaRPr lang="en-NZ"/>
        </a:p>
      </dgm:t>
    </dgm:pt>
    <dgm:pt modelId="{E1D8EF13-7ADC-4E10-AEB6-80511187CE28}">
      <dgm:prSet phldrT="[Text]"/>
      <dgm:spPr/>
      <dgm:t>
        <a:bodyPr/>
        <a:lstStyle/>
        <a:p>
          <a:pPr algn="r"/>
          <a:r>
            <a:rPr lang="en-NZ" dirty="0"/>
            <a:t>The execution of a process leads to one or several outcomes including positive or negative outcomes</a:t>
          </a:r>
        </a:p>
      </dgm:t>
    </dgm:pt>
    <dgm:pt modelId="{E3C5C5F6-718A-42BC-A653-F726F50B1E21}" type="parTrans" cxnId="{70DB7B71-AD0E-4863-A4D8-41A6ACD7CD2B}">
      <dgm:prSet/>
      <dgm:spPr/>
      <dgm:t>
        <a:bodyPr/>
        <a:lstStyle/>
        <a:p>
          <a:endParaRPr lang="en-NZ"/>
        </a:p>
      </dgm:t>
    </dgm:pt>
    <dgm:pt modelId="{EEE8EA12-6E4F-4A34-B76D-A12D5F16019A}" type="sibTrans" cxnId="{70DB7B71-AD0E-4863-A4D8-41A6ACD7CD2B}">
      <dgm:prSet/>
      <dgm:spPr/>
      <dgm:t>
        <a:bodyPr/>
        <a:lstStyle/>
        <a:p>
          <a:endParaRPr lang="en-NZ"/>
        </a:p>
      </dgm:t>
    </dgm:pt>
    <dgm:pt modelId="{4EFFC3A8-429F-41D8-AEE0-936150F59D09}" type="pres">
      <dgm:prSet presAssocID="{0E4DABD6-9928-4FEF-8C90-9BA2E711B042}" presName="linearFlow" presStyleCnt="0">
        <dgm:presLayoutVars>
          <dgm:dir/>
          <dgm:resizeHandles val="exact"/>
        </dgm:presLayoutVars>
      </dgm:prSet>
      <dgm:spPr/>
    </dgm:pt>
    <dgm:pt modelId="{52A993D5-F900-4527-882F-155AADBB1A56}" type="pres">
      <dgm:prSet presAssocID="{39BE8969-4B68-4749-9A45-A2511F2AF1FC}" presName="composite" presStyleCnt="0"/>
      <dgm:spPr/>
    </dgm:pt>
    <dgm:pt modelId="{E5D7C6AE-F685-4ADC-81BF-891E9799A2BF}" type="pres">
      <dgm:prSet presAssocID="{39BE8969-4B68-4749-9A45-A2511F2AF1FC}" presName="imgShp" presStyleLbl="fgImgPlace1" presStyleIdx="0" presStyleCnt="5"/>
      <dgm:spPr>
        <a:blipFill>
          <a:blip xmlns:r="http://schemas.openxmlformats.org/officeDocument/2006/relationships" r:embed="rId1">
            <a:extLst>
              <a:ext uri="{28A0092B-C50C-407E-A947-70E740481C1C}">
                <a14:useLocalDpi xmlns:a14="http://schemas.microsoft.com/office/drawing/2010/main" xmlns="" val="0"/>
              </a:ext>
            </a:extLst>
          </a:blip>
          <a:srcRect/>
          <a:stretch>
            <a:fillRect l="-25000" r="-25000"/>
          </a:stretch>
        </a:blipFill>
      </dgm:spPr>
      <dgm:extLst>
        <a:ext uri="{E40237B7-FDA0-4F09-8148-C483321AD2D9}">
          <dgm14:cNvPr xmlns:dgm14="http://schemas.microsoft.com/office/drawing/2010/diagram" xmlns="" id="0" name="" descr="Person running in an urban landscape"/>
        </a:ext>
      </dgm:extLst>
    </dgm:pt>
    <dgm:pt modelId="{71CC16F2-60C9-471B-9076-1F4D2B4FF14C}" type="pres">
      <dgm:prSet presAssocID="{39BE8969-4B68-4749-9A45-A2511F2AF1FC}" presName="txShp" presStyleLbl="node1" presStyleIdx="0" presStyleCnt="5">
        <dgm:presLayoutVars>
          <dgm:bulletEnabled val="1"/>
        </dgm:presLayoutVars>
      </dgm:prSet>
      <dgm:spPr/>
      <dgm:t>
        <a:bodyPr/>
        <a:lstStyle/>
        <a:p>
          <a:endParaRPr lang="en-US"/>
        </a:p>
      </dgm:t>
    </dgm:pt>
    <dgm:pt modelId="{56B7AB30-76DD-47F6-99A7-DDE0B0E4EEAE}" type="pres">
      <dgm:prSet presAssocID="{DD5F7280-FBBB-4B92-9D3F-3D1E78AFC036}" presName="spacing" presStyleCnt="0"/>
      <dgm:spPr/>
    </dgm:pt>
    <dgm:pt modelId="{063C5445-1076-41C9-B12A-7EE80C04E767}" type="pres">
      <dgm:prSet presAssocID="{3809E975-92AE-498C-8F9C-476800955C55}" presName="composite" presStyleCnt="0"/>
      <dgm:spPr/>
    </dgm:pt>
    <dgm:pt modelId="{2786720C-810D-4544-8848-52D5DC81DE31}" type="pres">
      <dgm:prSet presAssocID="{3809E975-92AE-498C-8F9C-476800955C55}" presName="imgShp" presStyleLbl="fgImgPlace1" presStyleIdx="1" presStyleCnt="5"/>
      <dgm:spPr>
        <a:blipFill>
          <a:blip xmlns:r="http://schemas.openxmlformats.org/officeDocument/2006/relationships" r:embed="rId2">
            <a:extLst>
              <a:ext uri="{28A0092B-C50C-407E-A947-70E740481C1C}">
                <a14:useLocalDpi xmlns:a14="http://schemas.microsoft.com/office/drawing/2010/main" xmlns="" val="0"/>
              </a:ext>
            </a:extLst>
          </a:blip>
          <a:srcRect/>
          <a:stretch>
            <a:fillRect l="-76000" r="-76000"/>
          </a:stretch>
        </a:blipFill>
      </dgm:spPr>
      <dgm:extLst>
        <a:ext uri="{E40237B7-FDA0-4F09-8148-C483321AD2D9}">
          <dgm14:cNvPr xmlns:dgm14="http://schemas.microsoft.com/office/drawing/2010/diagram" xmlns="" id="0" name="" descr="Doctor writing on tablet with pen"/>
        </a:ext>
      </dgm:extLst>
    </dgm:pt>
    <dgm:pt modelId="{24D8CE5D-CE4F-488F-84EB-94E6CD7CE3E0}" type="pres">
      <dgm:prSet presAssocID="{3809E975-92AE-498C-8F9C-476800955C55}" presName="txShp" presStyleLbl="node1" presStyleIdx="1" presStyleCnt="5">
        <dgm:presLayoutVars>
          <dgm:bulletEnabled val="1"/>
        </dgm:presLayoutVars>
      </dgm:prSet>
      <dgm:spPr/>
      <dgm:t>
        <a:bodyPr/>
        <a:lstStyle/>
        <a:p>
          <a:endParaRPr lang="en-US"/>
        </a:p>
      </dgm:t>
    </dgm:pt>
    <dgm:pt modelId="{18C5AD74-C30A-4ACF-896B-FB1904C7D9DF}" type="pres">
      <dgm:prSet presAssocID="{86AD8509-CB14-427B-A26E-53F5935F764E}" presName="spacing" presStyleCnt="0"/>
      <dgm:spPr/>
    </dgm:pt>
    <dgm:pt modelId="{D0DDB838-3856-4AA3-94FF-5A6D3ED266E6}" type="pres">
      <dgm:prSet presAssocID="{7507BC48-D999-4831-8188-8A49A0C1129C}" presName="composite" presStyleCnt="0"/>
      <dgm:spPr/>
    </dgm:pt>
    <dgm:pt modelId="{F94E067A-8536-4F9D-ADF7-376DFC0D2DC3}" type="pres">
      <dgm:prSet presAssocID="{7507BC48-D999-4831-8188-8A49A0C1129C}" presName="imgShp" presStyleLbl="fgImgPlace1" presStyleIdx="2" presStyleCnt="5"/>
      <dgm:spPr>
        <a:blipFill>
          <a:blip xmlns:r="http://schemas.openxmlformats.org/officeDocument/2006/relationships" r:embed="rId3">
            <a:extLst>
              <a:ext uri="{28A0092B-C50C-407E-A947-70E740481C1C}">
                <a14:useLocalDpi xmlns:a14="http://schemas.microsoft.com/office/drawing/2010/main" xmlns="" val="0"/>
              </a:ext>
            </a:extLst>
          </a:blip>
          <a:srcRect/>
          <a:stretch>
            <a:fillRect l="-25000" r="-25000"/>
          </a:stretch>
        </a:blipFill>
      </dgm:spPr>
      <dgm:extLst>
        <a:ext uri="{E40237B7-FDA0-4F09-8148-C483321AD2D9}">
          <dgm14:cNvPr xmlns:dgm14="http://schemas.microsoft.com/office/drawing/2010/diagram" xmlns="" id="0" name="" descr="Business man pulling a block from Jenga tower"/>
        </a:ext>
      </dgm:extLst>
    </dgm:pt>
    <dgm:pt modelId="{943255C6-27F4-4A46-AFF1-4EAACA2E4D19}" type="pres">
      <dgm:prSet presAssocID="{7507BC48-D999-4831-8188-8A49A0C1129C}" presName="txShp" presStyleLbl="node1" presStyleIdx="2" presStyleCnt="5">
        <dgm:presLayoutVars>
          <dgm:bulletEnabled val="1"/>
        </dgm:presLayoutVars>
      </dgm:prSet>
      <dgm:spPr/>
      <dgm:t>
        <a:bodyPr/>
        <a:lstStyle/>
        <a:p>
          <a:endParaRPr lang="en-US"/>
        </a:p>
      </dgm:t>
    </dgm:pt>
    <dgm:pt modelId="{C9CC87BF-7BD6-49F1-881F-BD74BA1EC7F0}" type="pres">
      <dgm:prSet presAssocID="{6A888A46-CDC9-49D1-BF1A-951A8B33ECCE}" presName="spacing" presStyleCnt="0"/>
      <dgm:spPr/>
    </dgm:pt>
    <dgm:pt modelId="{1FB37997-4263-4CCA-B25E-5CA93017EDC1}" type="pres">
      <dgm:prSet presAssocID="{67C0CA28-C797-4CF3-8FE8-8B0940596074}" presName="composite" presStyleCnt="0"/>
      <dgm:spPr/>
    </dgm:pt>
    <dgm:pt modelId="{28101F8D-70A1-4F1A-B1C0-8DCF59E3F226}" type="pres">
      <dgm:prSet presAssocID="{67C0CA28-C797-4CF3-8FE8-8B0940596074}" presName="imgShp" presStyleLbl="fgImgPlace1" presStyleIdx="3" presStyleCnt="5"/>
      <dgm:spPr>
        <a:blipFill>
          <a:blip xmlns:r="http://schemas.openxmlformats.org/officeDocument/2006/relationships" r:embed="rId4">
            <a:extLst>
              <a:ext uri="{28A0092B-C50C-407E-A947-70E740481C1C}">
                <a14:useLocalDpi xmlns:a14="http://schemas.microsoft.com/office/drawing/2010/main" xmlns="" val="0"/>
              </a:ext>
            </a:extLst>
          </a:blip>
          <a:srcRect/>
          <a:stretch>
            <a:fillRect l="-25000" r="-25000"/>
          </a:stretch>
        </a:blipFill>
      </dgm:spPr>
      <dgm:extLst>
        <a:ext uri="{E40237B7-FDA0-4F09-8148-C483321AD2D9}">
          <dgm14:cNvPr xmlns:dgm14="http://schemas.microsoft.com/office/drawing/2010/diagram" xmlns="" id="0" name="" descr="People celebrating"/>
        </a:ext>
      </dgm:extLst>
    </dgm:pt>
    <dgm:pt modelId="{2788E7AB-B3CD-40C4-9A9C-E41E5925C466}" type="pres">
      <dgm:prSet presAssocID="{67C0CA28-C797-4CF3-8FE8-8B0940596074}" presName="txShp" presStyleLbl="node1" presStyleIdx="3" presStyleCnt="5">
        <dgm:presLayoutVars>
          <dgm:bulletEnabled val="1"/>
        </dgm:presLayoutVars>
      </dgm:prSet>
      <dgm:spPr/>
      <dgm:t>
        <a:bodyPr/>
        <a:lstStyle/>
        <a:p>
          <a:endParaRPr lang="en-US"/>
        </a:p>
      </dgm:t>
    </dgm:pt>
    <dgm:pt modelId="{0EC53063-DE24-4C1C-A4AB-F7568FF2892B}" type="pres">
      <dgm:prSet presAssocID="{9B142385-0582-4DAF-A91D-63557E1502EB}" presName="spacing" presStyleCnt="0"/>
      <dgm:spPr/>
    </dgm:pt>
    <dgm:pt modelId="{469A07A0-51A7-4969-B238-57EA33946471}" type="pres">
      <dgm:prSet presAssocID="{E1D8EF13-7ADC-4E10-AEB6-80511187CE28}" presName="composite" presStyleCnt="0"/>
      <dgm:spPr/>
    </dgm:pt>
    <dgm:pt modelId="{1435754D-4B0A-4FE0-BD18-0B3B2BEBE913}" type="pres">
      <dgm:prSet presAssocID="{E1D8EF13-7ADC-4E10-AEB6-80511187CE28}" presName="imgShp" presStyleLbl="fgImgPlace1" presStyleIdx="4" presStyleCnt="5"/>
      <dgm:spPr>
        <a:blipFill>
          <a:blip xmlns:r="http://schemas.openxmlformats.org/officeDocument/2006/relationships" r:embed="rId5">
            <a:extLst>
              <a:ext uri="{28A0092B-C50C-407E-A947-70E740481C1C}">
                <a14:useLocalDpi xmlns:a14="http://schemas.microsoft.com/office/drawing/2010/main" xmlns="" val="0"/>
              </a:ext>
            </a:extLst>
          </a:blip>
          <a:srcRect/>
          <a:stretch>
            <a:fillRect l="-48000" r="-48000"/>
          </a:stretch>
        </a:blipFill>
      </dgm:spPr>
    </dgm:pt>
    <dgm:pt modelId="{4AB5B962-8BD1-4A99-80EB-1D25182F1DC8}" type="pres">
      <dgm:prSet presAssocID="{E1D8EF13-7ADC-4E10-AEB6-80511187CE28}" presName="txShp" presStyleLbl="node1" presStyleIdx="4" presStyleCnt="5">
        <dgm:presLayoutVars>
          <dgm:bulletEnabled val="1"/>
        </dgm:presLayoutVars>
      </dgm:prSet>
      <dgm:spPr/>
      <dgm:t>
        <a:bodyPr/>
        <a:lstStyle/>
        <a:p>
          <a:endParaRPr lang="en-US"/>
        </a:p>
      </dgm:t>
    </dgm:pt>
  </dgm:ptLst>
  <dgm:cxnLst>
    <dgm:cxn modelId="{F6052387-43E0-44E5-B33C-50FFE9427BCD}" type="presOf" srcId="{7507BC48-D999-4831-8188-8A49A0C1129C}" destId="{943255C6-27F4-4A46-AFF1-4EAACA2E4D19}" srcOrd="0" destOrd="0" presId="urn:microsoft.com/office/officeart/2005/8/layout/vList3#1"/>
    <dgm:cxn modelId="{60F36867-518D-4025-917E-1BA391293C7D}" type="presOf" srcId="{3809E975-92AE-498C-8F9C-476800955C55}" destId="{24D8CE5D-CE4F-488F-84EB-94E6CD7CE3E0}" srcOrd="0" destOrd="0" presId="urn:microsoft.com/office/officeart/2005/8/layout/vList3#1"/>
    <dgm:cxn modelId="{387A15E5-BA73-4650-9939-59E831993695}" type="presOf" srcId="{67C0CA28-C797-4CF3-8FE8-8B0940596074}" destId="{2788E7AB-B3CD-40C4-9A9C-E41E5925C466}" srcOrd="0" destOrd="0" presId="urn:microsoft.com/office/officeart/2005/8/layout/vList3#1"/>
    <dgm:cxn modelId="{4BF810D0-C331-4FA6-A0B6-5763B6EA3BE7}" type="presOf" srcId="{39BE8969-4B68-4749-9A45-A2511F2AF1FC}" destId="{71CC16F2-60C9-471B-9076-1F4D2B4FF14C}" srcOrd="0" destOrd="0" presId="urn:microsoft.com/office/officeart/2005/8/layout/vList3#1"/>
    <dgm:cxn modelId="{71BED6C5-E074-4C5C-86C4-91530817352F}" type="presOf" srcId="{0E4DABD6-9928-4FEF-8C90-9BA2E711B042}" destId="{4EFFC3A8-429F-41D8-AEE0-936150F59D09}" srcOrd="0" destOrd="0" presId="urn:microsoft.com/office/officeart/2005/8/layout/vList3#1"/>
    <dgm:cxn modelId="{70DB7B71-AD0E-4863-A4D8-41A6ACD7CD2B}" srcId="{0E4DABD6-9928-4FEF-8C90-9BA2E711B042}" destId="{E1D8EF13-7ADC-4E10-AEB6-80511187CE28}" srcOrd="4" destOrd="0" parTransId="{E3C5C5F6-718A-42BC-A653-F726F50B1E21}" sibTransId="{EEE8EA12-6E4F-4A34-B76D-A12D5F16019A}"/>
    <dgm:cxn modelId="{7B2AE041-D6AB-49F2-8A85-7BFA2812D64A}" type="presOf" srcId="{E1D8EF13-7ADC-4E10-AEB6-80511187CE28}" destId="{4AB5B962-8BD1-4A99-80EB-1D25182F1DC8}" srcOrd="0" destOrd="0" presId="urn:microsoft.com/office/officeart/2005/8/layout/vList3#1"/>
    <dgm:cxn modelId="{5FECCCD7-EF9B-4453-9778-27D46C3DE3D5}" srcId="{0E4DABD6-9928-4FEF-8C90-9BA2E711B042}" destId="{7507BC48-D999-4831-8188-8A49A0C1129C}" srcOrd="2" destOrd="0" parTransId="{D1957B16-C788-420C-9729-47896BE9E77E}" sibTransId="{6A888A46-CDC9-49D1-BF1A-951A8B33ECCE}"/>
    <dgm:cxn modelId="{795FFEF0-1196-4920-BC91-0B7E0997A3AE}" srcId="{0E4DABD6-9928-4FEF-8C90-9BA2E711B042}" destId="{3809E975-92AE-498C-8F9C-476800955C55}" srcOrd="1" destOrd="0" parTransId="{4AE398F4-00BF-4976-83B7-7437B2A168B8}" sibTransId="{86AD8509-CB14-427B-A26E-53F5935F764E}"/>
    <dgm:cxn modelId="{2729B81A-51EB-43DE-8AEC-9125D1AD5CAF}" srcId="{0E4DABD6-9928-4FEF-8C90-9BA2E711B042}" destId="{67C0CA28-C797-4CF3-8FE8-8B0940596074}" srcOrd="3" destOrd="0" parTransId="{A2426A2C-A75B-4154-935D-2AC63C425785}" sibTransId="{9B142385-0582-4DAF-A91D-63557E1502EB}"/>
    <dgm:cxn modelId="{EE46D5AD-AC8B-46F8-B450-17AC922F7D05}" srcId="{0E4DABD6-9928-4FEF-8C90-9BA2E711B042}" destId="{39BE8969-4B68-4749-9A45-A2511F2AF1FC}" srcOrd="0" destOrd="0" parTransId="{C735FC01-C475-4240-841C-B4AF67C6678F}" sibTransId="{DD5F7280-FBBB-4B92-9D3F-3D1E78AFC036}"/>
    <dgm:cxn modelId="{1220D190-AB45-4A7A-AC82-CE9594EE0A53}" type="presParOf" srcId="{4EFFC3A8-429F-41D8-AEE0-936150F59D09}" destId="{52A993D5-F900-4527-882F-155AADBB1A56}" srcOrd="0" destOrd="0" presId="urn:microsoft.com/office/officeart/2005/8/layout/vList3#1"/>
    <dgm:cxn modelId="{B3989812-371A-4259-9FAF-1EFA7E987FC9}" type="presParOf" srcId="{52A993D5-F900-4527-882F-155AADBB1A56}" destId="{E5D7C6AE-F685-4ADC-81BF-891E9799A2BF}" srcOrd="0" destOrd="0" presId="urn:microsoft.com/office/officeart/2005/8/layout/vList3#1"/>
    <dgm:cxn modelId="{E4238CF4-14DC-4CB9-AA12-14DCC936DDE7}" type="presParOf" srcId="{52A993D5-F900-4527-882F-155AADBB1A56}" destId="{71CC16F2-60C9-471B-9076-1F4D2B4FF14C}" srcOrd="1" destOrd="0" presId="urn:microsoft.com/office/officeart/2005/8/layout/vList3#1"/>
    <dgm:cxn modelId="{EF7B048E-5FBE-46C5-A4E7-86761AE661B0}" type="presParOf" srcId="{4EFFC3A8-429F-41D8-AEE0-936150F59D09}" destId="{56B7AB30-76DD-47F6-99A7-DDE0B0E4EEAE}" srcOrd="1" destOrd="0" presId="urn:microsoft.com/office/officeart/2005/8/layout/vList3#1"/>
    <dgm:cxn modelId="{2028A47A-0B8E-4474-880C-418D1D09EBB5}" type="presParOf" srcId="{4EFFC3A8-429F-41D8-AEE0-936150F59D09}" destId="{063C5445-1076-41C9-B12A-7EE80C04E767}" srcOrd="2" destOrd="0" presId="urn:microsoft.com/office/officeart/2005/8/layout/vList3#1"/>
    <dgm:cxn modelId="{F8127273-7B74-444E-8948-02338D63EF27}" type="presParOf" srcId="{063C5445-1076-41C9-B12A-7EE80C04E767}" destId="{2786720C-810D-4544-8848-52D5DC81DE31}" srcOrd="0" destOrd="0" presId="urn:microsoft.com/office/officeart/2005/8/layout/vList3#1"/>
    <dgm:cxn modelId="{D8E399D4-971C-4944-A82F-219355720D0F}" type="presParOf" srcId="{063C5445-1076-41C9-B12A-7EE80C04E767}" destId="{24D8CE5D-CE4F-488F-84EB-94E6CD7CE3E0}" srcOrd="1" destOrd="0" presId="urn:microsoft.com/office/officeart/2005/8/layout/vList3#1"/>
    <dgm:cxn modelId="{39D0B7F3-DE74-48BA-AF8A-D292C29D44EB}" type="presParOf" srcId="{4EFFC3A8-429F-41D8-AEE0-936150F59D09}" destId="{18C5AD74-C30A-4ACF-896B-FB1904C7D9DF}" srcOrd="3" destOrd="0" presId="urn:microsoft.com/office/officeart/2005/8/layout/vList3#1"/>
    <dgm:cxn modelId="{874EA57B-B9C2-4612-A296-812D490C1F11}" type="presParOf" srcId="{4EFFC3A8-429F-41D8-AEE0-936150F59D09}" destId="{D0DDB838-3856-4AA3-94FF-5A6D3ED266E6}" srcOrd="4" destOrd="0" presId="urn:microsoft.com/office/officeart/2005/8/layout/vList3#1"/>
    <dgm:cxn modelId="{185C56A6-E2D3-4018-9617-0FCD02DC3A93}" type="presParOf" srcId="{D0DDB838-3856-4AA3-94FF-5A6D3ED266E6}" destId="{F94E067A-8536-4F9D-ADF7-376DFC0D2DC3}" srcOrd="0" destOrd="0" presId="urn:microsoft.com/office/officeart/2005/8/layout/vList3#1"/>
    <dgm:cxn modelId="{FC5E4ECC-370B-4C78-9F81-E2847F0335DC}" type="presParOf" srcId="{D0DDB838-3856-4AA3-94FF-5A6D3ED266E6}" destId="{943255C6-27F4-4A46-AFF1-4EAACA2E4D19}" srcOrd="1" destOrd="0" presId="urn:microsoft.com/office/officeart/2005/8/layout/vList3#1"/>
    <dgm:cxn modelId="{ECC7D638-A2F6-4123-81B6-B783FF631CB0}" type="presParOf" srcId="{4EFFC3A8-429F-41D8-AEE0-936150F59D09}" destId="{C9CC87BF-7BD6-49F1-881F-BD74BA1EC7F0}" srcOrd="5" destOrd="0" presId="urn:microsoft.com/office/officeart/2005/8/layout/vList3#1"/>
    <dgm:cxn modelId="{DA53685F-0DBA-45D9-80AD-33294D27A2C7}" type="presParOf" srcId="{4EFFC3A8-429F-41D8-AEE0-936150F59D09}" destId="{1FB37997-4263-4CCA-B25E-5CA93017EDC1}" srcOrd="6" destOrd="0" presId="urn:microsoft.com/office/officeart/2005/8/layout/vList3#1"/>
    <dgm:cxn modelId="{276BC657-A771-43A1-9E46-4BF155AAD678}" type="presParOf" srcId="{1FB37997-4263-4CCA-B25E-5CA93017EDC1}" destId="{28101F8D-70A1-4F1A-B1C0-8DCF59E3F226}" srcOrd="0" destOrd="0" presId="urn:microsoft.com/office/officeart/2005/8/layout/vList3#1"/>
    <dgm:cxn modelId="{00BE0897-EBB5-431F-8712-02CDB852D8F4}" type="presParOf" srcId="{1FB37997-4263-4CCA-B25E-5CA93017EDC1}" destId="{2788E7AB-B3CD-40C4-9A9C-E41E5925C466}" srcOrd="1" destOrd="0" presId="urn:microsoft.com/office/officeart/2005/8/layout/vList3#1"/>
    <dgm:cxn modelId="{DDEC78CE-23A3-44F2-AC35-BFDD3508D28F}" type="presParOf" srcId="{4EFFC3A8-429F-41D8-AEE0-936150F59D09}" destId="{0EC53063-DE24-4C1C-A4AB-F7568FF2892B}" srcOrd="7" destOrd="0" presId="urn:microsoft.com/office/officeart/2005/8/layout/vList3#1"/>
    <dgm:cxn modelId="{2A37F2AC-07B7-45F7-9D8C-38B122116C86}" type="presParOf" srcId="{4EFFC3A8-429F-41D8-AEE0-936150F59D09}" destId="{469A07A0-51A7-4969-B238-57EA33946471}" srcOrd="8" destOrd="0" presId="urn:microsoft.com/office/officeart/2005/8/layout/vList3#1"/>
    <dgm:cxn modelId="{AE4D37D3-F62C-4146-8DE6-9303862DDFA0}" type="presParOf" srcId="{469A07A0-51A7-4969-B238-57EA33946471}" destId="{1435754D-4B0A-4FE0-BD18-0B3B2BEBE913}" srcOrd="0" destOrd="0" presId="urn:microsoft.com/office/officeart/2005/8/layout/vList3#1"/>
    <dgm:cxn modelId="{6ED43C3D-B699-4CB7-9839-3B5A674FBBED}" type="presParOf" srcId="{469A07A0-51A7-4969-B238-57EA33946471}" destId="{4AB5B962-8BD1-4A99-80EB-1D25182F1DC8}" srcOrd="1" destOrd="0" presId="urn:microsoft.com/office/officeart/2005/8/layout/vList3#1"/>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71CC16F2-60C9-471B-9076-1F4D2B4FF14C}">
      <dsp:nvSpPr>
        <dsp:cNvPr id="0" name=""/>
        <dsp:cNvSpPr/>
      </dsp:nvSpPr>
      <dsp:spPr>
        <a:xfrm rot="10800000">
          <a:off x="2348656" y="2393"/>
          <a:ext cx="8414457" cy="916902"/>
        </a:xfrm>
        <a:prstGeom prst="homePlat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4328" tIns="102870" rIns="192024" bIns="102870" numCol="1" spcCol="1270" anchor="ctr" anchorCtr="0">
          <a:noAutofit/>
        </a:bodyPr>
        <a:lstStyle/>
        <a:p>
          <a:pPr lvl="0" algn="r" defTabSz="1200150">
            <a:lnSpc>
              <a:spcPct val="90000"/>
            </a:lnSpc>
            <a:spcBef>
              <a:spcPct val="0"/>
            </a:spcBef>
            <a:spcAft>
              <a:spcPct val="35000"/>
            </a:spcAft>
          </a:pPr>
          <a:r>
            <a:rPr lang="en-NZ" sz="2700" kern="1200" dirty="0"/>
            <a:t>Things that </a:t>
          </a:r>
          <a:r>
            <a:rPr lang="en-NZ" sz="2700" kern="1200" dirty="0" smtClean="0"/>
            <a:t>initiate a process</a:t>
          </a:r>
          <a:endParaRPr lang="en-NZ" sz="2700" kern="1200" dirty="0"/>
        </a:p>
      </dsp:txBody>
      <dsp:txXfrm rot="10800000">
        <a:off x="2348656" y="2393"/>
        <a:ext cx="8414457" cy="916902"/>
      </dsp:txXfrm>
    </dsp:sp>
    <dsp:sp modelId="{E5D7C6AE-F685-4ADC-81BF-891E9799A2BF}">
      <dsp:nvSpPr>
        <dsp:cNvPr id="0" name=""/>
        <dsp:cNvSpPr/>
      </dsp:nvSpPr>
      <dsp:spPr>
        <a:xfrm>
          <a:off x="1890205" y="2393"/>
          <a:ext cx="916902" cy="916902"/>
        </a:xfrm>
        <a:prstGeom prst="ellipse">
          <a:avLst/>
        </a:prstGeom>
        <a:blipFill>
          <a:blip xmlns:r="http://schemas.openxmlformats.org/officeDocument/2006/relationships" r:embed="rId1">
            <a:extLst>
              <a:ext uri="{28A0092B-C50C-407E-A947-70E740481C1C}">
                <a14:useLocalDpi xmlns:a14="http://schemas.microsoft.com/office/drawing/2010/main" xmlns="" val="0"/>
              </a:ext>
            </a:extLst>
          </a:blip>
          <a:srcRect/>
          <a:stretch>
            <a:fillRect l="-25000" r="-25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4D8CE5D-CE4F-488F-84EB-94E6CD7CE3E0}">
      <dsp:nvSpPr>
        <dsp:cNvPr id="0" name=""/>
        <dsp:cNvSpPr/>
      </dsp:nvSpPr>
      <dsp:spPr>
        <a:xfrm rot="10800000">
          <a:off x="2348656" y="1192997"/>
          <a:ext cx="8414457" cy="916902"/>
        </a:xfrm>
        <a:prstGeom prst="homePlat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4328" tIns="102870" rIns="192024" bIns="102870" numCol="1" spcCol="1270" anchor="ctr" anchorCtr="0">
          <a:noAutofit/>
        </a:bodyPr>
        <a:lstStyle/>
        <a:p>
          <a:pPr lvl="0" algn="r" defTabSz="1200150">
            <a:lnSpc>
              <a:spcPct val="90000"/>
            </a:lnSpc>
            <a:spcBef>
              <a:spcPct val="0"/>
            </a:spcBef>
            <a:spcAft>
              <a:spcPct val="35000"/>
            </a:spcAft>
          </a:pPr>
          <a:r>
            <a:rPr lang="en-NZ" sz="2700" kern="1200" dirty="0"/>
            <a:t>A unit of work, time consuming, resource-demanding</a:t>
          </a:r>
        </a:p>
      </dsp:txBody>
      <dsp:txXfrm rot="10800000">
        <a:off x="2348656" y="1192997"/>
        <a:ext cx="8414457" cy="916902"/>
      </dsp:txXfrm>
    </dsp:sp>
    <dsp:sp modelId="{2786720C-810D-4544-8848-52D5DC81DE31}">
      <dsp:nvSpPr>
        <dsp:cNvPr id="0" name=""/>
        <dsp:cNvSpPr/>
      </dsp:nvSpPr>
      <dsp:spPr>
        <a:xfrm>
          <a:off x="1890205" y="1192997"/>
          <a:ext cx="916902" cy="916902"/>
        </a:xfrm>
        <a:prstGeom prst="ellipse">
          <a:avLst/>
        </a:prstGeom>
        <a:blipFill>
          <a:blip xmlns:r="http://schemas.openxmlformats.org/officeDocument/2006/relationships" r:embed="rId2">
            <a:extLst>
              <a:ext uri="{28A0092B-C50C-407E-A947-70E740481C1C}">
                <a14:useLocalDpi xmlns:a14="http://schemas.microsoft.com/office/drawing/2010/main" xmlns="" val="0"/>
              </a:ext>
            </a:extLst>
          </a:blip>
          <a:srcRect/>
          <a:stretch>
            <a:fillRect l="-76000" r="-76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43255C6-27F4-4A46-AFF1-4EAACA2E4D19}">
      <dsp:nvSpPr>
        <dsp:cNvPr id="0" name=""/>
        <dsp:cNvSpPr/>
      </dsp:nvSpPr>
      <dsp:spPr>
        <a:xfrm rot="10800000">
          <a:off x="2348656" y="2383602"/>
          <a:ext cx="8414457" cy="916902"/>
        </a:xfrm>
        <a:prstGeom prst="homePlat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4328" tIns="102870" rIns="192024" bIns="102870" numCol="1" spcCol="1270" anchor="ctr" anchorCtr="0">
          <a:noAutofit/>
        </a:bodyPr>
        <a:lstStyle/>
        <a:p>
          <a:pPr lvl="0" algn="r" defTabSz="1200150">
            <a:lnSpc>
              <a:spcPct val="90000"/>
            </a:lnSpc>
            <a:spcBef>
              <a:spcPct val="0"/>
            </a:spcBef>
            <a:spcAft>
              <a:spcPct val="35000"/>
            </a:spcAft>
          </a:pPr>
          <a:r>
            <a:rPr lang="en-NZ" sz="2700" kern="1200" dirty="0"/>
            <a:t>Points in time when a decision is made that affects the way the process is executed</a:t>
          </a:r>
        </a:p>
      </dsp:txBody>
      <dsp:txXfrm rot="10800000">
        <a:off x="2348656" y="2383602"/>
        <a:ext cx="8414457" cy="916902"/>
      </dsp:txXfrm>
    </dsp:sp>
    <dsp:sp modelId="{F94E067A-8536-4F9D-ADF7-376DFC0D2DC3}">
      <dsp:nvSpPr>
        <dsp:cNvPr id="0" name=""/>
        <dsp:cNvSpPr/>
      </dsp:nvSpPr>
      <dsp:spPr>
        <a:xfrm>
          <a:off x="1890205" y="2383602"/>
          <a:ext cx="916902" cy="916902"/>
        </a:xfrm>
        <a:prstGeom prst="ellipse">
          <a:avLst/>
        </a:prstGeom>
        <a:blipFill>
          <a:blip xmlns:r="http://schemas.openxmlformats.org/officeDocument/2006/relationships" r:embed="rId3">
            <a:extLst>
              <a:ext uri="{28A0092B-C50C-407E-A947-70E740481C1C}">
                <a14:useLocalDpi xmlns:a14="http://schemas.microsoft.com/office/drawing/2010/main" xmlns="" val="0"/>
              </a:ext>
            </a:extLst>
          </a:blip>
          <a:srcRect/>
          <a:stretch>
            <a:fillRect l="-25000" r="-25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788E7AB-B3CD-40C4-9A9C-E41E5925C466}">
      <dsp:nvSpPr>
        <dsp:cNvPr id="0" name=""/>
        <dsp:cNvSpPr/>
      </dsp:nvSpPr>
      <dsp:spPr>
        <a:xfrm rot="10800000">
          <a:off x="2348656" y="3574206"/>
          <a:ext cx="8414457" cy="916902"/>
        </a:xfrm>
        <a:prstGeom prst="homePlat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4328" tIns="102870" rIns="192024" bIns="102870" numCol="1" spcCol="1270" anchor="ctr" anchorCtr="0">
          <a:noAutofit/>
        </a:bodyPr>
        <a:lstStyle/>
        <a:p>
          <a:pPr lvl="0" algn="r" defTabSz="1200150">
            <a:lnSpc>
              <a:spcPct val="90000"/>
            </a:lnSpc>
            <a:spcBef>
              <a:spcPct val="0"/>
            </a:spcBef>
            <a:spcAft>
              <a:spcPct val="35000"/>
            </a:spcAft>
          </a:pPr>
          <a:r>
            <a:rPr lang="en-NZ" sz="2700" kern="1200" dirty="0"/>
            <a:t>Internal or external actors; can be humans or systems</a:t>
          </a:r>
        </a:p>
      </dsp:txBody>
      <dsp:txXfrm rot="10800000">
        <a:off x="2348656" y="3574206"/>
        <a:ext cx="8414457" cy="916902"/>
      </dsp:txXfrm>
    </dsp:sp>
    <dsp:sp modelId="{28101F8D-70A1-4F1A-B1C0-8DCF59E3F226}">
      <dsp:nvSpPr>
        <dsp:cNvPr id="0" name=""/>
        <dsp:cNvSpPr/>
      </dsp:nvSpPr>
      <dsp:spPr>
        <a:xfrm>
          <a:off x="1890205" y="3574206"/>
          <a:ext cx="916902" cy="916902"/>
        </a:xfrm>
        <a:prstGeom prst="ellipse">
          <a:avLst/>
        </a:prstGeom>
        <a:blipFill>
          <a:blip xmlns:r="http://schemas.openxmlformats.org/officeDocument/2006/relationships" r:embed="rId4">
            <a:extLst>
              <a:ext uri="{28A0092B-C50C-407E-A947-70E740481C1C}">
                <a14:useLocalDpi xmlns:a14="http://schemas.microsoft.com/office/drawing/2010/main" xmlns="" val="0"/>
              </a:ext>
            </a:extLst>
          </a:blip>
          <a:srcRect/>
          <a:stretch>
            <a:fillRect l="-25000" r="-25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AB5B962-8BD1-4A99-80EB-1D25182F1DC8}">
      <dsp:nvSpPr>
        <dsp:cNvPr id="0" name=""/>
        <dsp:cNvSpPr/>
      </dsp:nvSpPr>
      <dsp:spPr>
        <a:xfrm rot="10800000">
          <a:off x="2348656" y="4764811"/>
          <a:ext cx="8414457" cy="916902"/>
        </a:xfrm>
        <a:prstGeom prst="homePlat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4328" tIns="102870" rIns="192024" bIns="102870" numCol="1" spcCol="1270" anchor="ctr" anchorCtr="0">
          <a:noAutofit/>
        </a:bodyPr>
        <a:lstStyle/>
        <a:p>
          <a:pPr lvl="0" algn="r" defTabSz="1200150">
            <a:lnSpc>
              <a:spcPct val="90000"/>
            </a:lnSpc>
            <a:spcBef>
              <a:spcPct val="0"/>
            </a:spcBef>
            <a:spcAft>
              <a:spcPct val="35000"/>
            </a:spcAft>
          </a:pPr>
          <a:r>
            <a:rPr lang="en-NZ" sz="2700" kern="1200" dirty="0"/>
            <a:t>The execution of a process leads to one or several outcomes including positive or negative outcomes</a:t>
          </a:r>
        </a:p>
      </dsp:txBody>
      <dsp:txXfrm rot="10800000">
        <a:off x="2348656" y="4764811"/>
        <a:ext cx="8414457" cy="916902"/>
      </dsp:txXfrm>
    </dsp:sp>
    <dsp:sp modelId="{1435754D-4B0A-4FE0-BD18-0B3B2BEBE913}">
      <dsp:nvSpPr>
        <dsp:cNvPr id="0" name=""/>
        <dsp:cNvSpPr/>
      </dsp:nvSpPr>
      <dsp:spPr>
        <a:xfrm>
          <a:off x="1890205" y="4764811"/>
          <a:ext cx="916902" cy="916902"/>
        </a:xfrm>
        <a:prstGeom prst="ellipse">
          <a:avLst/>
        </a:prstGeom>
        <a:blipFill>
          <a:blip xmlns:r="http://schemas.openxmlformats.org/officeDocument/2006/relationships" r:embed="rId5">
            <a:extLst>
              <a:ext uri="{28A0092B-C50C-407E-A947-70E740481C1C}">
                <a14:useLocalDpi xmlns:a14="http://schemas.microsoft.com/office/drawing/2010/main" xmlns="" val="0"/>
              </a:ext>
            </a:extLst>
          </a:blip>
          <a:srcRect/>
          <a:stretch>
            <a:fillRect l="-48000" r="-48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3#1">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Z"/>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6B379F-13FC-4598-829D-ED789C1888EB}" type="datetimeFigureOut">
              <a:rPr lang="en-NZ" smtClean="0"/>
              <a:pPr/>
              <a:t>2/06/2025</a:t>
            </a:fld>
            <a:endParaRPr lang="en-NZ"/>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Z"/>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Z"/>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855711-52B7-476C-8529-DAA085EE7DFD}" type="slidenum">
              <a:rPr lang="en-NZ" smtClean="0"/>
              <a:pPr/>
              <a:t>‹#›</a:t>
            </a:fld>
            <a:endParaRPr lang="en-NZ"/>
          </a:p>
        </p:txBody>
      </p:sp>
    </p:spTree>
    <p:extLst>
      <p:ext uri="{BB962C8B-B14F-4D97-AF65-F5344CB8AC3E}">
        <p14:creationId xmlns="" xmlns:p14="http://schemas.microsoft.com/office/powerpoint/2010/main" val="17025346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 xmlns:a16="http://schemas.microsoft.com/office/drawing/2014/main" id="{E2274235-44D4-8041-9AED-2346C0EE1F31}"/>
              </a:ext>
            </a:extLst>
          </p:cNvPr>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ヒラギノ角ゴ Pro W3" panose="020B0300000000000000" pitchFamily="34" charset="-128"/>
              </a:defRPr>
            </a:lvl3pPr>
            <a:lvl4pPr marL="1600200" indent="-228600">
              <a:spcBef>
                <a:spcPct val="30000"/>
              </a:spcBef>
              <a:defRPr sz="1200">
                <a:solidFill>
                  <a:schemeClr val="tx1"/>
                </a:solidFill>
                <a:latin typeface="Calibri" panose="020F0502020204030204" pitchFamily="34" charset="0"/>
                <a:ea typeface="ヒラギノ角ゴ Pro W3" panose="020B0300000000000000"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8E359EA-D287-A449-8193-A941D891FBD4}" type="slidenum">
              <a:rPr lang="en-US" altLang="en-US" smtClean="0">
                <a:solidFill>
                  <a:srgbClr val="AE2B21"/>
                </a:solidFill>
                <a:latin typeface="Tahoma" panose="020B0604030504040204" pitchFamily="34" charset="0"/>
                <a:ea typeface="ヒラギノ角ゴ Pro W3" panose="020B0300000000000000" pitchFamily="34" charset="-128"/>
              </a:rPr>
              <a:pPr>
                <a:spcBef>
                  <a:spcPct val="0"/>
                </a:spcBef>
              </a:pPr>
              <a:t>2</a:t>
            </a:fld>
            <a:endParaRPr lang="en-US" altLang="en-US">
              <a:solidFill>
                <a:srgbClr val="AE2B21"/>
              </a:solidFill>
              <a:latin typeface="Tahoma" panose="020B0604030504040204" pitchFamily="34" charset="0"/>
              <a:ea typeface="ヒラギノ角ゴ Pro W3" panose="020B0300000000000000" pitchFamily="34" charset="-128"/>
            </a:endParaRPr>
          </a:p>
        </p:txBody>
      </p:sp>
      <p:sp>
        <p:nvSpPr>
          <p:cNvPr id="10243" name="Rectangle 2">
            <a:extLst>
              <a:ext uri="{FF2B5EF4-FFF2-40B4-BE49-F238E27FC236}">
                <a16:creationId xmlns="" xmlns:a16="http://schemas.microsoft.com/office/drawing/2014/main" id="{F996F1FA-75A8-5948-AC02-8CDBC372FC9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10244" name="Rectangle 3">
            <a:extLst>
              <a:ext uri="{FF2B5EF4-FFF2-40B4-BE49-F238E27FC236}">
                <a16:creationId xmlns="" xmlns:a16="http://schemas.microsoft.com/office/drawing/2014/main" id="{EE8FDB57-2814-6E4B-B97F-790DCEB224CE}"/>
              </a:ext>
            </a:extLst>
          </p:cNvPr>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ltLang="en-US">
              <a:latin typeface="Gill Sans" panose="020B0502020104020203" pitchFamily="34" charset="-79"/>
              <a:ea typeface="ＭＳ Ｐゴシック" panose="020B0600070205080204" pitchFamily="34" charset="-128"/>
            </a:endParaRPr>
          </a:p>
        </p:txBody>
      </p:sp>
    </p:spTree>
    <p:extLst>
      <p:ext uri="{BB962C8B-B14F-4D97-AF65-F5344CB8AC3E}">
        <p14:creationId xmlns="" xmlns:p14="http://schemas.microsoft.com/office/powerpoint/2010/main" val="30157329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NZ" dirty="0"/>
          </a:p>
        </p:txBody>
      </p:sp>
      <p:sp>
        <p:nvSpPr>
          <p:cNvPr id="4" name="Slide Number Placeholder 3"/>
          <p:cNvSpPr>
            <a:spLocks noGrp="1"/>
          </p:cNvSpPr>
          <p:nvPr>
            <p:ph type="sldNum" sz="quarter" idx="5"/>
          </p:nvPr>
        </p:nvSpPr>
        <p:spPr/>
        <p:txBody>
          <a:bodyPr/>
          <a:lstStyle/>
          <a:p>
            <a:fld id="{6EAFCC80-5141-448F-84D9-C550FA1FD7B8}" type="slidenum">
              <a:rPr lang="en-NZ" smtClean="0"/>
              <a:pPr/>
              <a:t>3</a:t>
            </a:fld>
            <a:endParaRPr lang="en-NZ" dirty="0"/>
          </a:p>
        </p:txBody>
      </p:sp>
    </p:spTree>
    <p:extLst>
      <p:ext uri="{BB962C8B-B14F-4D97-AF65-F5344CB8AC3E}">
        <p14:creationId xmlns:p14="http://schemas.microsoft.com/office/powerpoint/2010/main" xmlns="" val="35446163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 xmlns:a16="http://schemas.microsoft.com/office/drawing/2014/main" id="{E2274235-44D4-8041-9AED-2346C0EE1F31}"/>
              </a:ext>
            </a:extLst>
          </p:cNvPr>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ヒラギノ角ゴ Pro W3" panose="020B0300000000000000" pitchFamily="34" charset="-128"/>
              </a:defRPr>
            </a:lvl3pPr>
            <a:lvl4pPr marL="1600200" indent="-228600">
              <a:spcBef>
                <a:spcPct val="30000"/>
              </a:spcBef>
              <a:defRPr sz="1200">
                <a:solidFill>
                  <a:schemeClr val="tx1"/>
                </a:solidFill>
                <a:latin typeface="Calibri" panose="020F0502020204030204" pitchFamily="34" charset="0"/>
                <a:ea typeface="ヒラギノ角ゴ Pro W3" panose="020B0300000000000000"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8E359EA-D287-A449-8193-A941D891FBD4}" type="slidenum">
              <a:rPr lang="en-US" altLang="en-US" smtClean="0">
                <a:solidFill>
                  <a:srgbClr val="AE2B21"/>
                </a:solidFill>
                <a:latin typeface="Tahoma" panose="020B0604030504040204" pitchFamily="34" charset="0"/>
                <a:ea typeface="ヒラギノ角ゴ Pro W3" panose="020B0300000000000000" pitchFamily="34" charset="-128"/>
              </a:rPr>
              <a:pPr>
                <a:spcBef>
                  <a:spcPct val="0"/>
                </a:spcBef>
              </a:pPr>
              <a:t>4</a:t>
            </a:fld>
            <a:endParaRPr lang="en-US" altLang="en-US">
              <a:solidFill>
                <a:srgbClr val="AE2B21"/>
              </a:solidFill>
              <a:latin typeface="Tahoma" panose="020B0604030504040204" pitchFamily="34" charset="0"/>
              <a:ea typeface="ヒラギノ角ゴ Pro W3" panose="020B0300000000000000" pitchFamily="34" charset="-128"/>
            </a:endParaRPr>
          </a:p>
        </p:txBody>
      </p:sp>
      <p:sp>
        <p:nvSpPr>
          <p:cNvPr id="10243" name="Rectangle 2">
            <a:extLst>
              <a:ext uri="{FF2B5EF4-FFF2-40B4-BE49-F238E27FC236}">
                <a16:creationId xmlns="" xmlns:a16="http://schemas.microsoft.com/office/drawing/2014/main" id="{F996F1FA-75A8-5948-AC02-8CDBC372FC9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10244" name="Rectangle 3">
            <a:extLst>
              <a:ext uri="{FF2B5EF4-FFF2-40B4-BE49-F238E27FC236}">
                <a16:creationId xmlns="" xmlns:a16="http://schemas.microsoft.com/office/drawing/2014/main" id="{EE8FDB57-2814-6E4B-B97F-790DCEB224CE}"/>
              </a:ext>
            </a:extLst>
          </p:cNvPr>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ltLang="en-US">
              <a:latin typeface="Gill Sans" panose="020B0502020104020203" pitchFamily="34" charset="-79"/>
              <a:ea typeface="ＭＳ Ｐゴシック" panose="020B0600070205080204" pitchFamily="34" charset="-128"/>
            </a:endParaRPr>
          </a:p>
        </p:txBody>
      </p:sp>
    </p:spTree>
    <p:extLst>
      <p:ext uri="{BB962C8B-B14F-4D97-AF65-F5344CB8AC3E}">
        <p14:creationId xmlns="" xmlns:p14="http://schemas.microsoft.com/office/powerpoint/2010/main" val="32445016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 xmlns:a16="http://schemas.microsoft.com/office/drawing/2014/main" id="{E2274235-44D4-8041-9AED-2346C0EE1F31}"/>
              </a:ext>
            </a:extLst>
          </p:cNvPr>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ヒラギノ角ゴ Pro W3" panose="020B0300000000000000" pitchFamily="34" charset="-128"/>
              </a:defRPr>
            </a:lvl3pPr>
            <a:lvl4pPr marL="1600200" indent="-228600">
              <a:spcBef>
                <a:spcPct val="30000"/>
              </a:spcBef>
              <a:defRPr sz="1200">
                <a:solidFill>
                  <a:schemeClr val="tx1"/>
                </a:solidFill>
                <a:latin typeface="Calibri" panose="020F0502020204030204" pitchFamily="34" charset="0"/>
                <a:ea typeface="ヒラギノ角ゴ Pro W3" panose="020B0300000000000000"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8E359EA-D287-A449-8193-A941D891FBD4}" type="slidenum">
              <a:rPr lang="en-US" altLang="en-US" smtClean="0">
                <a:solidFill>
                  <a:srgbClr val="AE2B21"/>
                </a:solidFill>
                <a:latin typeface="Tahoma" panose="020B0604030504040204" pitchFamily="34" charset="0"/>
                <a:ea typeface="ヒラギノ角ゴ Pro W3" panose="020B0300000000000000" pitchFamily="34" charset="-128"/>
              </a:rPr>
              <a:pPr>
                <a:spcBef>
                  <a:spcPct val="0"/>
                </a:spcBef>
              </a:pPr>
              <a:t>5</a:t>
            </a:fld>
            <a:endParaRPr lang="en-US" altLang="en-US">
              <a:solidFill>
                <a:srgbClr val="AE2B21"/>
              </a:solidFill>
              <a:latin typeface="Tahoma" panose="020B0604030504040204" pitchFamily="34" charset="0"/>
              <a:ea typeface="ヒラギノ角ゴ Pro W3" panose="020B0300000000000000" pitchFamily="34" charset="-128"/>
            </a:endParaRPr>
          </a:p>
        </p:txBody>
      </p:sp>
      <p:sp>
        <p:nvSpPr>
          <p:cNvPr id="10243" name="Rectangle 2">
            <a:extLst>
              <a:ext uri="{FF2B5EF4-FFF2-40B4-BE49-F238E27FC236}">
                <a16:creationId xmlns="" xmlns:a16="http://schemas.microsoft.com/office/drawing/2014/main" id="{F996F1FA-75A8-5948-AC02-8CDBC372FC9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10244" name="Rectangle 3">
            <a:extLst>
              <a:ext uri="{FF2B5EF4-FFF2-40B4-BE49-F238E27FC236}">
                <a16:creationId xmlns="" xmlns:a16="http://schemas.microsoft.com/office/drawing/2014/main" id="{EE8FDB57-2814-6E4B-B97F-790DCEB224CE}"/>
              </a:ext>
            </a:extLst>
          </p:cNvPr>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ltLang="en-US">
              <a:latin typeface="Gill Sans" panose="020B0502020104020203" pitchFamily="34" charset="-79"/>
              <a:ea typeface="ＭＳ Ｐゴシック" panose="020B0600070205080204" pitchFamily="34" charset="-128"/>
            </a:endParaRPr>
          </a:p>
        </p:txBody>
      </p:sp>
    </p:spTree>
    <p:extLst>
      <p:ext uri="{BB962C8B-B14F-4D97-AF65-F5344CB8AC3E}">
        <p14:creationId xmlns="" xmlns:p14="http://schemas.microsoft.com/office/powerpoint/2010/main" val="32445016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 xmlns:a16="http://schemas.microsoft.com/office/drawing/2014/main" id="{E2274235-44D4-8041-9AED-2346C0EE1F31}"/>
              </a:ext>
            </a:extLst>
          </p:cNvPr>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ヒラギノ角ゴ Pro W3" panose="020B0300000000000000" pitchFamily="34" charset="-128"/>
              </a:defRPr>
            </a:lvl3pPr>
            <a:lvl4pPr marL="1600200" indent="-228600">
              <a:spcBef>
                <a:spcPct val="30000"/>
              </a:spcBef>
              <a:defRPr sz="1200">
                <a:solidFill>
                  <a:schemeClr val="tx1"/>
                </a:solidFill>
                <a:latin typeface="Calibri" panose="020F0502020204030204" pitchFamily="34" charset="0"/>
                <a:ea typeface="ヒラギノ角ゴ Pro W3" panose="020B0300000000000000"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8E359EA-D287-A449-8193-A941D891FBD4}" type="slidenum">
              <a:rPr lang="en-US" altLang="en-US" smtClean="0">
                <a:solidFill>
                  <a:srgbClr val="AE2B21"/>
                </a:solidFill>
                <a:latin typeface="Tahoma" panose="020B0604030504040204" pitchFamily="34" charset="0"/>
                <a:ea typeface="ヒラギノ角ゴ Pro W3" panose="020B0300000000000000" pitchFamily="34" charset="-128"/>
              </a:rPr>
              <a:pPr>
                <a:spcBef>
                  <a:spcPct val="0"/>
                </a:spcBef>
              </a:pPr>
              <a:t>6</a:t>
            </a:fld>
            <a:endParaRPr lang="en-US" altLang="en-US">
              <a:solidFill>
                <a:srgbClr val="AE2B21"/>
              </a:solidFill>
              <a:latin typeface="Tahoma" panose="020B0604030504040204" pitchFamily="34" charset="0"/>
              <a:ea typeface="ヒラギノ角ゴ Pro W3" panose="020B0300000000000000" pitchFamily="34" charset="-128"/>
            </a:endParaRPr>
          </a:p>
        </p:txBody>
      </p:sp>
      <p:sp>
        <p:nvSpPr>
          <p:cNvPr id="10243" name="Rectangle 2">
            <a:extLst>
              <a:ext uri="{FF2B5EF4-FFF2-40B4-BE49-F238E27FC236}">
                <a16:creationId xmlns="" xmlns:a16="http://schemas.microsoft.com/office/drawing/2014/main" id="{F996F1FA-75A8-5948-AC02-8CDBC372FC9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10244" name="Rectangle 3">
            <a:extLst>
              <a:ext uri="{FF2B5EF4-FFF2-40B4-BE49-F238E27FC236}">
                <a16:creationId xmlns="" xmlns:a16="http://schemas.microsoft.com/office/drawing/2014/main" id="{EE8FDB57-2814-6E4B-B97F-790DCEB224CE}"/>
              </a:ext>
            </a:extLst>
          </p:cNvPr>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ltLang="en-US">
              <a:latin typeface="Gill Sans" panose="020B0502020104020203" pitchFamily="34" charset="-79"/>
              <a:ea typeface="ＭＳ Ｐゴシック" panose="020B0600070205080204" pitchFamily="34" charset="-128"/>
            </a:endParaRPr>
          </a:p>
        </p:txBody>
      </p:sp>
    </p:spTree>
    <p:extLst>
      <p:ext uri="{BB962C8B-B14F-4D97-AF65-F5344CB8AC3E}">
        <p14:creationId xmlns="" xmlns:p14="http://schemas.microsoft.com/office/powerpoint/2010/main" val="32445016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 xmlns:a16="http://schemas.microsoft.com/office/drawing/2014/main" id="{E2274235-44D4-8041-9AED-2346C0EE1F31}"/>
              </a:ext>
            </a:extLst>
          </p:cNvPr>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ヒラギノ角ゴ Pro W3" panose="020B0300000000000000" pitchFamily="34" charset="-128"/>
              </a:defRPr>
            </a:lvl3pPr>
            <a:lvl4pPr marL="1600200" indent="-228600">
              <a:spcBef>
                <a:spcPct val="30000"/>
              </a:spcBef>
              <a:defRPr sz="1200">
                <a:solidFill>
                  <a:schemeClr val="tx1"/>
                </a:solidFill>
                <a:latin typeface="Calibri" panose="020F0502020204030204" pitchFamily="34" charset="0"/>
                <a:ea typeface="ヒラギノ角ゴ Pro W3" panose="020B0300000000000000"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8E359EA-D287-A449-8193-A941D891FBD4}" type="slidenum">
              <a:rPr lang="en-US" altLang="en-US" smtClean="0">
                <a:solidFill>
                  <a:srgbClr val="AE2B21"/>
                </a:solidFill>
                <a:latin typeface="Tahoma" panose="020B0604030504040204" pitchFamily="34" charset="0"/>
                <a:ea typeface="ヒラギノ角ゴ Pro W3" panose="020B0300000000000000" pitchFamily="34" charset="-128"/>
              </a:rPr>
              <a:pPr>
                <a:spcBef>
                  <a:spcPct val="0"/>
                </a:spcBef>
              </a:pPr>
              <a:t>7</a:t>
            </a:fld>
            <a:endParaRPr lang="en-US" altLang="en-US">
              <a:solidFill>
                <a:srgbClr val="AE2B21"/>
              </a:solidFill>
              <a:latin typeface="Tahoma" panose="020B0604030504040204" pitchFamily="34" charset="0"/>
              <a:ea typeface="ヒラギノ角ゴ Pro W3" panose="020B0300000000000000" pitchFamily="34" charset="-128"/>
            </a:endParaRPr>
          </a:p>
        </p:txBody>
      </p:sp>
      <p:sp>
        <p:nvSpPr>
          <p:cNvPr id="10243" name="Rectangle 2">
            <a:extLst>
              <a:ext uri="{FF2B5EF4-FFF2-40B4-BE49-F238E27FC236}">
                <a16:creationId xmlns="" xmlns:a16="http://schemas.microsoft.com/office/drawing/2014/main" id="{F996F1FA-75A8-5948-AC02-8CDBC372FC9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10244" name="Rectangle 3">
            <a:extLst>
              <a:ext uri="{FF2B5EF4-FFF2-40B4-BE49-F238E27FC236}">
                <a16:creationId xmlns="" xmlns:a16="http://schemas.microsoft.com/office/drawing/2014/main" id="{EE8FDB57-2814-6E4B-B97F-790DCEB224CE}"/>
              </a:ext>
            </a:extLst>
          </p:cNvPr>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ltLang="en-US">
              <a:latin typeface="Gill Sans" panose="020B0502020104020203" pitchFamily="34" charset="-79"/>
              <a:ea typeface="ＭＳ Ｐゴシック" panose="020B0600070205080204" pitchFamily="34" charset="-128"/>
            </a:endParaRPr>
          </a:p>
        </p:txBody>
      </p:sp>
    </p:spTree>
    <p:extLst>
      <p:ext uri="{BB962C8B-B14F-4D97-AF65-F5344CB8AC3E}">
        <p14:creationId xmlns="" xmlns:p14="http://schemas.microsoft.com/office/powerpoint/2010/main" val="32445016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NZ" dirty="0"/>
          </a:p>
        </p:txBody>
      </p:sp>
      <p:sp>
        <p:nvSpPr>
          <p:cNvPr id="4" name="Slide Number Placeholder 3"/>
          <p:cNvSpPr>
            <a:spLocks noGrp="1"/>
          </p:cNvSpPr>
          <p:nvPr>
            <p:ph type="sldNum" sz="quarter" idx="5"/>
          </p:nvPr>
        </p:nvSpPr>
        <p:spPr/>
        <p:txBody>
          <a:bodyPr/>
          <a:lstStyle/>
          <a:p>
            <a:fld id="{9CB082E8-A9F2-4C0B-918C-B445FC88EA2F}" type="slidenum">
              <a:rPr lang="en-NZ" smtClean="0"/>
              <a:pPr/>
              <a:t>8</a:t>
            </a:fld>
            <a:endParaRPr lang="en-NZ" dirty="0"/>
          </a:p>
        </p:txBody>
      </p:sp>
    </p:spTree>
    <p:extLst>
      <p:ext uri="{BB962C8B-B14F-4D97-AF65-F5344CB8AC3E}">
        <p14:creationId xmlns:p14="http://schemas.microsoft.com/office/powerpoint/2010/main" xmlns="" val="42493147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 xmlns:a16="http://schemas.microsoft.com/office/drawing/2014/main" id="{E2274235-44D4-8041-9AED-2346C0EE1F31}"/>
              </a:ext>
            </a:extLst>
          </p:cNvPr>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ヒラギノ角ゴ Pro W3" panose="020B0300000000000000" pitchFamily="34" charset="-128"/>
              </a:defRPr>
            </a:lvl3pPr>
            <a:lvl4pPr marL="1600200" indent="-228600">
              <a:spcBef>
                <a:spcPct val="30000"/>
              </a:spcBef>
              <a:defRPr sz="1200">
                <a:solidFill>
                  <a:schemeClr val="tx1"/>
                </a:solidFill>
                <a:latin typeface="Calibri" panose="020F0502020204030204" pitchFamily="34" charset="0"/>
                <a:ea typeface="ヒラギノ角ゴ Pro W3" panose="020B0300000000000000"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8E359EA-D287-A449-8193-A941D891FBD4}" type="slidenum">
              <a:rPr lang="en-US" altLang="en-US" smtClean="0">
                <a:solidFill>
                  <a:srgbClr val="AE2B21"/>
                </a:solidFill>
                <a:latin typeface="Tahoma" panose="020B0604030504040204" pitchFamily="34" charset="0"/>
                <a:ea typeface="ヒラギノ角ゴ Pro W3" panose="020B0300000000000000" pitchFamily="34" charset="-128"/>
              </a:rPr>
              <a:pPr>
                <a:spcBef>
                  <a:spcPct val="0"/>
                </a:spcBef>
              </a:pPr>
              <a:t>15</a:t>
            </a:fld>
            <a:endParaRPr lang="en-US" altLang="en-US">
              <a:solidFill>
                <a:srgbClr val="AE2B21"/>
              </a:solidFill>
              <a:latin typeface="Tahoma" panose="020B0604030504040204" pitchFamily="34" charset="0"/>
              <a:ea typeface="ヒラギノ角ゴ Pro W3" panose="020B0300000000000000" pitchFamily="34" charset="-128"/>
            </a:endParaRPr>
          </a:p>
        </p:txBody>
      </p:sp>
      <p:sp>
        <p:nvSpPr>
          <p:cNvPr id="10243" name="Rectangle 2">
            <a:extLst>
              <a:ext uri="{FF2B5EF4-FFF2-40B4-BE49-F238E27FC236}">
                <a16:creationId xmlns="" xmlns:a16="http://schemas.microsoft.com/office/drawing/2014/main" id="{F996F1FA-75A8-5948-AC02-8CDBC372FC9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10244" name="Rectangle 3">
            <a:extLst>
              <a:ext uri="{FF2B5EF4-FFF2-40B4-BE49-F238E27FC236}">
                <a16:creationId xmlns="" xmlns:a16="http://schemas.microsoft.com/office/drawing/2014/main" id="{EE8FDB57-2814-6E4B-B97F-790DCEB224CE}"/>
              </a:ext>
            </a:extLst>
          </p:cNvPr>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ltLang="en-US" dirty="0">
              <a:latin typeface="Gill Sans" panose="020B0502020104020203" pitchFamily="34" charset="-79"/>
              <a:ea typeface="ＭＳ Ｐゴシック" panose="020B0600070205080204" pitchFamily="34" charset="-128"/>
            </a:endParaRPr>
          </a:p>
        </p:txBody>
      </p:sp>
    </p:spTree>
    <p:extLst>
      <p:ext uri="{BB962C8B-B14F-4D97-AF65-F5344CB8AC3E}">
        <p14:creationId xmlns="" xmlns:p14="http://schemas.microsoft.com/office/powerpoint/2010/main" val="32445016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a:p>
        </p:txBody>
      </p:sp>
      <p:sp>
        <p:nvSpPr>
          <p:cNvPr id="4" name="Slide Number Placeholder 3"/>
          <p:cNvSpPr>
            <a:spLocks noGrp="1"/>
          </p:cNvSpPr>
          <p:nvPr>
            <p:ph type="sldNum" sz="quarter" idx="5"/>
          </p:nvPr>
        </p:nvSpPr>
        <p:spPr/>
        <p:txBody>
          <a:bodyPr/>
          <a:lstStyle/>
          <a:p>
            <a:fld id="{9CB082E8-A9F2-4C0B-918C-B445FC88EA2F}" type="slidenum">
              <a:rPr lang="en-NZ" smtClean="0"/>
              <a:pPr/>
              <a:t>16</a:t>
            </a:fld>
            <a:endParaRPr lang="en-NZ" dirty="0"/>
          </a:p>
        </p:txBody>
      </p:sp>
    </p:spTree>
    <p:extLst>
      <p:ext uri="{BB962C8B-B14F-4D97-AF65-F5344CB8AC3E}">
        <p14:creationId xmlns:p14="http://schemas.microsoft.com/office/powerpoint/2010/main" xmlns="" val="21039014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a:p>
        </p:txBody>
      </p:sp>
      <p:sp>
        <p:nvSpPr>
          <p:cNvPr id="4" name="Slide Number Placeholder 3"/>
          <p:cNvSpPr>
            <a:spLocks noGrp="1"/>
          </p:cNvSpPr>
          <p:nvPr>
            <p:ph type="sldNum" sz="quarter" idx="5"/>
          </p:nvPr>
        </p:nvSpPr>
        <p:spPr/>
        <p:txBody>
          <a:bodyPr/>
          <a:lstStyle/>
          <a:p>
            <a:fld id="{9CB082E8-A9F2-4C0B-918C-B445FC88EA2F}" type="slidenum">
              <a:rPr lang="en-NZ" smtClean="0"/>
              <a:pPr/>
              <a:t>17</a:t>
            </a:fld>
            <a:endParaRPr lang="en-NZ" dirty="0"/>
          </a:p>
        </p:txBody>
      </p:sp>
    </p:spTree>
    <p:extLst>
      <p:ext uri="{BB962C8B-B14F-4D97-AF65-F5344CB8AC3E}">
        <p14:creationId xmlns:p14="http://schemas.microsoft.com/office/powerpoint/2010/main" xmlns="" val="21039014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 xmlns:a16="http://schemas.microsoft.com/office/drawing/2014/main" id="{E2274235-44D4-8041-9AED-2346C0EE1F31}"/>
              </a:ext>
            </a:extLst>
          </p:cNvPr>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ヒラギノ角ゴ Pro W3" panose="020B0300000000000000" pitchFamily="34" charset="-128"/>
              </a:defRPr>
            </a:lvl3pPr>
            <a:lvl4pPr marL="1600200" indent="-228600">
              <a:spcBef>
                <a:spcPct val="30000"/>
              </a:spcBef>
              <a:defRPr sz="1200">
                <a:solidFill>
                  <a:schemeClr val="tx1"/>
                </a:solidFill>
                <a:latin typeface="Calibri" panose="020F0502020204030204" pitchFamily="34" charset="0"/>
                <a:ea typeface="ヒラギノ角ゴ Pro W3" panose="020B0300000000000000"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8E359EA-D287-A449-8193-A941D891FBD4}" type="slidenum">
              <a:rPr lang="en-US" altLang="en-US" smtClean="0">
                <a:solidFill>
                  <a:srgbClr val="AE2B21"/>
                </a:solidFill>
                <a:latin typeface="Tahoma" panose="020B0604030504040204" pitchFamily="34" charset="0"/>
                <a:ea typeface="ヒラギノ角ゴ Pro W3" panose="020B0300000000000000" pitchFamily="34" charset="-128"/>
              </a:rPr>
              <a:pPr>
                <a:spcBef>
                  <a:spcPct val="0"/>
                </a:spcBef>
              </a:pPr>
              <a:t>18</a:t>
            </a:fld>
            <a:endParaRPr lang="en-US" altLang="en-US">
              <a:solidFill>
                <a:srgbClr val="AE2B21"/>
              </a:solidFill>
              <a:latin typeface="Tahoma" panose="020B0604030504040204" pitchFamily="34" charset="0"/>
              <a:ea typeface="ヒラギノ角ゴ Pro W3" panose="020B0300000000000000" pitchFamily="34" charset="-128"/>
            </a:endParaRPr>
          </a:p>
        </p:txBody>
      </p:sp>
      <p:sp>
        <p:nvSpPr>
          <p:cNvPr id="10243" name="Rectangle 2">
            <a:extLst>
              <a:ext uri="{FF2B5EF4-FFF2-40B4-BE49-F238E27FC236}">
                <a16:creationId xmlns="" xmlns:a16="http://schemas.microsoft.com/office/drawing/2014/main" id="{F996F1FA-75A8-5948-AC02-8CDBC372FC9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10244" name="Rectangle 3">
            <a:extLst>
              <a:ext uri="{FF2B5EF4-FFF2-40B4-BE49-F238E27FC236}">
                <a16:creationId xmlns="" xmlns:a16="http://schemas.microsoft.com/office/drawing/2014/main" id="{EE8FDB57-2814-6E4B-B97F-790DCEB224CE}"/>
              </a:ext>
            </a:extLst>
          </p:cNvPr>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ltLang="en-US">
              <a:latin typeface="Gill Sans" panose="020B0502020104020203" pitchFamily="34" charset="-79"/>
              <a:ea typeface="ＭＳ Ｐゴシック" panose="020B0600070205080204" pitchFamily="34" charset="-128"/>
            </a:endParaRPr>
          </a:p>
        </p:txBody>
      </p:sp>
    </p:spTree>
    <p:extLst>
      <p:ext uri="{BB962C8B-B14F-4D97-AF65-F5344CB8AC3E}">
        <p14:creationId xmlns="" xmlns:p14="http://schemas.microsoft.com/office/powerpoint/2010/main" val="32445016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 xmlns:a16="http://schemas.microsoft.com/office/drawing/2014/main" id="{E2274235-44D4-8041-9AED-2346C0EE1F31}"/>
              </a:ext>
            </a:extLst>
          </p:cNvPr>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ヒラギノ角ゴ Pro W3" panose="020B0300000000000000" pitchFamily="34" charset="-128"/>
              </a:defRPr>
            </a:lvl3pPr>
            <a:lvl4pPr marL="1600200" indent="-228600">
              <a:spcBef>
                <a:spcPct val="30000"/>
              </a:spcBef>
              <a:defRPr sz="1200">
                <a:solidFill>
                  <a:schemeClr val="tx1"/>
                </a:solidFill>
                <a:latin typeface="Calibri" panose="020F0502020204030204" pitchFamily="34" charset="0"/>
                <a:ea typeface="ヒラギノ角ゴ Pro W3" panose="020B0300000000000000"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8E359EA-D287-A449-8193-A941D891FBD4}" type="slidenum">
              <a:rPr lang="en-US" altLang="en-US" smtClean="0">
                <a:solidFill>
                  <a:srgbClr val="AE2B21"/>
                </a:solidFill>
                <a:latin typeface="Tahoma" panose="020B0604030504040204" pitchFamily="34" charset="0"/>
                <a:ea typeface="ヒラギノ角ゴ Pro W3" panose="020B0300000000000000" pitchFamily="34" charset="-128"/>
              </a:rPr>
              <a:pPr>
                <a:spcBef>
                  <a:spcPct val="0"/>
                </a:spcBef>
              </a:pPr>
              <a:t>19</a:t>
            </a:fld>
            <a:endParaRPr lang="en-US" altLang="en-US">
              <a:solidFill>
                <a:srgbClr val="AE2B21"/>
              </a:solidFill>
              <a:latin typeface="Tahoma" panose="020B0604030504040204" pitchFamily="34" charset="0"/>
              <a:ea typeface="ヒラギノ角ゴ Pro W3" panose="020B0300000000000000" pitchFamily="34" charset="-128"/>
            </a:endParaRPr>
          </a:p>
        </p:txBody>
      </p:sp>
      <p:sp>
        <p:nvSpPr>
          <p:cNvPr id="10243" name="Rectangle 2">
            <a:extLst>
              <a:ext uri="{FF2B5EF4-FFF2-40B4-BE49-F238E27FC236}">
                <a16:creationId xmlns="" xmlns:a16="http://schemas.microsoft.com/office/drawing/2014/main" id="{F996F1FA-75A8-5948-AC02-8CDBC372FC9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10244" name="Rectangle 3">
            <a:extLst>
              <a:ext uri="{FF2B5EF4-FFF2-40B4-BE49-F238E27FC236}">
                <a16:creationId xmlns="" xmlns:a16="http://schemas.microsoft.com/office/drawing/2014/main" id="{EE8FDB57-2814-6E4B-B97F-790DCEB224CE}"/>
              </a:ext>
            </a:extLst>
          </p:cNvPr>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ltLang="en-US">
              <a:latin typeface="Gill Sans" panose="020B0502020104020203" pitchFamily="34" charset="-79"/>
              <a:ea typeface="ＭＳ Ｐゴシック" panose="020B0600070205080204" pitchFamily="34" charset="-128"/>
            </a:endParaRPr>
          </a:p>
        </p:txBody>
      </p:sp>
    </p:spTree>
    <p:extLst>
      <p:ext uri="{BB962C8B-B14F-4D97-AF65-F5344CB8AC3E}">
        <p14:creationId xmlns="" xmlns:p14="http://schemas.microsoft.com/office/powerpoint/2010/main" val="324450164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cstate="print">
              <a:extLst>
                <a:ext uri="{28A0092B-C50C-407E-A947-70E740481C1C}">
                  <a14:useLocalDpi xmlns=""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cstate="print">
              <a:extLst>
                <a:ext uri="{28A0092B-C50C-407E-A947-70E740481C1C}">
                  <a14:useLocalDpi xmlns=""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613B87A2-D943-4A8B-97AA-5AEC9A7D0511}" type="datetimeFigureOut">
              <a:rPr lang="en-NZ" smtClean="0"/>
              <a:pPr/>
              <a:t>2/06/2025</a:t>
            </a:fld>
            <a:endParaRPr lang="en-NZ"/>
          </a:p>
        </p:txBody>
      </p:sp>
      <p:sp>
        <p:nvSpPr>
          <p:cNvPr id="5" name="Footer Placeholder 4"/>
          <p:cNvSpPr>
            <a:spLocks noGrp="1"/>
          </p:cNvSpPr>
          <p:nvPr>
            <p:ph type="ftr" sz="quarter" idx="11"/>
          </p:nvPr>
        </p:nvSpPr>
        <p:spPr>
          <a:xfrm>
            <a:off x="2692397" y="5037663"/>
            <a:ext cx="5214635" cy="279400"/>
          </a:xfrm>
        </p:spPr>
        <p:txBody>
          <a:bodyPr/>
          <a:lstStyle/>
          <a:p>
            <a:endParaRPr lang="en-NZ"/>
          </a:p>
        </p:txBody>
      </p:sp>
      <p:sp>
        <p:nvSpPr>
          <p:cNvPr id="6" name="Slide Number Placeholder 5"/>
          <p:cNvSpPr>
            <a:spLocks noGrp="1"/>
          </p:cNvSpPr>
          <p:nvPr>
            <p:ph type="sldNum" sz="quarter" idx="12"/>
          </p:nvPr>
        </p:nvSpPr>
        <p:spPr>
          <a:xfrm>
            <a:off x="8956900" y="5037663"/>
            <a:ext cx="551167" cy="279400"/>
          </a:xfrm>
        </p:spPr>
        <p:txBody>
          <a:bodyPr/>
          <a:lstStyle/>
          <a:p>
            <a:fld id="{6AAB0B02-0CF5-44A0-BA25-9077EFE85C5F}" type="slidenum">
              <a:rPr lang="en-NZ" smtClean="0"/>
              <a:pPr/>
              <a:t>‹#›</a:t>
            </a:fld>
            <a:endParaRPr lang="en-NZ"/>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 xmlns:p14="http://schemas.microsoft.com/office/powerpoint/2010/main" val="28883750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13B87A2-D943-4A8B-97AA-5AEC9A7D0511}" type="datetimeFigureOut">
              <a:rPr lang="en-NZ" smtClean="0"/>
              <a:pPr/>
              <a:t>2/06/2025</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6AAB0B02-0CF5-44A0-BA25-9077EFE85C5F}" type="slidenum">
              <a:rPr lang="en-NZ" smtClean="0"/>
              <a:pPr/>
              <a:t>‹#›</a:t>
            </a:fld>
            <a:endParaRPr lang="en-NZ"/>
          </a:p>
        </p:txBody>
      </p:sp>
    </p:spTree>
    <p:extLst>
      <p:ext uri="{BB962C8B-B14F-4D97-AF65-F5344CB8AC3E}">
        <p14:creationId xmlns="" xmlns:p14="http://schemas.microsoft.com/office/powerpoint/2010/main" val="3285274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13B87A2-D943-4A8B-97AA-5AEC9A7D0511}" type="datetimeFigureOut">
              <a:rPr lang="en-NZ" smtClean="0"/>
              <a:pPr/>
              <a:t>2/06/2025</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6AAB0B02-0CF5-44A0-BA25-9077EFE85C5F}" type="slidenum">
              <a:rPr lang="en-NZ" smtClean="0"/>
              <a:pPr/>
              <a:t>‹#›</a:t>
            </a:fld>
            <a:endParaRPr lang="en-NZ"/>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 xmlns:p14="http://schemas.microsoft.com/office/powerpoint/2010/main" val="22156313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13B87A2-D943-4A8B-97AA-5AEC9A7D0511}" type="datetimeFigureOut">
              <a:rPr lang="en-NZ" smtClean="0"/>
              <a:pPr/>
              <a:t>2/06/2025</a:t>
            </a:fld>
            <a:endParaRPr lang="en-NZ"/>
          </a:p>
        </p:txBody>
      </p:sp>
      <p:sp>
        <p:nvSpPr>
          <p:cNvPr id="6" name="Footer Placeholder 5"/>
          <p:cNvSpPr>
            <a:spLocks noGrp="1"/>
          </p:cNvSpPr>
          <p:nvPr>
            <p:ph type="ftr" sz="quarter" idx="11"/>
          </p:nvPr>
        </p:nvSpPr>
        <p:spPr/>
        <p:txBody>
          <a:bodyPr/>
          <a:lstStyle/>
          <a:p>
            <a:endParaRPr lang="en-NZ"/>
          </a:p>
        </p:txBody>
      </p:sp>
      <p:sp>
        <p:nvSpPr>
          <p:cNvPr id="7" name="Slide Number Placeholder 6"/>
          <p:cNvSpPr>
            <a:spLocks noGrp="1"/>
          </p:cNvSpPr>
          <p:nvPr>
            <p:ph type="sldNum" sz="quarter" idx="12"/>
          </p:nvPr>
        </p:nvSpPr>
        <p:spPr/>
        <p:txBody>
          <a:bodyPr/>
          <a:lstStyle/>
          <a:p>
            <a:fld id="{6AAB0B02-0CF5-44A0-BA25-9077EFE85C5F}" type="slidenum">
              <a:rPr lang="en-NZ" smtClean="0"/>
              <a:pPr/>
              <a:t>‹#›</a:t>
            </a:fld>
            <a:endParaRPr lang="en-NZ"/>
          </a:p>
        </p:txBody>
      </p:sp>
    </p:spTree>
    <p:extLst>
      <p:ext uri="{BB962C8B-B14F-4D97-AF65-F5344CB8AC3E}">
        <p14:creationId xmlns="" xmlns:p14="http://schemas.microsoft.com/office/powerpoint/2010/main" val="40921382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13B87A2-D943-4A8B-97AA-5AEC9A7D0511}" type="datetimeFigureOut">
              <a:rPr lang="en-NZ" smtClean="0"/>
              <a:pPr/>
              <a:t>2/06/2025</a:t>
            </a:fld>
            <a:endParaRPr lang="en-NZ"/>
          </a:p>
        </p:txBody>
      </p:sp>
      <p:sp>
        <p:nvSpPr>
          <p:cNvPr id="8" name="Footer Placeholder 7"/>
          <p:cNvSpPr>
            <a:spLocks noGrp="1"/>
          </p:cNvSpPr>
          <p:nvPr>
            <p:ph type="ftr" sz="quarter" idx="11"/>
          </p:nvPr>
        </p:nvSpPr>
        <p:spPr/>
        <p:txBody>
          <a:bodyPr/>
          <a:lstStyle/>
          <a:p>
            <a:endParaRPr lang="en-NZ"/>
          </a:p>
        </p:txBody>
      </p:sp>
      <p:sp>
        <p:nvSpPr>
          <p:cNvPr id="9" name="Slide Number Placeholder 8"/>
          <p:cNvSpPr>
            <a:spLocks noGrp="1"/>
          </p:cNvSpPr>
          <p:nvPr>
            <p:ph type="sldNum" sz="quarter" idx="12"/>
          </p:nvPr>
        </p:nvSpPr>
        <p:spPr/>
        <p:txBody>
          <a:bodyPr/>
          <a:lstStyle/>
          <a:p>
            <a:fld id="{6AAB0B02-0CF5-44A0-BA25-9077EFE85C5F}" type="slidenum">
              <a:rPr lang="en-NZ" smtClean="0"/>
              <a:pPr/>
              <a:t>‹#›</a:t>
            </a:fld>
            <a:endParaRPr lang="en-NZ"/>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 xmlns:p14="http://schemas.microsoft.com/office/powerpoint/2010/main" val="1291086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13B87A2-D943-4A8B-97AA-5AEC9A7D0511}" type="datetimeFigureOut">
              <a:rPr lang="en-NZ" smtClean="0"/>
              <a:pPr/>
              <a:t>2/06/2025</a:t>
            </a:fld>
            <a:endParaRPr lang="en-NZ"/>
          </a:p>
        </p:txBody>
      </p:sp>
      <p:sp>
        <p:nvSpPr>
          <p:cNvPr id="4" name="Footer Placeholder 3"/>
          <p:cNvSpPr>
            <a:spLocks noGrp="1"/>
          </p:cNvSpPr>
          <p:nvPr>
            <p:ph type="ftr" sz="quarter" idx="11"/>
          </p:nvPr>
        </p:nvSpPr>
        <p:spPr/>
        <p:txBody>
          <a:bodyPr/>
          <a:lstStyle/>
          <a:p>
            <a:endParaRPr lang="en-NZ"/>
          </a:p>
        </p:txBody>
      </p:sp>
      <p:sp>
        <p:nvSpPr>
          <p:cNvPr id="5" name="Slide Number Placeholder 4"/>
          <p:cNvSpPr>
            <a:spLocks noGrp="1"/>
          </p:cNvSpPr>
          <p:nvPr>
            <p:ph type="sldNum" sz="quarter" idx="12"/>
          </p:nvPr>
        </p:nvSpPr>
        <p:spPr/>
        <p:txBody>
          <a:bodyPr/>
          <a:lstStyle/>
          <a:p>
            <a:fld id="{6AAB0B02-0CF5-44A0-BA25-9077EFE85C5F}" type="slidenum">
              <a:rPr lang="en-NZ" smtClean="0"/>
              <a:pPr/>
              <a:t>‹#›</a:t>
            </a:fld>
            <a:endParaRPr lang="en-NZ"/>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 xmlns:p14="http://schemas.microsoft.com/office/powerpoint/2010/main" val="39881446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13B87A2-D943-4A8B-97AA-5AEC9A7D0511}" type="datetimeFigureOut">
              <a:rPr lang="en-NZ" smtClean="0"/>
              <a:pPr/>
              <a:t>2/06/2025</a:t>
            </a:fld>
            <a:endParaRPr lang="en-NZ"/>
          </a:p>
        </p:txBody>
      </p:sp>
      <p:sp>
        <p:nvSpPr>
          <p:cNvPr id="3" name="Footer Placeholder 2"/>
          <p:cNvSpPr>
            <a:spLocks noGrp="1"/>
          </p:cNvSpPr>
          <p:nvPr>
            <p:ph type="ftr" sz="quarter" idx="11"/>
          </p:nvPr>
        </p:nvSpPr>
        <p:spPr/>
        <p:txBody>
          <a:bodyPr/>
          <a:lstStyle/>
          <a:p>
            <a:endParaRPr lang="en-NZ"/>
          </a:p>
        </p:txBody>
      </p:sp>
      <p:sp>
        <p:nvSpPr>
          <p:cNvPr id="4" name="Slide Number Placeholder 3"/>
          <p:cNvSpPr>
            <a:spLocks noGrp="1"/>
          </p:cNvSpPr>
          <p:nvPr>
            <p:ph type="sldNum" sz="quarter" idx="12"/>
          </p:nvPr>
        </p:nvSpPr>
        <p:spPr/>
        <p:txBody>
          <a:bodyPr/>
          <a:lstStyle/>
          <a:p>
            <a:fld id="{6AAB0B02-0CF5-44A0-BA25-9077EFE85C5F}" type="slidenum">
              <a:rPr lang="en-NZ" smtClean="0"/>
              <a:pPr/>
              <a:t>‹#›</a:t>
            </a:fld>
            <a:endParaRPr lang="en-NZ"/>
          </a:p>
        </p:txBody>
      </p:sp>
    </p:spTree>
    <p:extLst>
      <p:ext uri="{BB962C8B-B14F-4D97-AF65-F5344CB8AC3E}">
        <p14:creationId xmlns="" xmlns:p14="http://schemas.microsoft.com/office/powerpoint/2010/main" val="3925185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13B87A2-D943-4A8B-97AA-5AEC9A7D0511}" type="datetimeFigureOut">
              <a:rPr lang="en-NZ" smtClean="0"/>
              <a:pPr/>
              <a:t>2/06/2025</a:t>
            </a:fld>
            <a:endParaRPr lang="en-NZ"/>
          </a:p>
        </p:txBody>
      </p:sp>
      <p:sp>
        <p:nvSpPr>
          <p:cNvPr id="6" name="Footer Placeholder 5"/>
          <p:cNvSpPr>
            <a:spLocks noGrp="1"/>
          </p:cNvSpPr>
          <p:nvPr>
            <p:ph type="ftr" sz="quarter" idx="11"/>
          </p:nvPr>
        </p:nvSpPr>
        <p:spPr/>
        <p:txBody>
          <a:bodyPr/>
          <a:lstStyle/>
          <a:p>
            <a:endParaRPr lang="en-NZ"/>
          </a:p>
        </p:txBody>
      </p:sp>
      <p:sp>
        <p:nvSpPr>
          <p:cNvPr id="7" name="Slide Number Placeholder 6"/>
          <p:cNvSpPr>
            <a:spLocks noGrp="1"/>
          </p:cNvSpPr>
          <p:nvPr>
            <p:ph type="sldNum" sz="quarter" idx="12"/>
          </p:nvPr>
        </p:nvSpPr>
        <p:spPr/>
        <p:txBody>
          <a:bodyPr/>
          <a:lstStyle/>
          <a:p>
            <a:fld id="{6AAB0B02-0CF5-44A0-BA25-9077EFE85C5F}" type="slidenum">
              <a:rPr lang="en-NZ" smtClean="0"/>
              <a:pPr/>
              <a:t>‹#›</a:t>
            </a:fld>
            <a:endParaRPr lang="en-NZ"/>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 xmlns:p14="http://schemas.microsoft.com/office/powerpoint/2010/main" val="17269208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13B87A2-D943-4A8B-97AA-5AEC9A7D0511}" type="datetimeFigureOut">
              <a:rPr lang="en-NZ" smtClean="0"/>
              <a:pPr/>
              <a:t>2/06/2025</a:t>
            </a:fld>
            <a:endParaRPr lang="en-NZ"/>
          </a:p>
        </p:txBody>
      </p:sp>
      <p:sp>
        <p:nvSpPr>
          <p:cNvPr id="6" name="Footer Placeholder 5"/>
          <p:cNvSpPr>
            <a:spLocks noGrp="1"/>
          </p:cNvSpPr>
          <p:nvPr>
            <p:ph type="ftr" sz="quarter" idx="11"/>
          </p:nvPr>
        </p:nvSpPr>
        <p:spPr/>
        <p:txBody>
          <a:bodyPr/>
          <a:lstStyle/>
          <a:p>
            <a:endParaRPr lang="en-NZ"/>
          </a:p>
        </p:txBody>
      </p:sp>
      <p:sp>
        <p:nvSpPr>
          <p:cNvPr id="7" name="Slide Number Placeholder 6"/>
          <p:cNvSpPr>
            <a:spLocks noGrp="1"/>
          </p:cNvSpPr>
          <p:nvPr>
            <p:ph type="sldNum" sz="quarter" idx="12"/>
          </p:nvPr>
        </p:nvSpPr>
        <p:spPr/>
        <p:txBody>
          <a:bodyPr/>
          <a:lstStyle/>
          <a:p>
            <a:fld id="{6AAB0B02-0CF5-44A0-BA25-9077EFE85C5F}" type="slidenum">
              <a:rPr lang="en-NZ" smtClean="0"/>
              <a:pPr/>
              <a:t>‹#›</a:t>
            </a:fld>
            <a:endParaRPr lang="en-NZ"/>
          </a:p>
        </p:txBody>
      </p:sp>
    </p:spTree>
    <p:extLst>
      <p:ext uri="{BB962C8B-B14F-4D97-AF65-F5344CB8AC3E}">
        <p14:creationId xmlns="" xmlns:p14="http://schemas.microsoft.com/office/powerpoint/2010/main" val="6241990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13B87A2-D943-4A8B-97AA-5AEC9A7D0511}" type="datetimeFigureOut">
              <a:rPr lang="en-NZ" smtClean="0"/>
              <a:pPr/>
              <a:t>2/06/2025</a:t>
            </a:fld>
            <a:endParaRPr lang="en-NZ"/>
          </a:p>
        </p:txBody>
      </p:sp>
      <p:sp>
        <p:nvSpPr>
          <p:cNvPr id="6" name="Footer Placeholder 5"/>
          <p:cNvSpPr>
            <a:spLocks noGrp="1"/>
          </p:cNvSpPr>
          <p:nvPr>
            <p:ph type="ftr" sz="quarter" idx="11"/>
          </p:nvPr>
        </p:nvSpPr>
        <p:spPr/>
        <p:txBody>
          <a:bodyPr/>
          <a:lstStyle/>
          <a:p>
            <a:endParaRPr lang="en-NZ"/>
          </a:p>
        </p:txBody>
      </p:sp>
      <p:sp>
        <p:nvSpPr>
          <p:cNvPr id="7" name="Slide Number Placeholder 6"/>
          <p:cNvSpPr>
            <a:spLocks noGrp="1"/>
          </p:cNvSpPr>
          <p:nvPr>
            <p:ph type="sldNum" sz="quarter" idx="12"/>
          </p:nvPr>
        </p:nvSpPr>
        <p:spPr/>
        <p:txBody>
          <a:bodyPr/>
          <a:lstStyle/>
          <a:p>
            <a:fld id="{6AAB0B02-0CF5-44A0-BA25-9077EFE85C5F}" type="slidenum">
              <a:rPr lang="en-NZ" smtClean="0"/>
              <a:pPr/>
              <a:t>‹#›</a:t>
            </a:fld>
            <a:endParaRPr lang="en-NZ"/>
          </a:p>
        </p:txBody>
      </p:sp>
    </p:spTree>
    <p:extLst>
      <p:ext uri="{BB962C8B-B14F-4D97-AF65-F5344CB8AC3E}">
        <p14:creationId xmlns="" xmlns:p14="http://schemas.microsoft.com/office/powerpoint/2010/main" val="9371792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13B87A2-D943-4A8B-97AA-5AEC9A7D0511}" type="datetimeFigureOut">
              <a:rPr lang="en-NZ" smtClean="0"/>
              <a:pPr/>
              <a:t>2/06/2025</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6AAB0B02-0CF5-44A0-BA25-9077EFE85C5F}" type="slidenum">
              <a:rPr lang="en-NZ" smtClean="0"/>
              <a:pPr/>
              <a:t>‹#›</a:t>
            </a:fld>
            <a:endParaRPr lang="en-NZ"/>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 xmlns:p14="http://schemas.microsoft.com/office/powerpoint/2010/main" val="39411465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13B87A2-D943-4A8B-97AA-5AEC9A7D0511}" type="datetimeFigureOut">
              <a:rPr lang="en-NZ" smtClean="0"/>
              <a:pPr/>
              <a:t>2/06/2025</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6AAB0B02-0CF5-44A0-BA25-9077EFE85C5F}" type="slidenum">
              <a:rPr lang="en-NZ" smtClean="0"/>
              <a:pPr/>
              <a:t>‹#›</a:t>
            </a:fld>
            <a:endParaRPr lang="en-NZ"/>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 xmlns:p14="http://schemas.microsoft.com/office/powerpoint/2010/main" val="2183269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13B87A2-D943-4A8B-97AA-5AEC9A7D0511}" type="datetimeFigureOut">
              <a:rPr lang="en-NZ" smtClean="0"/>
              <a:pPr/>
              <a:t>2/06/2025</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6AAB0B02-0CF5-44A0-BA25-9077EFE85C5F}" type="slidenum">
              <a:rPr lang="en-NZ" smtClean="0"/>
              <a:pPr/>
              <a:t>‹#›</a:t>
            </a:fld>
            <a:endParaRPr lang="en-NZ"/>
          </a:p>
        </p:txBody>
      </p:sp>
    </p:spTree>
    <p:extLst>
      <p:ext uri="{BB962C8B-B14F-4D97-AF65-F5344CB8AC3E}">
        <p14:creationId xmlns="" xmlns:p14="http://schemas.microsoft.com/office/powerpoint/2010/main" val="10921109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13B87A2-D943-4A8B-97AA-5AEC9A7D0511}" type="datetimeFigureOut">
              <a:rPr lang="en-NZ" smtClean="0"/>
              <a:pPr/>
              <a:t>2/06/2025</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6AAB0B02-0CF5-44A0-BA25-9077EFE85C5F}" type="slidenum">
              <a:rPr lang="en-NZ" smtClean="0"/>
              <a:pPr/>
              <a:t>‹#›</a:t>
            </a:fld>
            <a:endParaRPr lang="en-NZ"/>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 xmlns:p14="http://schemas.microsoft.com/office/powerpoint/2010/main" val="36613896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13B87A2-D943-4A8B-97AA-5AEC9A7D0511}" type="datetimeFigureOut">
              <a:rPr lang="en-NZ" smtClean="0"/>
              <a:pPr/>
              <a:t>2/06/2025</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6AAB0B02-0CF5-44A0-BA25-9077EFE85C5F}" type="slidenum">
              <a:rPr lang="en-NZ" smtClean="0"/>
              <a:pPr/>
              <a:t>‹#›</a:t>
            </a:fld>
            <a:endParaRPr lang="en-NZ"/>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 xmlns:p14="http://schemas.microsoft.com/office/powerpoint/2010/main" val="37722224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13B87A2-D943-4A8B-97AA-5AEC9A7D0511}" type="datetimeFigureOut">
              <a:rPr lang="en-NZ" smtClean="0"/>
              <a:pPr/>
              <a:t>2/06/2025</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6AAB0B02-0CF5-44A0-BA25-9077EFE85C5F}" type="slidenum">
              <a:rPr lang="en-NZ" smtClean="0"/>
              <a:pPr/>
              <a:t>‹#›</a:t>
            </a:fld>
            <a:endParaRPr lang="en-NZ"/>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 xmlns:p14="http://schemas.microsoft.com/office/powerpoint/2010/main" val="871573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13B87A2-D943-4A8B-97AA-5AEC9A7D0511}" type="datetimeFigureOut">
              <a:rPr lang="en-NZ" smtClean="0"/>
              <a:pPr/>
              <a:t>2/06/2025</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6AAB0B02-0CF5-44A0-BA25-9077EFE85C5F}" type="slidenum">
              <a:rPr lang="en-NZ" smtClean="0"/>
              <a:pPr/>
              <a:t>‹#›</a:t>
            </a:fld>
            <a:endParaRPr lang="en-NZ"/>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 xmlns:p14="http://schemas.microsoft.com/office/powerpoint/2010/main" val="40126762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cstate="print">
              <a:extLst>
                <a:ext uri="{28A0092B-C50C-407E-A947-70E740481C1C}">
                  <a14:useLocalDpi xmlns=""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cstate="print">
              <a:extLst>
                <a:ext uri="{28A0092B-C50C-407E-A947-70E740481C1C}">
                  <a14:useLocalDpi xmlns=""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cstate="print">
              <a:extLst>
                <a:ext uri="{28A0092B-C50C-407E-A947-70E740481C1C}">
                  <a14:useLocalDpi xmlns=""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13B87A2-D943-4A8B-97AA-5AEC9A7D0511}" type="datetimeFigureOut">
              <a:rPr lang="en-NZ" smtClean="0"/>
              <a:pPr/>
              <a:t>2/06/2025</a:t>
            </a:fld>
            <a:endParaRPr lang="en-NZ"/>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NZ"/>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AAB0B02-0CF5-44A0-BA25-9077EFE85C5F}" type="slidenum">
              <a:rPr lang="en-NZ" smtClean="0"/>
              <a:pPr/>
              <a:t>‹#›</a:t>
            </a:fld>
            <a:endParaRPr lang="en-NZ"/>
          </a:p>
        </p:txBody>
      </p:sp>
    </p:spTree>
    <p:extLst>
      <p:ext uri="{BB962C8B-B14F-4D97-AF65-F5344CB8AC3E}">
        <p14:creationId xmlns="" xmlns:p14="http://schemas.microsoft.com/office/powerpoint/2010/main" val="223774714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jpe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jpeg"/></Relationships>
</file>

<file path=ppt/slides/_rels/slide3.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12.png"/><Relationship Id="rId7"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6.svg"/><Relationship Id="rId5" Type="http://schemas.openxmlformats.org/officeDocument/2006/relationships/image" Target="../media/image13.png"/><Relationship Id="rId10" Type="http://schemas.openxmlformats.org/officeDocument/2006/relationships/image" Target="../media/image30.svg"/><Relationship Id="rId4" Type="http://schemas.openxmlformats.org/officeDocument/2006/relationships/image" Target="../media/image24.svg"/><Relationship Id="rId9" Type="http://schemas.openxmlformats.org/officeDocument/2006/relationships/image" Target="../media/image1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 Id="rId9" Type="http://schemas.openxmlformats.org/officeDocument/2006/relationships/image" Target="../media/image33.png"/></Relationships>
</file>

<file path=ppt/slides/_rels/slide1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cstate="print"/>
          <a:stretch/>
        </a:blipFill>
        <a:effectLst/>
      </p:bgPr>
    </p:bg>
    <p:spTree>
      <p:nvGrpSpPr>
        <p:cNvPr id="1" name=""/>
        <p:cNvGrpSpPr/>
        <p:nvPr/>
      </p:nvGrpSpPr>
      <p:grpSpPr>
        <a:xfrm>
          <a:off x="0" y="0"/>
          <a:ext cx="0" cy="0"/>
          <a:chOff x="0" y="0"/>
          <a:chExt cx="0" cy="0"/>
        </a:xfrm>
      </p:grpSpPr>
      <p:sp useBgFill="1">
        <p:nvSpPr>
          <p:cNvPr id="2052" name="Rectangle 2051">
            <a:extLst>
              <a:ext uri="{FF2B5EF4-FFF2-40B4-BE49-F238E27FC236}">
                <a16:creationId xmlns="" xmlns:a16="http://schemas.microsoft.com/office/drawing/2014/main" id="{8B226A40-22CC-40E5-9EC4-5163536C62A0}"/>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53" name="Group 2052">
            <a:extLst>
              <a:ext uri="{FF2B5EF4-FFF2-40B4-BE49-F238E27FC236}">
                <a16:creationId xmlns="" xmlns:a16="http://schemas.microsoft.com/office/drawing/2014/main" id="{6BB9B7D3-101C-4F55-A956-62DA4AAD40E3}"/>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 xmlns:p16="http://schemas.microsoft.com/office/powerpoint/2015/main" val="1"/>
              </p:ext>
            </p:extLst>
          </p:nvPr>
        </p:nvGrpSpPr>
        <p:grpSpPr>
          <a:xfrm>
            <a:off x="0" y="1786"/>
            <a:ext cx="12229962" cy="6856214"/>
            <a:chOff x="-15736" y="0"/>
            <a:chExt cx="12229962" cy="6856214"/>
          </a:xfrm>
        </p:grpSpPr>
        <p:pic>
          <p:nvPicPr>
            <p:cNvPr id="2058" name="Picture 2057">
              <a:extLst>
                <a:ext uri="{FF2B5EF4-FFF2-40B4-BE49-F238E27FC236}">
                  <a16:creationId xmlns="" xmlns:a16="http://schemas.microsoft.com/office/drawing/2014/main" id="{53BD5441-821C-4091-8DDD-A4A56A6FC8BB}"/>
                </a:ext>
                <a:ext uri="{C183D7F6-B498-43B3-948B-1728B52AA6E4}">
                  <adec:decorative xmlns="" xmlns:adec="http://schemas.microsoft.com/office/drawing/2017/decorative" val="1"/>
                </a:ext>
              </a:extLst>
            </p:cNvPr>
            <p:cNvPicPr>
              <a:picLocks noChangeAspect="1"/>
            </p:cNvPicPr>
            <p:nvPr>
              <p:extLst>
                <p:ext uri="{386F3935-93C4-4BCD-93E2-E3B085C9AB24}">
                  <p16:designElem xmlns="" xmlns:p16="http://schemas.microsoft.com/office/powerpoint/2015/main" val="1"/>
                </p:ext>
              </p:extLst>
            </p:nvPr>
          </p:nvPicPr>
          <p:blipFill>
            <a:blip r:embed="rId3" cstate="print">
              <a:extLst>
                <a:ext uri="{28A0092B-C50C-407E-A947-70E740481C1C}">
                  <a14:useLocalDpi xmlns="" xmlns:a14="http://schemas.microsoft.com/office/drawing/2010/main" val="0"/>
                </a:ext>
              </a:extLst>
            </a:blip>
            <a:stretch>
              <a:fillRect/>
            </a:stretch>
          </p:blipFill>
          <p:spPr>
            <a:xfrm>
              <a:off x="0" y="0"/>
              <a:ext cx="12188825" cy="6856214"/>
            </a:xfrm>
            <a:prstGeom prst="rect">
              <a:avLst/>
            </a:prstGeom>
          </p:spPr>
        </p:pic>
        <p:sp>
          <p:nvSpPr>
            <p:cNvPr id="2054" name="Rectangle 2053">
              <a:extLst>
                <a:ext uri="{FF2B5EF4-FFF2-40B4-BE49-F238E27FC236}">
                  <a16:creationId xmlns="" xmlns:a16="http://schemas.microsoft.com/office/drawing/2014/main" id="{AFC6E877-1BD2-4856-8FFD-250D27C15807}"/>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NZ"/>
            </a:p>
          </p:txBody>
        </p:sp>
        <p:pic>
          <p:nvPicPr>
            <p:cNvPr id="2060" name="Picture 2059">
              <a:extLst>
                <a:ext uri="{FF2B5EF4-FFF2-40B4-BE49-F238E27FC236}">
                  <a16:creationId xmlns="" xmlns:a16="http://schemas.microsoft.com/office/drawing/2014/main" id="{F64C008A-2A32-4626-A83A-16A984F886F8}"/>
                </a:ext>
                <a:ext uri="{C183D7F6-B498-43B3-948B-1728B52AA6E4}">
                  <adec:decorative xmlns="" xmlns:adec="http://schemas.microsoft.com/office/drawing/2017/decorative" val="1"/>
                </a:ext>
              </a:extLst>
            </p:cNvPr>
            <p:cNvPicPr>
              <a:picLocks noChangeAspect="1"/>
            </p:cNvPicPr>
            <p:nvPr>
              <p:extLst>
                <p:ext uri="{386F3935-93C4-4BCD-93E2-E3B085C9AB24}">
                  <p16:designElem xmlns="" xmlns:p16="http://schemas.microsoft.com/office/powerpoint/2015/main" val="1"/>
                </p:ext>
              </p:extLst>
            </p:nvPr>
          </p:nvPicPr>
          <p:blipFill rotWithShape="1">
            <a:blip r:embed="rId4" cstate="print">
              <a:extLst>
                <a:ext uri="{28A0092B-C50C-407E-A947-70E740481C1C}">
                  <a14:useLocalDpi xmlns="" xmlns:a14="http://schemas.microsoft.com/office/drawing/2010/main" val="0"/>
                </a:ext>
              </a:extLst>
            </a:blip>
            <a:srcRect/>
            <a:stretch/>
          </p:blipFill>
          <p:spPr>
            <a:xfrm>
              <a:off x="-15736" y="3153832"/>
              <a:ext cx="777240" cy="606425"/>
            </a:xfrm>
            <a:prstGeom prst="rect">
              <a:avLst/>
            </a:prstGeom>
          </p:spPr>
        </p:pic>
        <p:pic>
          <p:nvPicPr>
            <p:cNvPr id="2061" name="Picture 2060">
              <a:extLst>
                <a:ext uri="{FF2B5EF4-FFF2-40B4-BE49-F238E27FC236}">
                  <a16:creationId xmlns="" xmlns:a16="http://schemas.microsoft.com/office/drawing/2014/main" id="{875D67EF-62E2-43F5-8005-7A7A319D05A5}"/>
                </a:ext>
                <a:ext uri="{C183D7F6-B498-43B3-948B-1728B52AA6E4}">
                  <adec:decorative xmlns="" xmlns:adec="http://schemas.microsoft.com/office/drawing/2017/decorative" val="1"/>
                </a:ext>
              </a:extLst>
            </p:cNvPr>
            <p:cNvPicPr>
              <a:picLocks noChangeAspect="1"/>
            </p:cNvPicPr>
            <p:nvPr>
              <p:extLst>
                <p:ext uri="{386F3935-93C4-4BCD-93E2-E3B085C9AB24}">
                  <p16:designElem xmlns="" xmlns:p16="http://schemas.microsoft.com/office/powerpoint/2015/main" val="1"/>
                </p:ext>
              </p:extLst>
            </p:nvPr>
          </p:nvPicPr>
          <p:blipFill rotWithShape="1">
            <a:blip r:embed="rId4" cstate="print">
              <a:extLst>
                <a:ext uri="{28A0092B-C50C-407E-A947-70E740481C1C}">
                  <a14:useLocalDpi xmlns="" xmlns:a14="http://schemas.microsoft.com/office/drawing/2010/main" val="0"/>
                </a:ext>
              </a:extLst>
            </a:blip>
            <a:srcRect/>
            <a:stretch/>
          </p:blipFill>
          <p:spPr>
            <a:xfrm>
              <a:off x="11436986" y="3153832"/>
              <a:ext cx="777240" cy="606425"/>
            </a:xfrm>
            <a:prstGeom prst="rect">
              <a:avLst/>
            </a:prstGeom>
          </p:spPr>
        </p:pic>
      </p:grpSp>
      <p:sp>
        <p:nvSpPr>
          <p:cNvPr id="2" name="标题 1">
            <a:extLst>
              <a:ext uri="{FF2B5EF4-FFF2-40B4-BE49-F238E27FC236}">
                <a16:creationId xmlns="" xmlns:a16="http://schemas.microsoft.com/office/drawing/2014/main" id="{49BBFCA9-33B3-1540-904F-A1E7F6D079F4}"/>
              </a:ext>
            </a:extLst>
          </p:cNvPr>
          <p:cNvSpPr>
            <a:spLocks noGrp="1"/>
          </p:cNvSpPr>
          <p:nvPr>
            <p:ph type="ctrTitle"/>
          </p:nvPr>
        </p:nvSpPr>
        <p:spPr>
          <a:xfrm>
            <a:off x="1102619" y="4404852"/>
            <a:ext cx="9989677" cy="1054745"/>
          </a:xfrm>
        </p:spPr>
        <p:txBody>
          <a:bodyPr>
            <a:normAutofit/>
          </a:bodyPr>
          <a:lstStyle/>
          <a:p>
            <a:r>
              <a:rPr lang="en-US" altLang="zh-CN" sz="5000" b="1">
                <a:latin typeface="Arial" panose="020B0604020202020204" pitchFamily="34" charset="0"/>
                <a:cs typeface="Arial" panose="020B0604020202020204" pitchFamily="34" charset="0"/>
              </a:rPr>
              <a:t>MAMC01901</a:t>
            </a:r>
            <a:r>
              <a:rPr lang="zh-CN" altLang="en-US" sz="5000" b="1">
                <a:latin typeface="Arial" panose="020B0604020202020204" pitchFamily="34" charset="0"/>
                <a:cs typeface="Arial" panose="020B0604020202020204" pitchFamily="34" charset="0"/>
              </a:rPr>
              <a:t> </a:t>
            </a:r>
            <a:r>
              <a:rPr lang="en-NZ" altLang="zh-CN" sz="5000" b="1">
                <a:latin typeface="Arial" panose="020B0604020202020204" pitchFamily="34" charset="0"/>
                <a:cs typeface="Arial" panose="020B0604020202020204" pitchFamily="34" charset="0"/>
              </a:rPr>
              <a:t>Business Analysis</a:t>
            </a:r>
            <a:endParaRPr lang="en-AU" sz="5000"/>
          </a:p>
        </p:txBody>
      </p:sp>
      <p:sp>
        <p:nvSpPr>
          <p:cNvPr id="3" name="副标题 2">
            <a:extLst>
              <a:ext uri="{FF2B5EF4-FFF2-40B4-BE49-F238E27FC236}">
                <a16:creationId xmlns="" xmlns:a16="http://schemas.microsoft.com/office/drawing/2014/main" id="{AC93C8EE-593C-F74F-990D-83AA3B6C8156}"/>
              </a:ext>
            </a:extLst>
          </p:cNvPr>
          <p:cNvSpPr>
            <a:spLocks noGrp="1"/>
          </p:cNvSpPr>
          <p:nvPr>
            <p:ph type="subTitle" idx="1"/>
          </p:nvPr>
        </p:nvSpPr>
        <p:spPr>
          <a:xfrm>
            <a:off x="1298448" y="5565530"/>
            <a:ext cx="9603727" cy="405501"/>
          </a:xfrm>
        </p:spPr>
        <p:txBody>
          <a:bodyPr>
            <a:normAutofit/>
          </a:bodyPr>
          <a:lstStyle/>
          <a:p>
            <a:pPr>
              <a:lnSpc>
                <a:spcPct val="90000"/>
              </a:lnSpc>
              <a:defRPr/>
            </a:pPr>
            <a:r>
              <a:rPr lang="en-US" altLang="zh-CN" dirty="0">
                <a:latin typeface="Arial" panose="020B0604020202020204" pitchFamily="34" charset="0"/>
                <a:cs typeface="Arial" panose="020B0604020202020204" pitchFamily="34" charset="0"/>
              </a:rPr>
              <a:t>Week</a:t>
            </a:r>
            <a:r>
              <a:rPr lang="zh-CN" altLang="en-US" dirty="0">
                <a:latin typeface="Arial" panose="020B0604020202020204" pitchFamily="34" charset="0"/>
                <a:cs typeface="Arial" panose="020B0604020202020204" pitchFamily="34" charset="0"/>
              </a:rPr>
              <a:t> </a:t>
            </a:r>
            <a:r>
              <a:rPr lang="en-NZ" altLang="zh-CN" dirty="0" smtClean="0">
                <a:latin typeface="Arial" panose="020B0604020202020204" pitchFamily="34" charset="0"/>
                <a:cs typeface="Arial" panose="020B0604020202020204" pitchFamily="34" charset="0"/>
              </a:rPr>
              <a:t>6</a:t>
            </a:r>
            <a:r>
              <a:rPr lang="zh-CN" altLang="en-US" dirty="0" smtClean="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(Session</a:t>
            </a:r>
            <a:r>
              <a:rPr lang="zh-CN" altLang="en-US" dirty="0">
                <a:latin typeface="Arial" panose="020B0604020202020204" pitchFamily="34" charset="0"/>
                <a:cs typeface="Arial" panose="020B0604020202020204" pitchFamily="34" charset="0"/>
              </a:rPr>
              <a:t> </a:t>
            </a:r>
            <a:r>
              <a:rPr lang="en-NZ" altLang="zh-CN" dirty="0" smtClean="0">
                <a:latin typeface="Arial" panose="020B0604020202020204" pitchFamily="34" charset="0"/>
                <a:cs typeface="Arial" panose="020B0604020202020204" pitchFamily="34" charset="0"/>
              </a:rPr>
              <a:t>1</a:t>
            </a:r>
            <a:r>
              <a:rPr lang="en-US" altLang="zh-CN" dirty="0" smtClean="0">
                <a:latin typeface="Arial" panose="020B0604020202020204" pitchFamily="34" charset="0"/>
                <a:cs typeface="Arial" panose="020B0604020202020204" pitchFamily="34" charset="0"/>
              </a:rPr>
              <a:t>): </a:t>
            </a:r>
            <a:r>
              <a:rPr lang="en-US" altLang="zh-CN" dirty="0" smtClean="0">
                <a:latin typeface="Arial" panose="020B0604020202020204" pitchFamily="34" charset="0"/>
                <a:cs typeface="Arial" panose="020B0604020202020204" pitchFamily="34" charset="0"/>
              </a:rPr>
              <a:t>Business analysis techniques </a:t>
            </a:r>
            <a:r>
              <a:rPr lang="en-US" altLang="zh-CN" dirty="0" smtClean="0">
                <a:latin typeface="Arial" panose="020B0604020202020204" pitchFamily="34" charset="0"/>
                <a:cs typeface="Arial" panose="020B0604020202020204" pitchFamily="34" charset="0"/>
              </a:rPr>
              <a:t>(</a:t>
            </a:r>
            <a:r>
              <a:rPr lang="en-US" altLang="zh-CN" dirty="0" smtClean="0">
                <a:latin typeface="Arial" panose="020B0604020202020204" pitchFamily="34" charset="0"/>
                <a:cs typeface="Arial" panose="020B0604020202020204" pitchFamily="34" charset="0"/>
              </a:rPr>
              <a:t>Process Modelling</a:t>
            </a:r>
            <a:r>
              <a:rPr lang="en-US" altLang="zh-CN" dirty="0" smtClean="0">
                <a:latin typeface="Arial" panose="020B0604020202020204" pitchFamily="34" charset="0"/>
                <a:cs typeface="Arial" panose="020B0604020202020204" pitchFamily="34" charset="0"/>
              </a:rPr>
              <a:t>)</a:t>
            </a:r>
            <a:endParaRPr lang="en-US" altLang="zh-CN" dirty="0">
              <a:latin typeface="Arial" panose="020B0604020202020204" pitchFamily="34" charset="0"/>
              <a:cs typeface="Arial" panose="020B0604020202020204" pitchFamily="34" charset="0"/>
            </a:endParaRPr>
          </a:p>
        </p:txBody>
      </p:sp>
      <p:sp>
        <p:nvSpPr>
          <p:cNvPr id="2063" name="Rectangle 2062">
            <a:extLst>
              <a:ext uri="{FF2B5EF4-FFF2-40B4-BE49-F238E27FC236}">
                <a16:creationId xmlns="" xmlns:a16="http://schemas.microsoft.com/office/drawing/2014/main" id="{9D2CA3DB-2141-4DE2-9F8A-9E5561DDFDA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1611086" y="1092200"/>
            <a:ext cx="8962768" cy="3128346"/>
          </a:xfrm>
          <a:prstGeom prst="rect">
            <a:avLst/>
          </a:prstGeom>
          <a:solidFill>
            <a:schemeClr val="bg1"/>
          </a:solidFill>
          <a:ln w="57150" cmpd="thickThin">
            <a:solidFill>
              <a:schemeClr val="tx1">
                <a:lumMod val="50000"/>
                <a:lumOff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Kia Ora sign art, carved of wood– TroubleMaker.co.nz">
            <a:extLst>
              <a:ext uri="{FF2B5EF4-FFF2-40B4-BE49-F238E27FC236}">
                <a16:creationId xmlns="" xmlns:a16="http://schemas.microsoft.com/office/drawing/2014/main" id="{B262EEE1-457B-56DE-8B21-312BA4D4F998}"/>
              </a:ext>
            </a:extLst>
          </p:cNvPr>
          <p:cNvPicPr>
            <a:picLocks noChangeAspect="1" noChangeArrowheads="1"/>
          </p:cNvPicPr>
          <p:nvPr/>
        </p:nvPicPr>
        <p:blipFill>
          <a:blip r:embed="rId5" cstate="print">
            <a:extLst>
              <a:ext uri="{28A0092B-C50C-407E-A947-70E740481C1C}">
                <a14:useLocalDpi xmlns="" xmlns:a14="http://schemas.microsoft.com/office/drawing/2010/main" val="0"/>
              </a:ext>
            </a:extLst>
          </a:blip>
          <a:stretch>
            <a:fillRect/>
          </a:stretch>
        </p:blipFill>
        <p:spPr bwMode="auto">
          <a:xfrm>
            <a:off x="6180744" y="1467334"/>
            <a:ext cx="4227694" cy="2378077"/>
          </a:xfrm>
          <a:prstGeom prst="rect">
            <a:avLst/>
          </a:prstGeom>
          <a:noFill/>
          <a:extLst>
            <a:ext uri="{909E8E84-426E-40DD-AFC4-6F175D3DCCD1}">
              <a14:hiddenFill xmlns="" xmlns:a14="http://schemas.microsoft.com/office/drawing/2010/main">
                <a:solidFill>
                  <a:srgbClr val="FFFFFF"/>
                </a:solidFill>
              </a14:hiddenFill>
            </a:ext>
          </a:extLst>
        </p:spPr>
      </p:pic>
      <p:cxnSp>
        <p:nvCxnSpPr>
          <p:cNvPr id="2065" name="Straight Connector 2064">
            <a:extLst>
              <a:ext uri="{FF2B5EF4-FFF2-40B4-BE49-F238E27FC236}">
                <a16:creationId xmlns="" xmlns:a16="http://schemas.microsoft.com/office/drawing/2014/main" id="{1214B64F-D291-4308-B071-A2678ED782A7}"/>
              </a:ext>
              <a:ext uri="{C183D7F6-B498-43B3-948B-1728B52AA6E4}">
                <adec:decorative xmlns=""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 xmlns:p16="http://schemas.microsoft.com/office/powerpoint/2015/main" val="1"/>
              </p:ext>
            </p:extLst>
          </p:nvPr>
        </p:nvCxnSpPr>
        <p:spPr>
          <a:xfrm>
            <a:off x="2164080" y="5518838"/>
            <a:ext cx="7863840" cy="0"/>
          </a:xfrm>
          <a:prstGeom prst="line">
            <a:avLst/>
          </a:prstGeom>
        </p:spPr>
        <p:style>
          <a:lnRef idx="2">
            <a:schemeClr val="accent1"/>
          </a:lnRef>
          <a:fillRef idx="0">
            <a:schemeClr val="accent1"/>
          </a:fillRef>
          <a:effectRef idx="1">
            <a:schemeClr val="accent1"/>
          </a:effectRef>
          <a:fontRef idx="minor">
            <a:schemeClr val="tx1"/>
          </a:fontRef>
        </p:style>
      </p:cxnSp>
      <p:pic>
        <p:nvPicPr>
          <p:cNvPr id="6" name="Picture 5">
            <a:extLst>
              <a:ext uri="{FF2B5EF4-FFF2-40B4-BE49-F238E27FC236}">
                <a16:creationId xmlns="" xmlns:a16="http://schemas.microsoft.com/office/drawing/2014/main" id="{0747DBC0-6181-FB00-4C94-606735BE6CEA}"/>
              </a:ext>
            </a:extLst>
          </p:cNvPr>
          <p:cNvPicPr>
            <a:picLocks noChangeAspect="1"/>
          </p:cNvPicPr>
          <p:nvPr/>
        </p:nvPicPr>
        <p:blipFill>
          <a:blip r:embed="rId6" cstate="print"/>
          <a:stretch>
            <a:fillRect/>
          </a:stretch>
        </p:blipFill>
        <p:spPr>
          <a:xfrm>
            <a:off x="1642272" y="1999772"/>
            <a:ext cx="4478499" cy="1016695"/>
          </a:xfrm>
          <a:prstGeom prst="rect">
            <a:avLst/>
          </a:prstGeom>
        </p:spPr>
      </p:pic>
    </p:spTree>
    <p:extLst>
      <p:ext uri="{BB962C8B-B14F-4D97-AF65-F5344CB8AC3E}">
        <p14:creationId xmlns="" xmlns:p14="http://schemas.microsoft.com/office/powerpoint/2010/main" val="15415305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cstate="print"/>
          <a:stretch/>
        </a:blipFill>
        <a:effectLst/>
      </p:bgPr>
    </p:bg>
    <p:spTree>
      <p:nvGrpSpPr>
        <p:cNvPr id="1" name=""/>
        <p:cNvGrpSpPr/>
        <p:nvPr/>
      </p:nvGrpSpPr>
      <p:grpSpPr>
        <a:xfrm>
          <a:off x="0" y="0"/>
          <a:ext cx="0" cy="0"/>
          <a:chOff x="0" y="0"/>
          <a:chExt cx="0" cy="0"/>
        </a:xfrm>
      </p:grpSpPr>
      <p:sp useBgFill="1">
        <p:nvSpPr>
          <p:cNvPr id="250899" name="Rectangle 250898">
            <a:extLst>
              <a:ext uri="{FF2B5EF4-FFF2-40B4-BE49-F238E27FC236}">
                <a16:creationId xmlns="" xmlns:a16="http://schemas.microsoft.com/office/drawing/2014/main" id="{B7328C2D-38F0-4C80-9EA5-A1AD0D6B2022}"/>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blipFill>
            <a:blip r:embed="rId4" cstate="print"/>
            <a:stretch/>
          </a:blipFill>
          <a:ln w="15875" cap="flat" cmpd="sng" algn="ctr">
            <a:solidFill>
              <a:srgbClr val="B15E28">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Garamond" panose="02020404030301010803"/>
              <a:ea typeface="+mn-ea"/>
              <a:cs typeface="+mn-cs"/>
            </a:endParaRPr>
          </a:p>
        </p:txBody>
      </p:sp>
      <p:grpSp>
        <p:nvGrpSpPr>
          <p:cNvPr id="250900" name="Group 250899">
            <a:extLst>
              <a:ext uri="{FF2B5EF4-FFF2-40B4-BE49-F238E27FC236}">
                <a16:creationId xmlns="" xmlns:a16="http://schemas.microsoft.com/office/drawing/2014/main" id="{BD17E249-48D0-476B-A642-A5D58DD39A22}"/>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 xmlns:p16="http://schemas.microsoft.com/office/powerpoint/2015/main" val="1"/>
              </p:ext>
            </p:extLst>
          </p:nvPr>
        </p:nvGrpSpPr>
        <p:grpSpPr>
          <a:xfrm>
            <a:off x="0" y="0"/>
            <a:ext cx="12188825" cy="6856215"/>
            <a:chOff x="0" y="0"/>
            <a:chExt cx="12188825" cy="6856215"/>
          </a:xfrm>
        </p:grpSpPr>
        <p:pic>
          <p:nvPicPr>
            <p:cNvPr id="250901" name="Picture 250900">
              <a:extLst>
                <a:ext uri="{FF2B5EF4-FFF2-40B4-BE49-F238E27FC236}">
                  <a16:creationId xmlns="" xmlns:a16="http://schemas.microsoft.com/office/drawing/2014/main" id="{7E4B7EC7-DE5B-4F27-839A-7CDF49C61816}"/>
                </a:ext>
                <a:ext uri="{C183D7F6-B498-43B3-948B-1728B52AA6E4}">
                  <adec:decorative xmlns="" xmlns:adec="http://schemas.microsoft.com/office/drawing/2017/decorative" val="1"/>
                </a:ext>
              </a:extLst>
            </p:cNvPr>
            <p:cNvPicPr>
              <a:picLocks noChangeAspect="1"/>
            </p:cNvPicPr>
            <p:nvPr>
              <p:extLst>
                <p:ext uri="{386F3935-93C4-4BCD-93E2-E3B085C9AB24}">
                  <p16:designElem xmlns="" xmlns:p16="http://schemas.microsoft.com/office/powerpoint/2015/main" val="1"/>
                </p:ext>
              </p:extLst>
            </p:nvPr>
          </p:nvPicPr>
          <p:blipFill>
            <a:blip r:embed="rId5" cstate="print">
              <a:extLst>
                <a:ext uri="{28A0092B-C50C-407E-A947-70E740481C1C}">
                  <a14:useLocalDpi xmlns="" xmlns:a14="http://schemas.microsoft.com/office/drawing/2010/main" val="0"/>
                </a:ext>
              </a:extLst>
            </a:blip>
            <a:stretch>
              <a:fillRect/>
            </a:stretch>
          </p:blipFill>
          <p:spPr>
            <a:xfrm>
              <a:off x="0" y="0"/>
              <a:ext cx="12188825" cy="6856214"/>
            </a:xfrm>
            <a:prstGeom prst="rect">
              <a:avLst/>
            </a:prstGeom>
          </p:spPr>
        </p:pic>
        <p:sp>
          <p:nvSpPr>
            <p:cNvPr id="250902" name="Rectangle 250901">
              <a:extLst>
                <a:ext uri="{FF2B5EF4-FFF2-40B4-BE49-F238E27FC236}">
                  <a16:creationId xmlns="" xmlns:a16="http://schemas.microsoft.com/office/drawing/2014/main" id="{DDA01082-3C8F-4602-8DA7-C82DF7095698}"/>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a:off x="608012" y="609600"/>
              <a:ext cx="10972800" cy="5638800"/>
            </a:xfrm>
            <a:prstGeom prst="rect">
              <a:avLst/>
            </a:prstGeom>
            <a:noFill/>
            <a:ln w="15875" cap="flat" cmpd="sng" algn="ctr">
              <a:solidFill>
                <a:schemeClr val="accent1"/>
              </a:solidFill>
              <a:prstDash val="solid"/>
              <a:miter lim="800000"/>
            </a:ln>
            <a:effectLst>
              <a:innerShdw blurRad="25400" dist="12700" dir="13500000">
                <a:srgbClr val="000000">
                  <a:alpha val="45000"/>
                </a:srgbClr>
              </a:innerShdw>
            </a:effectLst>
          </p:spPr>
          <p:txBody>
            <a:bodyPr/>
            <a:lstStyle/>
            <a:p>
              <a:endParaRPr lang="en-NZ"/>
            </a:p>
          </p:txBody>
        </p:sp>
        <p:pic>
          <p:nvPicPr>
            <p:cNvPr id="250903" name="Picture 250902">
              <a:extLst>
                <a:ext uri="{FF2B5EF4-FFF2-40B4-BE49-F238E27FC236}">
                  <a16:creationId xmlns="" xmlns:a16="http://schemas.microsoft.com/office/drawing/2014/main" id="{1A21B48A-5892-4DD2-B2E1-91BD42A44CB9}"/>
                </a:ext>
                <a:ext uri="{C183D7F6-B498-43B3-948B-1728B52AA6E4}">
                  <adec:decorative xmlns="" xmlns:adec="http://schemas.microsoft.com/office/drawing/2017/decorative" val="1"/>
                </a:ext>
              </a:extLst>
            </p:cNvPr>
            <p:cNvPicPr>
              <a:picLocks noChangeAspect="1"/>
            </p:cNvPicPr>
            <p:nvPr>
              <p:extLst>
                <p:ext uri="{386F3935-93C4-4BCD-93E2-E3B085C9AB24}">
                  <p16:designElem xmlns="" xmlns:p16="http://schemas.microsoft.com/office/powerpoint/2015/main" val="1"/>
                </p:ext>
              </p:extLst>
            </p:nvPr>
          </p:nvPicPr>
          <p:blipFill rotWithShape="1">
            <a:blip r:embed="rId6" cstate="print">
              <a:extLst>
                <a:ext uri="{28A0092B-C50C-407E-A947-70E740481C1C}">
                  <a14:useLocalDpi xmlns="" xmlns:a14="http://schemas.microsoft.com/office/drawing/2010/main" val="0"/>
                </a:ext>
              </a:extLst>
            </a:blip>
            <a:srcRect r="5093"/>
            <a:stretch/>
          </p:blipFill>
          <p:spPr>
            <a:xfrm rot="5400000">
              <a:off x="5706471" y="76265"/>
              <a:ext cx="758952" cy="606425"/>
            </a:xfrm>
            <a:prstGeom prst="rect">
              <a:avLst/>
            </a:prstGeom>
          </p:spPr>
        </p:pic>
        <p:pic>
          <p:nvPicPr>
            <p:cNvPr id="250904" name="Picture 250903">
              <a:extLst>
                <a:ext uri="{FF2B5EF4-FFF2-40B4-BE49-F238E27FC236}">
                  <a16:creationId xmlns="" xmlns:a16="http://schemas.microsoft.com/office/drawing/2014/main" id="{BE083B53-5B4C-4C29-BDFD-A28B754A59D6}"/>
                </a:ext>
                <a:ext uri="{C183D7F6-B498-43B3-948B-1728B52AA6E4}">
                  <adec:decorative xmlns="" xmlns:adec="http://schemas.microsoft.com/office/drawing/2017/decorative" val="1"/>
                </a:ext>
              </a:extLst>
            </p:cNvPr>
            <p:cNvPicPr>
              <a:picLocks noChangeAspect="1"/>
            </p:cNvPicPr>
            <p:nvPr>
              <p:extLst>
                <p:ext uri="{386F3935-93C4-4BCD-93E2-E3B085C9AB24}">
                  <p16:designElem xmlns="" xmlns:p16="http://schemas.microsoft.com/office/powerpoint/2015/main" val="1"/>
                </p:ext>
              </p:extLst>
            </p:nvPr>
          </p:nvPicPr>
          <p:blipFill rotWithShape="1">
            <a:blip r:embed="rId6" cstate="print">
              <a:extLst>
                <a:ext uri="{28A0092B-C50C-407E-A947-70E740481C1C}">
                  <a14:useLocalDpi xmlns="" xmlns:a14="http://schemas.microsoft.com/office/drawing/2010/main" val="0"/>
                </a:ext>
              </a:extLst>
            </a:blip>
            <a:srcRect r="5093"/>
            <a:stretch/>
          </p:blipFill>
          <p:spPr>
            <a:xfrm rot="5400000">
              <a:off x="5706470" y="6173526"/>
              <a:ext cx="758952" cy="606425"/>
            </a:xfrm>
            <a:prstGeom prst="rect">
              <a:avLst/>
            </a:prstGeom>
          </p:spPr>
        </p:pic>
      </p:grpSp>
      <p:sp>
        <p:nvSpPr>
          <p:cNvPr id="250885" name="Rectangle 5">
            <a:extLst>
              <a:ext uri="{FF2B5EF4-FFF2-40B4-BE49-F238E27FC236}">
                <a16:creationId xmlns="" xmlns:a16="http://schemas.microsoft.com/office/drawing/2014/main" id="{E3635AB3-6134-EF4F-954E-CDEA56CFB99B}"/>
              </a:ext>
            </a:extLst>
          </p:cNvPr>
          <p:cNvSpPr>
            <a:spLocks noGrp="1" noChangeArrowheads="1"/>
          </p:cNvSpPr>
          <p:nvPr>
            <p:ph type="title"/>
          </p:nvPr>
        </p:nvSpPr>
        <p:spPr>
          <a:xfrm>
            <a:off x="1295402" y="982132"/>
            <a:ext cx="9601196" cy="1303867"/>
          </a:xfrm>
        </p:spPr>
        <p:txBody>
          <a:bodyPr>
            <a:normAutofit/>
          </a:bodyPr>
          <a:lstStyle/>
          <a:p>
            <a:r>
              <a:rPr lang="en-US" altLang="zh-CN" b="1">
                <a:latin typeface="Arial" panose="020B0604020202020204" pitchFamily="34" charset="0"/>
                <a:ea typeface="ヒラギノ角ゴ Pro W3" panose="020B0300000000000000" pitchFamily="34" charset="-128"/>
                <a:cs typeface="Arial" panose="020B0604020202020204" pitchFamily="34" charset="0"/>
              </a:rPr>
              <a:t>Agenda</a:t>
            </a:r>
            <a:endParaRPr lang="en-US" altLang="en-US" b="1">
              <a:latin typeface="Arial" panose="020B0604020202020204" pitchFamily="34" charset="0"/>
              <a:ea typeface="ヒラギノ角ゴ Pro W3" panose="020B0300000000000000" pitchFamily="34" charset="-128"/>
              <a:cs typeface="Arial" panose="020B0604020202020204" pitchFamily="34" charset="0"/>
            </a:endParaRPr>
          </a:p>
        </p:txBody>
      </p:sp>
      <p:cxnSp>
        <p:nvCxnSpPr>
          <p:cNvPr id="250898" name="Straight Connector 250897">
            <a:extLst>
              <a:ext uri="{FF2B5EF4-FFF2-40B4-BE49-F238E27FC236}">
                <a16:creationId xmlns="" xmlns:a16="http://schemas.microsoft.com/office/drawing/2014/main" id="{0B65B193-F600-4C1B-9DBF-09D94CDB08D8}"/>
              </a:ext>
              <a:ext uri="{C183D7F6-B498-43B3-948B-1728B52AA6E4}">
                <adec:decorative xmlns=""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 xmlns:p16="http://schemas.microsoft.com/office/powerpoint/2015/main" val="1"/>
              </p:ext>
            </p:extLst>
          </p:nvPr>
        </p:nvCxnSpPr>
        <p:spPr>
          <a:xfrm>
            <a:off x="1483042" y="2400639"/>
            <a:ext cx="9273858" cy="0"/>
          </a:xfrm>
          <a:prstGeom prst="line">
            <a:avLst/>
          </a:prstGeom>
        </p:spPr>
        <p:style>
          <a:lnRef idx="2">
            <a:schemeClr val="accent1"/>
          </a:lnRef>
          <a:fillRef idx="0">
            <a:schemeClr val="accent1"/>
          </a:fillRef>
          <a:effectRef idx="1">
            <a:schemeClr val="accent1"/>
          </a:effectRef>
          <a:fontRef idx="minor">
            <a:schemeClr val="tx1"/>
          </a:fontRef>
        </p:style>
      </p:cxnSp>
      <p:sp>
        <p:nvSpPr>
          <p:cNvPr id="3" name="Content Placeholder 2">
            <a:extLst>
              <a:ext uri="{FF2B5EF4-FFF2-40B4-BE49-F238E27FC236}">
                <a16:creationId xmlns="" xmlns:a16="http://schemas.microsoft.com/office/drawing/2014/main" id="{C214F149-7B7A-1832-375F-486A7576785E}"/>
              </a:ext>
            </a:extLst>
          </p:cNvPr>
          <p:cNvSpPr>
            <a:spLocks noGrp="1"/>
          </p:cNvSpPr>
          <p:nvPr>
            <p:ph idx="1"/>
          </p:nvPr>
        </p:nvSpPr>
        <p:spPr>
          <a:xfrm>
            <a:off x="1295401" y="2556932"/>
            <a:ext cx="9601196" cy="3318936"/>
          </a:xfrm>
        </p:spPr>
        <p:txBody>
          <a:bodyPr>
            <a:normAutofit/>
          </a:bodyPr>
          <a:lstStyle/>
          <a:p>
            <a:pPr lvl="1"/>
            <a:r>
              <a:rPr lang="en-NZ" sz="3600" dirty="0" smtClean="0">
                <a:latin typeface="Arial" pitchFamily="34" charset="0"/>
                <a:cs typeface="Arial" pitchFamily="34" charset="0"/>
              </a:rPr>
              <a:t>Process models</a:t>
            </a:r>
            <a:endParaRPr lang="en-NZ" sz="3600" dirty="0" smtClean="0">
              <a:latin typeface="Arial" pitchFamily="34" charset="0"/>
              <a:cs typeface="Arial" pitchFamily="34" charset="0"/>
            </a:endParaRPr>
          </a:p>
          <a:p>
            <a:pPr lvl="1"/>
            <a:r>
              <a:rPr lang="en-NZ" sz="3600" dirty="0" smtClean="0">
                <a:latin typeface="Arial" pitchFamily="34" charset="0"/>
                <a:cs typeface="Arial" pitchFamily="34" charset="0"/>
              </a:rPr>
              <a:t>Class activity</a:t>
            </a:r>
          </a:p>
          <a:p>
            <a:pPr lvl="1"/>
            <a:r>
              <a:rPr lang="en-NZ" sz="3600" dirty="0" smtClean="0">
                <a:latin typeface="Arial" pitchFamily="34" charset="0"/>
                <a:cs typeface="Arial" pitchFamily="34" charset="0"/>
              </a:rPr>
              <a:t>Assessment 2</a:t>
            </a:r>
            <a:endParaRPr lang="en-NZ" sz="3600" dirty="0">
              <a:latin typeface="Arial" pitchFamily="34" charset="0"/>
              <a:cs typeface="Arial" pitchFamily="34" charset="0"/>
            </a:endParaRPr>
          </a:p>
          <a:p>
            <a:pPr lvl="1"/>
            <a:endParaRPr lang="en-NZ" dirty="0"/>
          </a:p>
        </p:txBody>
      </p:sp>
    </p:spTree>
    <p:extLst>
      <p:ext uri="{BB962C8B-B14F-4D97-AF65-F5344CB8AC3E}">
        <p14:creationId xmlns="" xmlns:p14="http://schemas.microsoft.com/office/powerpoint/2010/main" val="182874855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accel="50000" decel="50000" fill="hold" grpId="0" nodeType="afterEffect">
                                  <p:stCondLst>
                                    <p:cond delay="0"/>
                                  </p:stCondLst>
                                  <p:childTnLst>
                                    <p:set>
                                      <p:cBhvr>
                                        <p:cTn id="6" dur="1" fill="hold">
                                          <p:stCondLst>
                                            <p:cond delay="0"/>
                                          </p:stCondLst>
                                        </p:cTn>
                                        <p:tgtEl>
                                          <p:spTgt spid="250885"/>
                                        </p:tgtEl>
                                        <p:attrNameLst>
                                          <p:attrName>style.visibility</p:attrName>
                                        </p:attrNameLst>
                                      </p:cBhvr>
                                      <p:to>
                                        <p:strVal val="visible"/>
                                      </p:to>
                                    </p:set>
                                    <p:anim calcmode="lin" valueType="num">
                                      <p:cBhvr additive="base">
                                        <p:cTn id="7" dur="500" fill="hold"/>
                                        <p:tgtEl>
                                          <p:spTgt spid="250885"/>
                                        </p:tgtEl>
                                        <p:attrNameLst>
                                          <p:attrName>ppt_x</p:attrName>
                                        </p:attrNameLst>
                                      </p:cBhvr>
                                      <p:tavLst>
                                        <p:tav tm="0">
                                          <p:val>
                                            <p:strVal val="1+#ppt_w/2"/>
                                          </p:val>
                                        </p:tav>
                                        <p:tav tm="100000">
                                          <p:val>
                                            <p:strVal val="#ppt_x"/>
                                          </p:val>
                                        </p:tav>
                                      </p:tavLst>
                                    </p:anim>
                                    <p:anim calcmode="lin" valueType="num">
                                      <p:cBhvr additive="base">
                                        <p:cTn id="8" dur="500" fill="hold"/>
                                        <p:tgtEl>
                                          <p:spTgt spid="25088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8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2B951BD-C5B8-4DC1-8CFC-0C5AA06E815E}"/>
              </a:ext>
            </a:extLst>
          </p:cNvPr>
          <p:cNvSpPr>
            <a:spLocks noGrp="1"/>
          </p:cNvSpPr>
          <p:nvPr>
            <p:ph type="title"/>
          </p:nvPr>
        </p:nvSpPr>
        <p:spPr/>
        <p:txBody>
          <a:bodyPr/>
          <a:lstStyle/>
          <a:p>
            <a:r>
              <a:rPr lang="en-NZ" b="1" dirty="0"/>
              <a:t>View of an organisation</a:t>
            </a:r>
          </a:p>
        </p:txBody>
      </p:sp>
      <p:sp>
        <p:nvSpPr>
          <p:cNvPr id="4" name="Oval 3">
            <a:extLst>
              <a:ext uri="{FF2B5EF4-FFF2-40B4-BE49-F238E27FC236}">
                <a16:creationId xmlns:a16="http://schemas.microsoft.com/office/drawing/2014/main" xmlns="" id="{D392A884-9DBB-4805-8244-C086E1AA39EC}"/>
              </a:ext>
            </a:extLst>
          </p:cNvPr>
          <p:cNvSpPr/>
          <p:nvPr/>
        </p:nvSpPr>
        <p:spPr>
          <a:xfrm>
            <a:off x="1594827" y="2289621"/>
            <a:ext cx="1255425" cy="1255425"/>
          </a:xfrm>
          <a:prstGeom prst="ellipse">
            <a:avLst/>
          </a:prstGeom>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endParaRPr lang="en-NZ" dirty="0"/>
          </a:p>
        </p:txBody>
      </p:sp>
      <p:sp>
        <p:nvSpPr>
          <p:cNvPr id="5" name="Rectangle 4" descr="Group with solid fill">
            <a:extLst>
              <a:ext uri="{FF2B5EF4-FFF2-40B4-BE49-F238E27FC236}">
                <a16:creationId xmlns:a16="http://schemas.microsoft.com/office/drawing/2014/main" xmlns="" id="{B466492C-0B1B-4022-8FA2-1E6AA903D1B3}"/>
              </a:ext>
            </a:extLst>
          </p:cNvPr>
          <p:cNvSpPr/>
          <p:nvPr/>
        </p:nvSpPr>
        <p:spPr>
          <a:xfrm>
            <a:off x="1862376" y="2557171"/>
            <a:ext cx="720326" cy="720326"/>
          </a:xfrm>
          <a:prstGeom prst="rect">
            <a:avLst/>
          </a:prstGeom>
          <a:blipFill>
            <a:blip r:embed="rId3" cstate="print">
              <a:extLst>
                <a:ext uri="{28A0092B-C50C-407E-A947-70E740481C1C}">
                  <a14:useLocalDpi xmlns:a14="http://schemas.microsoft.com/office/drawing/2010/main" xmlns="" val="0"/>
                </a:ext>
                <a:ext uri="{96DAC541-7B7A-43D3-8B79-37D633B846F1}">
                  <asvg:svgBlip xmlns:asvg="http://schemas.microsoft.com/office/drawing/2016/SVG/main" xmlns="" r:embed="rId4"/>
                </a:ext>
              </a:extLst>
            </a:blip>
            <a:srcRect/>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NZ" dirty="0"/>
          </a:p>
        </p:txBody>
      </p:sp>
      <p:sp>
        <p:nvSpPr>
          <p:cNvPr id="7" name="Freeform: Shape 6">
            <a:extLst>
              <a:ext uri="{FF2B5EF4-FFF2-40B4-BE49-F238E27FC236}">
                <a16:creationId xmlns:a16="http://schemas.microsoft.com/office/drawing/2014/main" xmlns="" id="{03B81AB5-66E7-479A-AFFE-DB7511D7254E}"/>
              </a:ext>
            </a:extLst>
          </p:cNvPr>
          <p:cNvSpPr/>
          <p:nvPr/>
        </p:nvSpPr>
        <p:spPr>
          <a:xfrm>
            <a:off x="1193502" y="3936081"/>
            <a:ext cx="2058075" cy="1751484"/>
          </a:xfrm>
          <a:custGeom>
            <a:avLst/>
            <a:gdLst>
              <a:gd name="connsiteX0" fmla="*/ 0 w 2058075"/>
              <a:gd name="connsiteY0" fmla="*/ 0 h 1751484"/>
              <a:gd name="connsiteX1" fmla="*/ 2058075 w 2058075"/>
              <a:gd name="connsiteY1" fmla="*/ 0 h 1751484"/>
              <a:gd name="connsiteX2" fmla="*/ 2058075 w 2058075"/>
              <a:gd name="connsiteY2" fmla="*/ 1751484 h 1751484"/>
              <a:gd name="connsiteX3" fmla="*/ 0 w 2058075"/>
              <a:gd name="connsiteY3" fmla="*/ 1751484 h 1751484"/>
              <a:gd name="connsiteX4" fmla="*/ 0 w 2058075"/>
              <a:gd name="connsiteY4" fmla="*/ 0 h 1751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8075" h="1751484">
                <a:moveTo>
                  <a:pt x="0" y="0"/>
                </a:moveTo>
                <a:lnTo>
                  <a:pt x="2058075" y="0"/>
                </a:lnTo>
                <a:lnTo>
                  <a:pt x="2058075" y="1751484"/>
                </a:lnTo>
                <a:lnTo>
                  <a:pt x="0" y="175148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marR="0" lvl="0" indent="0" algn="ctr" defTabSz="1066800" rtl="0" eaLnBrk="1" fontAlgn="auto" latinLnBrk="0" hangingPunct="1">
              <a:lnSpc>
                <a:spcPct val="100000"/>
              </a:lnSpc>
              <a:spcBef>
                <a:spcPct val="0"/>
              </a:spcBef>
              <a:spcAft>
                <a:spcPct val="35000"/>
              </a:spcAft>
              <a:buClrTx/>
              <a:buSzTx/>
              <a:buFontTx/>
              <a:buNone/>
              <a:tabLst/>
              <a:defRPr cap="all"/>
            </a:pPr>
            <a:r>
              <a:rPr kumimoji="0" lang="en-US" sz="2400" b="0" i="0" u="none" strike="noStrike" kern="1200" cap="all" spc="0" normalizeH="0" baseline="0" noProof="0" dirty="0">
                <a:ln>
                  <a:noFill/>
                </a:ln>
                <a:solidFill>
                  <a:srgbClr val="000000">
                    <a:hueOff val="0"/>
                    <a:satOff val="0"/>
                    <a:lumOff val="0"/>
                    <a:alphaOff val="0"/>
                  </a:srgbClr>
                </a:solidFill>
                <a:effectLst/>
                <a:uLnTx/>
                <a:uFillTx/>
                <a:latin typeface="Speak Pro" panose="020F0502020204030204"/>
                <a:ea typeface="+mn-ea"/>
                <a:cs typeface="+mn-cs"/>
              </a:rPr>
              <a:t>A collection of people</a:t>
            </a:r>
          </a:p>
        </p:txBody>
      </p:sp>
      <p:sp>
        <p:nvSpPr>
          <p:cNvPr id="8" name="Oval 7">
            <a:extLst>
              <a:ext uri="{FF2B5EF4-FFF2-40B4-BE49-F238E27FC236}">
                <a16:creationId xmlns:a16="http://schemas.microsoft.com/office/drawing/2014/main" xmlns="" id="{1B35DC71-4047-4FEC-8657-CC7360E6D8C9}"/>
              </a:ext>
            </a:extLst>
          </p:cNvPr>
          <p:cNvSpPr/>
          <p:nvPr/>
        </p:nvSpPr>
        <p:spPr>
          <a:xfrm>
            <a:off x="4013065" y="2289621"/>
            <a:ext cx="1255425" cy="1255425"/>
          </a:xfrm>
          <a:prstGeom prst="ellipse">
            <a:avLst/>
          </a:prstGeom>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endParaRPr lang="en-NZ" dirty="0"/>
          </a:p>
        </p:txBody>
      </p:sp>
      <p:sp>
        <p:nvSpPr>
          <p:cNvPr id="9" name="Rectangle 8" descr="Pandemic exponential curve bar graph outline">
            <a:extLst>
              <a:ext uri="{FF2B5EF4-FFF2-40B4-BE49-F238E27FC236}">
                <a16:creationId xmlns:a16="http://schemas.microsoft.com/office/drawing/2014/main" xmlns="" id="{4CDAA1BD-CCDC-4346-8FC2-BFF82951C7A4}"/>
              </a:ext>
            </a:extLst>
          </p:cNvPr>
          <p:cNvSpPr/>
          <p:nvPr/>
        </p:nvSpPr>
        <p:spPr>
          <a:xfrm>
            <a:off x="4280615" y="2557171"/>
            <a:ext cx="720326" cy="720326"/>
          </a:xfrm>
          <a:prstGeom prst="rect">
            <a:avLst/>
          </a:prstGeom>
          <a:blipFill>
            <a:blip r:embed="rId5" cstate="print">
              <a:extLst>
                <a:ext uri="{28A0092B-C50C-407E-A947-70E740481C1C}">
                  <a14:useLocalDpi xmlns:a14="http://schemas.microsoft.com/office/drawing/2010/main" xmlns="" val="0"/>
                </a:ext>
                <a:ext uri="{96DAC541-7B7A-43D3-8B79-37D633B846F1}">
                  <asvg:svgBlip xmlns:asvg="http://schemas.microsoft.com/office/drawing/2016/SVG/main" xmlns="" r:embed="rId6"/>
                </a:ext>
              </a:extLst>
            </a:blip>
            <a:srcRect/>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NZ" dirty="0"/>
          </a:p>
        </p:txBody>
      </p:sp>
      <p:sp>
        <p:nvSpPr>
          <p:cNvPr id="10" name="Freeform: Shape 9">
            <a:extLst>
              <a:ext uri="{FF2B5EF4-FFF2-40B4-BE49-F238E27FC236}">
                <a16:creationId xmlns:a16="http://schemas.microsoft.com/office/drawing/2014/main" xmlns="" id="{8172AAFA-6432-4415-8A65-C64B699D8A4E}"/>
              </a:ext>
            </a:extLst>
          </p:cNvPr>
          <p:cNvSpPr/>
          <p:nvPr/>
        </p:nvSpPr>
        <p:spPr>
          <a:xfrm>
            <a:off x="3611740" y="3936081"/>
            <a:ext cx="2058075" cy="1751484"/>
          </a:xfrm>
          <a:custGeom>
            <a:avLst/>
            <a:gdLst>
              <a:gd name="connsiteX0" fmla="*/ 0 w 2058075"/>
              <a:gd name="connsiteY0" fmla="*/ 0 h 1751484"/>
              <a:gd name="connsiteX1" fmla="*/ 2058075 w 2058075"/>
              <a:gd name="connsiteY1" fmla="*/ 0 h 1751484"/>
              <a:gd name="connsiteX2" fmla="*/ 2058075 w 2058075"/>
              <a:gd name="connsiteY2" fmla="*/ 1751484 h 1751484"/>
              <a:gd name="connsiteX3" fmla="*/ 0 w 2058075"/>
              <a:gd name="connsiteY3" fmla="*/ 1751484 h 1751484"/>
              <a:gd name="connsiteX4" fmla="*/ 0 w 2058075"/>
              <a:gd name="connsiteY4" fmla="*/ 0 h 1751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8075" h="1751484">
                <a:moveTo>
                  <a:pt x="0" y="0"/>
                </a:moveTo>
                <a:lnTo>
                  <a:pt x="2058075" y="0"/>
                </a:lnTo>
                <a:lnTo>
                  <a:pt x="2058075" y="1751484"/>
                </a:lnTo>
                <a:lnTo>
                  <a:pt x="0" y="175148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marR="0" lvl="0" indent="0" algn="ctr" defTabSz="1066800" rtl="0" eaLnBrk="1" fontAlgn="auto" latinLnBrk="0" hangingPunct="1">
              <a:lnSpc>
                <a:spcPct val="100000"/>
              </a:lnSpc>
              <a:spcBef>
                <a:spcPct val="0"/>
              </a:spcBef>
              <a:spcAft>
                <a:spcPct val="35000"/>
              </a:spcAft>
              <a:buClrTx/>
              <a:buSzTx/>
              <a:buFontTx/>
              <a:buNone/>
              <a:tabLst/>
              <a:defRPr cap="all"/>
            </a:pPr>
            <a:r>
              <a:rPr kumimoji="0" lang="en-US" sz="2200" b="0" i="0" u="none" strike="noStrike" kern="1200" cap="all" spc="0" normalizeH="0" baseline="0" noProof="0" dirty="0">
                <a:ln>
                  <a:noFill/>
                </a:ln>
                <a:solidFill>
                  <a:srgbClr val="000000">
                    <a:hueOff val="0"/>
                    <a:satOff val="0"/>
                    <a:lumOff val="0"/>
                    <a:alphaOff val="0"/>
                  </a:srgbClr>
                </a:solidFill>
                <a:effectLst/>
                <a:uLnTx/>
                <a:uFillTx/>
                <a:latin typeface="Speak Pro" panose="020F0502020204030204"/>
                <a:ea typeface="+mn-ea"/>
                <a:cs typeface="+mn-cs"/>
              </a:rPr>
              <a:t>A collection of </a:t>
            </a:r>
            <a:r>
              <a:rPr kumimoji="0" lang="en-US" sz="2200" b="0" i="0" u="none" strike="noStrike" kern="1200" cap="all" spc="0" normalizeH="0" baseline="0" noProof="0" dirty="0" smtClean="0">
                <a:ln>
                  <a:noFill/>
                </a:ln>
                <a:solidFill>
                  <a:srgbClr val="000000">
                    <a:hueOff val="0"/>
                    <a:satOff val="0"/>
                    <a:lumOff val="0"/>
                    <a:alphaOff val="0"/>
                  </a:srgbClr>
                </a:solidFill>
                <a:effectLst/>
                <a:uLnTx/>
                <a:uFillTx/>
                <a:latin typeface="Speak Pro" panose="020F0502020204030204"/>
                <a:ea typeface="+mn-ea"/>
                <a:cs typeface="+mn-cs"/>
              </a:rPr>
              <a:t>data </a:t>
            </a:r>
            <a:br>
              <a:rPr kumimoji="0" lang="en-US" sz="2200" b="0" i="0" u="none" strike="noStrike" kern="1200" cap="all" spc="0" normalizeH="0" baseline="0" noProof="0" dirty="0" smtClean="0">
                <a:ln>
                  <a:noFill/>
                </a:ln>
                <a:solidFill>
                  <a:srgbClr val="000000">
                    <a:hueOff val="0"/>
                    <a:satOff val="0"/>
                    <a:lumOff val="0"/>
                    <a:alphaOff val="0"/>
                  </a:srgbClr>
                </a:solidFill>
                <a:effectLst/>
                <a:uLnTx/>
                <a:uFillTx/>
                <a:latin typeface="Speak Pro" panose="020F0502020204030204"/>
                <a:ea typeface="+mn-ea"/>
                <a:cs typeface="+mn-cs"/>
              </a:rPr>
            </a:br>
            <a:r>
              <a:rPr kumimoji="0" lang="en-US" sz="2200" b="0" i="0" u="none" strike="noStrike" kern="1200" cap="all" spc="0" normalizeH="0" baseline="0" noProof="0" dirty="0" smtClean="0">
                <a:ln>
                  <a:noFill/>
                </a:ln>
                <a:solidFill>
                  <a:srgbClr val="000000">
                    <a:hueOff val="0"/>
                    <a:satOff val="0"/>
                    <a:lumOff val="0"/>
                    <a:alphaOff val="0"/>
                  </a:srgbClr>
                </a:solidFill>
                <a:effectLst/>
                <a:uLnTx/>
                <a:uFillTx/>
                <a:latin typeface="Speak Pro" panose="020F0502020204030204"/>
                <a:ea typeface="+mn-ea"/>
                <a:cs typeface="+mn-cs"/>
              </a:rPr>
              <a:t>and </a:t>
            </a:r>
            <a:r>
              <a:rPr kumimoji="0" lang="en-US" sz="2200" b="0" i="0" u="none" strike="noStrike" kern="1200" cap="all" spc="0" normalizeH="0" baseline="0" noProof="0" dirty="0">
                <a:ln>
                  <a:noFill/>
                </a:ln>
                <a:solidFill>
                  <a:srgbClr val="000000">
                    <a:hueOff val="0"/>
                    <a:satOff val="0"/>
                    <a:lumOff val="0"/>
                    <a:alphaOff val="0"/>
                  </a:srgbClr>
                </a:solidFill>
                <a:effectLst/>
                <a:uLnTx/>
                <a:uFillTx/>
                <a:latin typeface="Speak Pro" panose="020F0502020204030204"/>
                <a:ea typeface="+mn-ea"/>
                <a:cs typeface="+mn-cs"/>
              </a:rPr>
              <a:t>information</a:t>
            </a:r>
          </a:p>
        </p:txBody>
      </p:sp>
      <p:sp>
        <p:nvSpPr>
          <p:cNvPr id="11" name="Oval 10">
            <a:extLst>
              <a:ext uri="{FF2B5EF4-FFF2-40B4-BE49-F238E27FC236}">
                <a16:creationId xmlns:a16="http://schemas.microsoft.com/office/drawing/2014/main" xmlns="" id="{8C8FE912-CD97-4CE4-8333-413B4F911C18}"/>
              </a:ext>
            </a:extLst>
          </p:cNvPr>
          <p:cNvSpPr/>
          <p:nvPr/>
        </p:nvSpPr>
        <p:spPr>
          <a:xfrm>
            <a:off x="6431303" y="2289621"/>
            <a:ext cx="1255425" cy="1255425"/>
          </a:xfrm>
          <a:prstGeom prst="ellipse">
            <a:avLst/>
          </a:prstGeom>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endParaRPr lang="en-NZ" dirty="0"/>
          </a:p>
        </p:txBody>
      </p:sp>
      <p:sp>
        <p:nvSpPr>
          <p:cNvPr id="12" name="Rectangle 11" descr="Shopping cart with solid fill">
            <a:extLst>
              <a:ext uri="{FF2B5EF4-FFF2-40B4-BE49-F238E27FC236}">
                <a16:creationId xmlns:a16="http://schemas.microsoft.com/office/drawing/2014/main" xmlns="" id="{55579B67-B47F-4C8C-9394-40D223F29F27}"/>
              </a:ext>
            </a:extLst>
          </p:cNvPr>
          <p:cNvSpPr/>
          <p:nvPr/>
        </p:nvSpPr>
        <p:spPr>
          <a:xfrm>
            <a:off x="6698853" y="2557171"/>
            <a:ext cx="720326" cy="720326"/>
          </a:xfrm>
          <a:prstGeom prst="rect">
            <a:avLst/>
          </a:prstGeom>
          <a:blipFill>
            <a:blip r:embed="rId7" cstate="print">
              <a:extLst>
                <a:ext uri="{28A0092B-C50C-407E-A947-70E740481C1C}">
                  <a14:useLocalDpi xmlns:a14="http://schemas.microsoft.com/office/drawing/2010/main" xmlns="" val="0"/>
                </a:ext>
                <a:ext uri="{96DAC541-7B7A-43D3-8B79-37D633B846F1}">
                  <asvg:svgBlip xmlns:asvg="http://schemas.microsoft.com/office/drawing/2016/SVG/main" xmlns="" r:embed="rId8"/>
                </a:ext>
              </a:extLst>
            </a:blip>
            <a:srcRect/>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NZ" dirty="0"/>
          </a:p>
        </p:txBody>
      </p:sp>
      <p:sp>
        <p:nvSpPr>
          <p:cNvPr id="13" name="Freeform: Shape 12">
            <a:extLst>
              <a:ext uri="{FF2B5EF4-FFF2-40B4-BE49-F238E27FC236}">
                <a16:creationId xmlns:a16="http://schemas.microsoft.com/office/drawing/2014/main" xmlns="" id="{E32A3338-AC10-4223-8E41-4A573ADD208B}"/>
              </a:ext>
            </a:extLst>
          </p:cNvPr>
          <p:cNvSpPr/>
          <p:nvPr/>
        </p:nvSpPr>
        <p:spPr>
          <a:xfrm>
            <a:off x="6029978" y="3936081"/>
            <a:ext cx="2058075" cy="1751484"/>
          </a:xfrm>
          <a:custGeom>
            <a:avLst/>
            <a:gdLst>
              <a:gd name="connsiteX0" fmla="*/ 0 w 2058075"/>
              <a:gd name="connsiteY0" fmla="*/ 0 h 1751484"/>
              <a:gd name="connsiteX1" fmla="*/ 2058075 w 2058075"/>
              <a:gd name="connsiteY1" fmla="*/ 0 h 1751484"/>
              <a:gd name="connsiteX2" fmla="*/ 2058075 w 2058075"/>
              <a:gd name="connsiteY2" fmla="*/ 1751484 h 1751484"/>
              <a:gd name="connsiteX3" fmla="*/ 0 w 2058075"/>
              <a:gd name="connsiteY3" fmla="*/ 1751484 h 1751484"/>
              <a:gd name="connsiteX4" fmla="*/ 0 w 2058075"/>
              <a:gd name="connsiteY4" fmla="*/ 0 h 1751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8075" h="1751484">
                <a:moveTo>
                  <a:pt x="0" y="0"/>
                </a:moveTo>
                <a:lnTo>
                  <a:pt x="2058075" y="0"/>
                </a:lnTo>
                <a:lnTo>
                  <a:pt x="2058075" y="1751484"/>
                </a:lnTo>
                <a:lnTo>
                  <a:pt x="0" y="175148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marR="0" lvl="0" indent="0" algn="ctr" defTabSz="1066800" rtl="0" eaLnBrk="1" fontAlgn="auto" latinLnBrk="0" hangingPunct="1">
              <a:lnSpc>
                <a:spcPct val="100000"/>
              </a:lnSpc>
              <a:spcBef>
                <a:spcPct val="0"/>
              </a:spcBef>
              <a:spcAft>
                <a:spcPct val="35000"/>
              </a:spcAft>
              <a:buClrTx/>
              <a:buSzTx/>
              <a:buFontTx/>
              <a:buNone/>
              <a:tabLst/>
              <a:defRPr cap="all"/>
            </a:pPr>
            <a:r>
              <a:rPr kumimoji="0" lang="en-US" sz="2400" b="0" i="0" u="none" strike="noStrike" kern="1200" cap="all" spc="0" normalizeH="0" baseline="0" noProof="0" dirty="0">
                <a:ln>
                  <a:noFill/>
                </a:ln>
                <a:solidFill>
                  <a:srgbClr val="000000">
                    <a:hueOff val="0"/>
                    <a:satOff val="0"/>
                    <a:lumOff val="0"/>
                    <a:alphaOff val="0"/>
                  </a:srgbClr>
                </a:solidFill>
                <a:effectLst/>
                <a:uLnTx/>
                <a:uFillTx/>
                <a:latin typeface="Speak Pro" panose="020F0502020204030204"/>
                <a:ea typeface="+mn-ea"/>
                <a:cs typeface="+mn-cs"/>
              </a:rPr>
              <a:t>A collection of products and services</a:t>
            </a:r>
          </a:p>
        </p:txBody>
      </p:sp>
      <p:sp>
        <p:nvSpPr>
          <p:cNvPr id="14" name="Rectangle: Diagonal Corners Rounded 13">
            <a:extLst>
              <a:ext uri="{FF2B5EF4-FFF2-40B4-BE49-F238E27FC236}">
                <a16:creationId xmlns:a16="http://schemas.microsoft.com/office/drawing/2014/main" xmlns="" id="{0B4E22C3-9124-4D7F-BCB2-E55CCD909946}"/>
              </a:ext>
            </a:extLst>
          </p:cNvPr>
          <p:cNvSpPr/>
          <p:nvPr/>
        </p:nvSpPr>
        <p:spPr>
          <a:xfrm>
            <a:off x="9125807" y="2289621"/>
            <a:ext cx="1255425" cy="1255425"/>
          </a:xfrm>
          <a:prstGeom prst="round2DiagRect">
            <a:avLst>
              <a:gd name="adj1" fmla="val 29727"/>
              <a:gd name="adj2" fmla="val 0"/>
            </a:avLst>
          </a:prstGeom>
        </p:spPr>
        <p:style>
          <a:lnRef idx="0">
            <a:schemeClr val="lt1">
              <a:alpha val="0"/>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p:style>
        <p:txBody>
          <a:bodyPr/>
          <a:lstStyle/>
          <a:p>
            <a:endParaRPr lang="en-NZ" dirty="0"/>
          </a:p>
        </p:txBody>
      </p:sp>
      <p:sp>
        <p:nvSpPr>
          <p:cNvPr id="15" name="Rectangle 14" descr="Network diagram with solid fill">
            <a:extLst>
              <a:ext uri="{FF2B5EF4-FFF2-40B4-BE49-F238E27FC236}">
                <a16:creationId xmlns:a16="http://schemas.microsoft.com/office/drawing/2014/main" xmlns="" id="{25CF2A7F-C0C3-46E0-A48C-B3A125B73B43}"/>
              </a:ext>
            </a:extLst>
          </p:cNvPr>
          <p:cNvSpPr/>
          <p:nvPr/>
        </p:nvSpPr>
        <p:spPr>
          <a:xfrm>
            <a:off x="9393357" y="2476557"/>
            <a:ext cx="800940" cy="800940"/>
          </a:xfrm>
          <a:prstGeom prst="rect">
            <a:avLst/>
          </a:prstGeom>
          <a:blipFill>
            <a:blip r:embed="rId9" cstate="print">
              <a:extLst>
                <a:ext uri="{28A0092B-C50C-407E-A947-70E740481C1C}">
                  <a14:useLocalDpi xmlns:a14="http://schemas.microsoft.com/office/drawing/2010/main" xmlns="" val="0"/>
                </a:ext>
                <a:ext uri="{96DAC541-7B7A-43D3-8B79-37D633B846F1}">
                  <asvg:svgBlip xmlns:asvg="http://schemas.microsoft.com/office/drawing/2016/SVG/main" xmlns="" r:embed="rId10"/>
                </a:ext>
              </a:extLst>
            </a:blip>
            <a:srcRect/>
            <a:stretch>
              <a:fillRect/>
            </a:stretch>
          </a:blipFill>
        </p:spPr>
        <p:style>
          <a:lnRef idx="2">
            <a:schemeClr val="lt1">
              <a:alpha val="0"/>
              <a:hueOff val="0"/>
              <a:satOff val="0"/>
              <a:lumOff val="0"/>
              <a:alphaOff val="0"/>
            </a:schemeClr>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NZ" dirty="0"/>
          </a:p>
        </p:txBody>
      </p:sp>
      <p:sp>
        <p:nvSpPr>
          <p:cNvPr id="16" name="Freeform: Shape 15">
            <a:extLst>
              <a:ext uri="{FF2B5EF4-FFF2-40B4-BE49-F238E27FC236}">
                <a16:creationId xmlns:a16="http://schemas.microsoft.com/office/drawing/2014/main" xmlns="" id="{F02852C5-6E8F-4C4F-973F-B4AA9486EC3A}"/>
              </a:ext>
            </a:extLst>
          </p:cNvPr>
          <p:cNvSpPr/>
          <p:nvPr/>
        </p:nvSpPr>
        <p:spPr>
          <a:xfrm>
            <a:off x="8448216" y="3936081"/>
            <a:ext cx="2610606" cy="1751484"/>
          </a:xfrm>
          <a:custGeom>
            <a:avLst/>
            <a:gdLst>
              <a:gd name="connsiteX0" fmla="*/ 0 w 2610606"/>
              <a:gd name="connsiteY0" fmla="*/ 0 h 1751484"/>
              <a:gd name="connsiteX1" fmla="*/ 2610606 w 2610606"/>
              <a:gd name="connsiteY1" fmla="*/ 0 h 1751484"/>
              <a:gd name="connsiteX2" fmla="*/ 2610606 w 2610606"/>
              <a:gd name="connsiteY2" fmla="*/ 1751484 h 1751484"/>
              <a:gd name="connsiteX3" fmla="*/ 0 w 2610606"/>
              <a:gd name="connsiteY3" fmla="*/ 1751484 h 1751484"/>
              <a:gd name="connsiteX4" fmla="*/ 0 w 2610606"/>
              <a:gd name="connsiteY4" fmla="*/ 0 h 1751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0606" h="1751484">
                <a:moveTo>
                  <a:pt x="0" y="0"/>
                </a:moveTo>
                <a:lnTo>
                  <a:pt x="2610606" y="0"/>
                </a:lnTo>
                <a:lnTo>
                  <a:pt x="2610606" y="1751484"/>
                </a:lnTo>
                <a:lnTo>
                  <a:pt x="0" y="175148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marR="0" lvl="0" indent="0" algn="ctr" defTabSz="1066800" rtl="0" eaLnBrk="1" fontAlgn="auto" latinLnBrk="0" hangingPunct="1">
              <a:lnSpc>
                <a:spcPct val="100000"/>
              </a:lnSpc>
              <a:spcBef>
                <a:spcPct val="0"/>
              </a:spcBef>
              <a:spcAft>
                <a:spcPct val="35000"/>
              </a:spcAft>
              <a:buClrTx/>
              <a:buSzTx/>
              <a:buFontTx/>
              <a:buNone/>
              <a:tabLst/>
              <a:defRPr cap="all"/>
            </a:pPr>
            <a:r>
              <a:rPr kumimoji="0" lang="en-US" sz="2400" b="1" i="0" u="none" strike="noStrike" kern="1200" cap="all" spc="0" normalizeH="0" baseline="0" noProof="0" dirty="0">
                <a:ln>
                  <a:noFill/>
                </a:ln>
                <a:solidFill>
                  <a:srgbClr val="0070C0"/>
                </a:solidFill>
                <a:effectLst/>
                <a:uLnTx/>
                <a:uFillTx/>
                <a:latin typeface="Speak Pro" panose="020F0502020204030204"/>
                <a:ea typeface="+mn-ea"/>
                <a:cs typeface="+mn-cs"/>
              </a:rPr>
              <a:t>A collection of business processes – how work is performed</a:t>
            </a:r>
          </a:p>
        </p:txBody>
      </p:sp>
    </p:spTree>
    <p:extLst>
      <p:ext uri="{BB962C8B-B14F-4D97-AF65-F5344CB8AC3E}">
        <p14:creationId xmlns:p14="http://schemas.microsoft.com/office/powerpoint/2010/main" xmlns="" val="1172302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P spid="13" grpId="0"/>
      <p:bldP spid="1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5" name="Rectangle 5">
            <a:extLst>
              <a:ext uri="{FF2B5EF4-FFF2-40B4-BE49-F238E27FC236}">
                <a16:creationId xmlns="" xmlns:a16="http://schemas.microsoft.com/office/drawing/2014/main" id="{E3635AB3-6134-EF4F-954E-CDEA56CFB99B}"/>
              </a:ext>
            </a:extLst>
          </p:cNvPr>
          <p:cNvSpPr>
            <a:spLocks noGrp="1" noChangeArrowheads="1"/>
          </p:cNvSpPr>
          <p:nvPr>
            <p:ph type="title"/>
          </p:nvPr>
        </p:nvSpPr>
        <p:spPr>
          <a:xfrm>
            <a:off x="657226" y="761155"/>
            <a:ext cx="10829924" cy="467570"/>
          </a:xfrm>
        </p:spPr>
        <p:txBody>
          <a:bodyPr>
            <a:noAutofit/>
          </a:bodyPr>
          <a:lstStyle/>
          <a:p>
            <a:r>
              <a:rPr lang="en-NZ" altLang="en-US" sz="2800" b="1" dirty="0" smtClean="0">
                <a:solidFill>
                  <a:schemeClr val="tx1"/>
                </a:solidFill>
                <a:latin typeface="Arial" panose="020B0604020202020204" pitchFamily="34" charset="0"/>
                <a:ea typeface="ヒラギノ角ゴ Pro W3" panose="020B0300000000000000" pitchFamily="34" charset="-128"/>
                <a:cs typeface="Arial" panose="020B0604020202020204" pitchFamily="34" charset="0"/>
              </a:rPr>
              <a:t>Business Process Modelling</a:t>
            </a:r>
            <a:endParaRPr lang="en-US" altLang="en-US" sz="2800" b="1" dirty="0">
              <a:solidFill>
                <a:schemeClr val="tx1"/>
              </a:solidFill>
              <a:latin typeface="Arial" panose="020B0604020202020204" pitchFamily="34" charset="0"/>
              <a:ea typeface="ヒラギノ角ゴ Pro W3" panose="020B0300000000000000" pitchFamily="34" charset="-128"/>
              <a:cs typeface="Arial" panose="020B0604020202020204" pitchFamily="34" charset="0"/>
            </a:endParaRPr>
          </a:p>
        </p:txBody>
      </p:sp>
      <p:sp>
        <p:nvSpPr>
          <p:cNvPr id="6" name="文本框 5">
            <a:extLst>
              <a:ext uri="{FF2B5EF4-FFF2-40B4-BE49-F238E27FC236}">
                <a16:creationId xmlns="" xmlns:a16="http://schemas.microsoft.com/office/drawing/2014/main" id="{5B69BE9B-D2F4-A99A-BA1D-6589B4F26E88}"/>
              </a:ext>
            </a:extLst>
          </p:cNvPr>
          <p:cNvSpPr txBox="1"/>
          <p:nvPr/>
        </p:nvSpPr>
        <p:spPr>
          <a:xfrm>
            <a:off x="1016461" y="1692674"/>
            <a:ext cx="9956339" cy="7548220"/>
          </a:xfrm>
          <a:prstGeom prst="rect">
            <a:avLst/>
          </a:prstGeom>
          <a:noFill/>
        </p:spPr>
        <p:txBody>
          <a:bodyPr wrap="square">
            <a:spAutoFit/>
          </a:bodyPr>
          <a:lstStyle/>
          <a:p>
            <a:r>
              <a:rPr lang="en-NZ" sz="2400" b="1" dirty="0" smtClean="0">
                <a:latin typeface="Arial" pitchFamily="34" charset="0"/>
                <a:cs typeface="Arial" pitchFamily="34" charset="0"/>
              </a:rPr>
              <a:t>What is </a:t>
            </a:r>
            <a:r>
              <a:rPr lang="en-NZ" sz="2400" b="1" dirty="0" smtClean="0">
                <a:latin typeface="Arial" pitchFamily="34" charset="0"/>
                <a:cs typeface="Arial" pitchFamily="34" charset="0"/>
              </a:rPr>
              <a:t>a process</a:t>
            </a:r>
            <a:r>
              <a:rPr lang="en-NZ" sz="2400" b="1" dirty="0" smtClean="0">
                <a:latin typeface="Arial" pitchFamily="34" charset="0"/>
                <a:cs typeface="Arial" pitchFamily="34" charset="0"/>
              </a:rPr>
              <a:t>?</a:t>
            </a:r>
            <a:endParaRPr lang="en-NZ" sz="2400" b="1" dirty="0" smtClean="0">
              <a:latin typeface="Arial" pitchFamily="34" charset="0"/>
              <a:cs typeface="Arial" pitchFamily="34" charset="0"/>
            </a:endParaRPr>
          </a:p>
          <a:p>
            <a:endParaRPr lang="en-NZ" sz="2400" dirty="0" smtClean="0">
              <a:latin typeface="Arial" pitchFamily="34" charset="0"/>
              <a:cs typeface="Arial" pitchFamily="34" charset="0"/>
            </a:endParaRPr>
          </a:p>
          <a:p>
            <a:r>
              <a:rPr lang="en-US" sz="2400" dirty="0" smtClean="0">
                <a:latin typeface="Arial" pitchFamily="34" charset="0"/>
                <a:cs typeface="Arial" pitchFamily="34" charset="0"/>
              </a:rPr>
              <a:t>A series of connected steps, actions, and decisions involving people and things, which </a:t>
            </a:r>
            <a:r>
              <a:rPr lang="en-US" sz="2400" dirty="0" smtClean="0">
                <a:latin typeface="Arial" pitchFamily="34" charset="0"/>
                <a:cs typeface="Arial" pitchFamily="34" charset="0"/>
              </a:rPr>
              <a:t>work together to achieve a specific business goal.</a:t>
            </a:r>
          </a:p>
          <a:p>
            <a:endParaRPr lang="en-US" sz="2400" dirty="0" smtClean="0">
              <a:latin typeface="Arial" pitchFamily="34" charset="0"/>
              <a:cs typeface="Arial" pitchFamily="34" charset="0"/>
            </a:endParaRPr>
          </a:p>
          <a:p>
            <a:r>
              <a:rPr lang="en-US" sz="2400" b="1" dirty="0" smtClean="0">
                <a:latin typeface="Arial" pitchFamily="34" charset="0"/>
                <a:cs typeface="Arial" pitchFamily="34" charset="0"/>
              </a:rPr>
              <a:t>Examples of Processes:</a:t>
            </a:r>
            <a:endParaRPr lang="en-US" sz="2400" dirty="0" smtClean="0">
              <a:latin typeface="Arial" pitchFamily="34" charset="0"/>
              <a:cs typeface="Arial" pitchFamily="34" charset="0"/>
            </a:endParaRPr>
          </a:p>
          <a:p>
            <a:r>
              <a:rPr lang="en-US" sz="2400" b="1" dirty="0" smtClean="0">
                <a:latin typeface="Arial" pitchFamily="34" charset="0"/>
                <a:cs typeface="Arial" pitchFamily="34" charset="0"/>
              </a:rPr>
              <a:t>Order Fulfillment</a:t>
            </a:r>
            <a:r>
              <a:rPr lang="en-US" sz="2400" dirty="0" smtClean="0">
                <a:latin typeface="Arial" pitchFamily="34" charset="0"/>
                <a:cs typeface="Arial" pitchFamily="34" charset="0"/>
              </a:rPr>
              <a:t> in retail</a:t>
            </a:r>
          </a:p>
          <a:p>
            <a:r>
              <a:rPr lang="en-US" sz="2400" b="1" dirty="0" smtClean="0">
                <a:latin typeface="Arial" pitchFamily="34" charset="0"/>
                <a:cs typeface="Arial" pitchFamily="34" charset="0"/>
              </a:rPr>
              <a:t>Patient Admission</a:t>
            </a:r>
            <a:r>
              <a:rPr lang="en-US" sz="2400" dirty="0" smtClean="0">
                <a:latin typeface="Arial" pitchFamily="34" charset="0"/>
                <a:cs typeface="Arial" pitchFamily="34" charset="0"/>
              </a:rPr>
              <a:t> in healthcare</a:t>
            </a:r>
          </a:p>
          <a:p>
            <a:r>
              <a:rPr lang="en-US" sz="2400" b="1" dirty="0" smtClean="0">
                <a:latin typeface="Arial" pitchFamily="34" charset="0"/>
                <a:cs typeface="Arial" pitchFamily="34" charset="0"/>
              </a:rPr>
              <a:t>Loan Approval</a:t>
            </a:r>
            <a:r>
              <a:rPr lang="en-US" sz="2400" dirty="0" smtClean="0">
                <a:latin typeface="Arial" pitchFamily="34" charset="0"/>
                <a:cs typeface="Arial" pitchFamily="34" charset="0"/>
              </a:rPr>
              <a:t> in banking</a:t>
            </a:r>
          </a:p>
          <a:p>
            <a:r>
              <a:rPr lang="en-US" sz="2400" b="1" dirty="0" smtClean="0">
                <a:latin typeface="Arial" pitchFamily="34" charset="0"/>
                <a:cs typeface="Arial" pitchFamily="34" charset="0"/>
              </a:rPr>
              <a:t>On boarding</a:t>
            </a:r>
            <a:r>
              <a:rPr lang="en-US" sz="2400" dirty="0" smtClean="0">
                <a:latin typeface="Arial" pitchFamily="34" charset="0"/>
                <a:cs typeface="Arial" pitchFamily="34" charset="0"/>
              </a:rPr>
              <a:t> </a:t>
            </a:r>
            <a:r>
              <a:rPr lang="en-US" sz="2400" dirty="0" smtClean="0">
                <a:latin typeface="Arial" pitchFamily="34" charset="0"/>
                <a:cs typeface="Arial" pitchFamily="34" charset="0"/>
              </a:rPr>
              <a:t>in </a:t>
            </a:r>
            <a:r>
              <a:rPr lang="en-US" sz="2400" dirty="0" smtClean="0">
                <a:latin typeface="Arial" pitchFamily="34" charset="0"/>
                <a:cs typeface="Arial" pitchFamily="34" charset="0"/>
              </a:rPr>
              <a:t>HR</a:t>
            </a:r>
          </a:p>
          <a:p>
            <a:endParaRPr lang="en-NZ" sz="2400" dirty="0" smtClean="0">
              <a:latin typeface="Arial" pitchFamily="34" charset="0"/>
              <a:cs typeface="Arial" pitchFamily="34" charset="0"/>
            </a:endParaRPr>
          </a:p>
          <a:p>
            <a:r>
              <a:rPr lang="en-NZ" sz="2400" dirty="0" smtClean="0">
                <a:latin typeface="Arial" pitchFamily="34" charset="0"/>
                <a:cs typeface="Arial" pitchFamily="34" charset="0"/>
              </a:rPr>
              <a:t>Processes are everywhere!</a:t>
            </a:r>
            <a:endParaRPr lang="en-US" sz="2400" dirty="0" smtClean="0">
              <a:latin typeface="Arial" pitchFamily="34" charset="0"/>
              <a:cs typeface="Arial" pitchFamily="34" charset="0"/>
            </a:endParaRPr>
          </a:p>
          <a:p>
            <a:r>
              <a:rPr lang="en-US" sz="2400" dirty="0" smtClean="0"/>
              <a:t> </a:t>
            </a:r>
          </a:p>
          <a:p>
            <a:endParaRPr lang="en-NZ" sz="2400" dirty="0" smtClean="0">
              <a:latin typeface="Arial" pitchFamily="34" charset="0"/>
              <a:cs typeface="Arial" pitchFamily="34" charset="0"/>
            </a:endParaRPr>
          </a:p>
          <a:p>
            <a:endParaRPr lang="en-US" sz="2400" dirty="0" smtClean="0">
              <a:latin typeface="Arial" pitchFamily="34" charset="0"/>
              <a:cs typeface="Arial" pitchFamily="34" charset="0"/>
            </a:endParaRPr>
          </a:p>
          <a:p>
            <a:endParaRPr lang="en-NZ" sz="2400" dirty="0" smtClean="0">
              <a:latin typeface="Arial" pitchFamily="34" charset="0"/>
              <a:cs typeface="Arial" pitchFamily="34" charset="0"/>
            </a:endParaRPr>
          </a:p>
          <a:p>
            <a:endParaRPr lang="en-US" sz="2400" dirty="0" smtClean="0">
              <a:latin typeface="Arial" pitchFamily="34" charset="0"/>
              <a:cs typeface="Arial" pitchFamily="34" charset="0"/>
            </a:endParaRPr>
          </a:p>
          <a:p>
            <a:pPr marL="342900" indent="-342900"/>
            <a:endParaRPr lang="en-US" altLang="zh-CN" dirty="0" smtClean="0">
              <a:latin typeface="Arial" panose="020B0604020202020204" pitchFamily="34" charset="0"/>
              <a:ea typeface="ヒラギノ角ゴ Pro W3" panose="020B0300000000000000" pitchFamily="34" charset="-128"/>
              <a:cs typeface="Arial" panose="020B0604020202020204" pitchFamily="34" charset="0"/>
            </a:endParaRPr>
          </a:p>
          <a:p>
            <a:endParaRPr lang="en-NZ" altLang="zh-CN" dirty="0" smtClean="0">
              <a:latin typeface="Arial" panose="020B0604020202020204" pitchFamily="34" charset="0"/>
              <a:ea typeface="ヒラギノ角ゴ Pro W3" panose="020B0300000000000000" pitchFamily="34" charset="-128"/>
              <a:cs typeface="Arial" panose="020B0604020202020204" pitchFamily="34" charset="0"/>
            </a:endParaRPr>
          </a:p>
          <a:p>
            <a:endParaRPr lang="en-NZ" altLang="zh-CN" dirty="0" smtClean="0">
              <a:latin typeface="Arial" panose="020B0604020202020204" pitchFamily="34" charset="0"/>
              <a:ea typeface="ヒラギノ角ゴ Pro W3" panose="020B0300000000000000" pitchFamily="34" charset="-128"/>
              <a:cs typeface="Arial" panose="020B0604020202020204" pitchFamily="34" charset="0"/>
            </a:endParaRPr>
          </a:p>
          <a:p>
            <a:pPr marL="0" indent="0">
              <a:lnSpc>
                <a:spcPct val="125000"/>
              </a:lnSpc>
              <a:spcBef>
                <a:spcPts val="0"/>
              </a:spcBef>
              <a:buNone/>
            </a:pPr>
            <a:r>
              <a:rPr lang="en-NZ" altLang="zh-CN" sz="1800" dirty="0" smtClean="0">
                <a:solidFill>
                  <a:schemeClr val="tx1"/>
                </a:solidFill>
                <a:latin typeface="Arial" panose="020B0604020202020204" pitchFamily="34" charset="0"/>
                <a:ea typeface="ヒラギノ角ゴ Pro W3" panose="020B0300000000000000" pitchFamily="34" charset="-128"/>
                <a:cs typeface="Arial" panose="020B0604020202020204" pitchFamily="34" charset="0"/>
              </a:rPr>
              <a:t> </a:t>
            </a:r>
            <a:endParaRPr lang="en-US" altLang="zh-CN" sz="1800" dirty="0">
              <a:solidFill>
                <a:schemeClr val="tx1"/>
              </a:solidFill>
              <a:latin typeface="Arial" panose="020B0604020202020204" pitchFamily="34" charset="0"/>
              <a:ea typeface="ヒラギノ角ゴ Pro W3" panose="020B0300000000000000" pitchFamily="34" charset="-128"/>
              <a:cs typeface="Arial" panose="020B0604020202020204" pitchFamily="34" charset="0"/>
            </a:endParaRPr>
          </a:p>
        </p:txBody>
      </p:sp>
    </p:spTree>
    <p:extLst>
      <p:ext uri="{BB962C8B-B14F-4D97-AF65-F5344CB8AC3E}">
        <p14:creationId xmlns="" xmlns:p14="http://schemas.microsoft.com/office/powerpoint/2010/main" val="116381300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accel="50000" decel="50000" fill="hold" grpId="0" nodeType="afterEffect">
                                  <p:stCondLst>
                                    <p:cond delay="0"/>
                                  </p:stCondLst>
                                  <p:childTnLst>
                                    <p:set>
                                      <p:cBhvr>
                                        <p:cTn id="6" dur="1" fill="hold">
                                          <p:stCondLst>
                                            <p:cond delay="0"/>
                                          </p:stCondLst>
                                        </p:cTn>
                                        <p:tgtEl>
                                          <p:spTgt spid="250885"/>
                                        </p:tgtEl>
                                        <p:attrNameLst>
                                          <p:attrName>style.visibility</p:attrName>
                                        </p:attrNameLst>
                                      </p:cBhvr>
                                      <p:to>
                                        <p:strVal val="visible"/>
                                      </p:to>
                                    </p:set>
                                    <p:anim calcmode="lin" valueType="num">
                                      <p:cBhvr additive="base">
                                        <p:cTn id="7" dur="500" fill="hold"/>
                                        <p:tgtEl>
                                          <p:spTgt spid="250885"/>
                                        </p:tgtEl>
                                        <p:attrNameLst>
                                          <p:attrName>ppt_x</p:attrName>
                                        </p:attrNameLst>
                                      </p:cBhvr>
                                      <p:tavLst>
                                        <p:tav tm="0">
                                          <p:val>
                                            <p:strVal val="1+#ppt_w/2"/>
                                          </p:val>
                                        </p:tav>
                                        <p:tav tm="100000">
                                          <p:val>
                                            <p:strVal val="#ppt_x"/>
                                          </p:val>
                                        </p:tav>
                                      </p:tavLst>
                                    </p:anim>
                                    <p:anim calcmode="lin" valueType="num">
                                      <p:cBhvr additive="base">
                                        <p:cTn id="8" dur="500" fill="hold"/>
                                        <p:tgtEl>
                                          <p:spTgt spid="25088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8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5" name="Rectangle 5">
            <a:extLst>
              <a:ext uri="{FF2B5EF4-FFF2-40B4-BE49-F238E27FC236}">
                <a16:creationId xmlns="" xmlns:a16="http://schemas.microsoft.com/office/drawing/2014/main" id="{E3635AB3-6134-EF4F-954E-CDEA56CFB99B}"/>
              </a:ext>
            </a:extLst>
          </p:cNvPr>
          <p:cNvSpPr>
            <a:spLocks noGrp="1" noChangeArrowheads="1"/>
          </p:cNvSpPr>
          <p:nvPr>
            <p:ph type="title"/>
          </p:nvPr>
        </p:nvSpPr>
        <p:spPr>
          <a:xfrm>
            <a:off x="657226" y="761155"/>
            <a:ext cx="10829924" cy="467570"/>
          </a:xfrm>
        </p:spPr>
        <p:txBody>
          <a:bodyPr>
            <a:noAutofit/>
          </a:bodyPr>
          <a:lstStyle/>
          <a:p>
            <a:r>
              <a:rPr lang="en-NZ" altLang="en-US" sz="2800" b="1" dirty="0" smtClean="0">
                <a:solidFill>
                  <a:schemeClr val="tx1"/>
                </a:solidFill>
                <a:latin typeface="Arial" panose="020B0604020202020204" pitchFamily="34" charset="0"/>
                <a:ea typeface="ヒラギノ角ゴ Pro W3" panose="020B0300000000000000" pitchFamily="34" charset="-128"/>
                <a:cs typeface="Arial" panose="020B0604020202020204" pitchFamily="34" charset="0"/>
              </a:rPr>
              <a:t>Business Process Modelling</a:t>
            </a:r>
            <a:endParaRPr lang="en-US" altLang="en-US" sz="2800" b="1" dirty="0">
              <a:solidFill>
                <a:schemeClr val="tx1"/>
              </a:solidFill>
              <a:latin typeface="Arial" panose="020B0604020202020204" pitchFamily="34" charset="0"/>
              <a:ea typeface="ヒラギノ角ゴ Pro W3" panose="020B0300000000000000" pitchFamily="34" charset="-128"/>
              <a:cs typeface="Arial" panose="020B0604020202020204" pitchFamily="34" charset="0"/>
            </a:endParaRPr>
          </a:p>
        </p:txBody>
      </p:sp>
      <p:sp>
        <p:nvSpPr>
          <p:cNvPr id="6" name="文本框 5">
            <a:extLst>
              <a:ext uri="{FF2B5EF4-FFF2-40B4-BE49-F238E27FC236}">
                <a16:creationId xmlns="" xmlns:a16="http://schemas.microsoft.com/office/drawing/2014/main" id="{5B69BE9B-D2F4-A99A-BA1D-6589B4F26E88}"/>
              </a:ext>
            </a:extLst>
          </p:cNvPr>
          <p:cNvSpPr txBox="1"/>
          <p:nvPr/>
        </p:nvSpPr>
        <p:spPr>
          <a:xfrm>
            <a:off x="1016461" y="1692674"/>
            <a:ext cx="9956339" cy="7178888"/>
          </a:xfrm>
          <a:prstGeom prst="rect">
            <a:avLst/>
          </a:prstGeom>
          <a:noFill/>
        </p:spPr>
        <p:txBody>
          <a:bodyPr wrap="square">
            <a:spAutoFit/>
          </a:bodyPr>
          <a:lstStyle/>
          <a:p>
            <a:r>
              <a:rPr lang="en-NZ" sz="2400" b="1" dirty="0" smtClean="0">
                <a:latin typeface="Arial" pitchFamily="34" charset="0"/>
                <a:cs typeface="Arial" pitchFamily="34" charset="0"/>
              </a:rPr>
              <a:t>What is </a:t>
            </a:r>
            <a:r>
              <a:rPr lang="en-NZ" sz="2400" b="1" dirty="0" smtClean="0">
                <a:latin typeface="Arial" pitchFamily="34" charset="0"/>
                <a:cs typeface="Arial" pitchFamily="34" charset="0"/>
              </a:rPr>
              <a:t>a process management</a:t>
            </a:r>
            <a:r>
              <a:rPr lang="en-NZ" sz="2400" b="1" dirty="0" smtClean="0">
                <a:latin typeface="Arial" pitchFamily="34" charset="0"/>
                <a:cs typeface="Arial" pitchFamily="34" charset="0"/>
              </a:rPr>
              <a:t>?</a:t>
            </a:r>
            <a:endParaRPr lang="en-NZ" sz="2400" b="1" dirty="0" smtClean="0">
              <a:latin typeface="Arial" pitchFamily="34" charset="0"/>
              <a:cs typeface="Arial" pitchFamily="34" charset="0"/>
            </a:endParaRPr>
          </a:p>
          <a:p>
            <a:endParaRPr lang="en-NZ" sz="2400" dirty="0" smtClean="0">
              <a:latin typeface="Arial" pitchFamily="34" charset="0"/>
              <a:cs typeface="Arial" pitchFamily="34" charset="0"/>
            </a:endParaRPr>
          </a:p>
          <a:p>
            <a:r>
              <a:rPr lang="en-US" sz="2400" dirty="0" smtClean="0">
                <a:latin typeface="Arial" pitchFamily="34" charset="0"/>
                <a:cs typeface="Arial" pitchFamily="34" charset="0"/>
              </a:rPr>
              <a:t>Process Management involves designing, executing, monitoring, and </a:t>
            </a:r>
            <a:r>
              <a:rPr lang="en-US" sz="2400" dirty="0" err="1" smtClean="0">
                <a:latin typeface="Arial" pitchFamily="34" charset="0"/>
                <a:cs typeface="Arial" pitchFamily="34" charset="0"/>
              </a:rPr>
              <a:t>optimising</a:t>
            </a:r>
            <a:r>
              <a:rPr lang="en-US" sz="2400" dirty="0" smtClean="0">
                <a:latin typeface="Arial" pitchFamily="34" charset="0"/>
                <a:cs typeface="Arial" pitchFamily="34" charset="0"/>
              </a:rPr>
              <a:t> </a:t>
            </a:r>
            <a:r>
              <a:rPr lang="en-US" sz="2400" dirty="0" smtClean="0">
                <a:latin typeface="Arial" pitchFamily="34" charset="0"/>
                <a:cs typeface="Arial" pitchFamily="34" charset="0"/>
              </a:rPr>
              <a:t>business processes to improve efficiency, effectiveness, and adaptability.</a:t>
            </a:r>
            <a:endParaRPr lang="en-US" sz="2400" dirty="0" smtClean="0">
              <a:latin typeface="Arial" pitchFamily="34" charset="0"/>
              <a:cs typeface="Arial" pitchFamily="34" charset="0"/>
            </a:endParaRPr>
          </a:p>
          <a:p>
            <a:endParaRPr lang="en-US" sz="2400" dirty="0" smtClean="0">
              <a:latin typeface="Arial" pitchFamily="34" charset="0"/>
              <a:cs typeface="Arial" pitchFamily="34" charset="0"/>
            </a:endParaRPr>
          </a:p>
          <a:p>
            <a:r>
              <a:rPr lang="en-US" sz="2400" b="1" dirty="0" smtClean="0">
                <a:latin typeface="Arial" pitchFamily="34" charset="0"/>
                <a:cs typeface="Arial" pitchFamily="34" charset="0"/>
              </a:rPr>
              <a:t>Why is process management important?</a:t>
            </a:r>
          </a:p>
          <a:p>
            <a:pPr>
              <a:buFont typeface="Arial" pitchFamily="34" charset="0"/>
              <a:buChar char="•"/>
            </a:pPr>
            <a:r>
              <a:rPr lang="en-US" sz="2400" dirty="0" smtClean="0">
                <a:latin typeface="Arial" pitchFamily="34" charset="0"/>
                <a:cs typeface="Arial" pitchFamily="34" charset="0"/>
              </a:rPr>
              <a:t>Streamline operations</a:t>
            </a:r>
          </a:p>
          <a:p>
            <a:pPr>
              <a:buFont typeface="Arial" pitchFamily="34" charset="0"/>
              <a:buChar char="•"/>
            </a:pPr>
            <a:r>
              <a:rPr lang="en-US" sz="2400" dirty="0" smtClean="0">
                <a:latin typeface="Arial" pitchFamily="34" charset="0"/>
                <a:cs typeface="Arial" pitchFamily="34" charset="0"/>
              </a:rPr>
              <a:t>Eliminate waste</a:t>
            </a:r>
          </a:p>
          <a:p>
            <a:pPr>
              <a:buFont typeface="Arial" pitchFamily="34" charset="0"/>
              <a:buChar char="•"/>
            </a:pPr>
            <a:r>
              <a:rPr lang="en-US" sz="2400" dirty="0" smtClean="0">
                <a:latin typeface="Arial" pitchFamily="34" charset="0"/>
                <a:cs typeface="Arial" pitchFamily="34" charset="0"/>
              </a:rPr>
              <a:t>Improve customer satisfaction</a:t>
            </a:r>
          </a:p>
          <a:p>
            <a:pPr>
              <a:buFont typeface="Arial" pitchFamily="34" charset="0"/>
              <a:buChar char="•"/>
            </a:pPr>
            <a:r>
              <a:rPr lang="en-US" sz="2400" dirty="0" smtClean="0">
                <a:latin typeface="Arial" pitchFamily="34" charset="0"/>
                <a:cs typeface="Arial" pitchFamily="34" charset="0"/>
              </a:rPr>
              <a:t>Align processes with business strategy</a:t>
            </a:r>
          </a:p>
          <a:p>
            <a:r>
              <a:rPr lang="en-US" sz="2400" dirty="0" smtClean="0"/>
              <a:t> </a:t>
            </a:r>
          </a:p>
          <a:p>
            <a:endParaRPr lang="en-NZ" sz="2400" dirty="0" smtClean="0">
              <a:latin typeface="Arial" pitchFamily="34" charset="0"/>
              <a:cs typeface="Arial" pitchFamily="34" charset="0"/>
            </a:endParaRPr>
          </a:p>
          <a:p>
            <a:endParaRPr lang="en-US" sz="2400" dirty="0" smtClean="0">
              <a:latin typeface="Arial" pitchFamily="34" charset="0"/>
              <a:cs typeface="Arial" pitchFamily="34" charset="0"/>
            </a:endParaRPr>
          </a:p>
          <a:p>
            <a:endParaRPr lang="en-NZ" sz="2400" dirty="0" smtClean="0">
              <a:latin typeface="Arial" pitchFamily="34" charset="0"/>
              <a:cs typeface="Arial" pitchFamily="34" charset="0"/>
            </a:endParaRPr>
          </a:p>
          <a:p>
            <a:endParaRPr lang="en-US" sz="2400" dirty="0" smtClean="0">
              <a:latin typeface="Arial" pitchFamily="34" charset="0"/>
              <a:cs typeface="Arial" pitchFamily="34" charset="0"/>
            </a:endParaRPr>
          </a:p>
          <a:p>
            <a:pPr marL="342900" indent="-342900"/>
            <a:endParaRPr lang="en-US" altLang="zh-CN" dirty="0" smtClean="0">
              <a:latin typeface="Arial" panose="020B0604020202020204" pitchFamily="34" charset="0"/>
              <a:ea typeface="ヒラギノ角ゴ Pro W3" panose="020B0300000000000000" pitchFamily="34" charset="-128"/>
              <a:cs typeface="Arial" panose="020B0604020202020204" pitchFamily="34" charset="0"/>
            </a:endParaRPr>
          </a:p>
          <a:p>
            <a:endParaRPr lang="en-NZ" altLang="zh-CN" dirty="0" smtClean="0">
              <a:latin typeface="Arial" panose="020B0604020202020204" pitchFamily="34" charset="0"/>
              <a:ea typeface="ヒラギノ角ゴ Pro W3" panose="020B0300000000000000" pitchFamily="34" charset="-128"/>
              <a:cs typeface="Arial" panose="020B0604020202020204" pitchFamily="34" charset="0"/>
            </a:endParaRPr>
          </a:p>
          <a:p>
            <a:endParaRPr lang="en-NZ" altLang="zh-CN" dirty="0" smtClean="0">
              <a:latin typeface="Arial" panose="020B0604020202020204" pitchFamily="34" charset="0"/>
              <a:ea typeface="ヒラギノ角ゴ Pro W3" panose="020B0300000000000000" pitchFamily="34" charset="-128"/>
              <a:cs typeface="Arial" panose="020B0604020202020204" pitchFamily="34" charset="0"/>
            </a:endParaRPr>
          </a:p>
          <a:p>
            <a:pPr marL="0" indent="0">
              <a:lnSpc>
                <a:spcPct val="125000"/>
              </a:lnSpc>
              <a:spcBef>
                <a:spcPts val="0"/>
              </a:spcBef>
              <a:buNone/>
            </a:pPr>
            <a:r>
              <a:rPr lang="en-NZ" altLang="zh-CN" sz="1800" dirty="0" smtClean="0">
                <a:solidFill>
                  <a:schemeClr val="tx1"/>
                </a:solidFill>
                <a:latin typeface="Arial" panose="020B0604020202020204" pitchFamily="34" charset="0"/>
                <a:ea typeface="ヒラギノ角ゴ Pro W3" panose="020B0300000000000000" pitchFamily="34" charset="-128"/>
                <a:cs typeface="Arial" panose="020B0604020202020204" pitchFamily="34" charset="0"/>
              </a:rPr>
              <a:t> </a:t>
            </a:r>
            <a:endParaRPr lang="en-US" altLang="zh-CN" sz="1800" dirty="0">
              <a:solidFill>
                <a:schemeClr val="tx1"/>
              </a:solidFill>
              <a:latin typeface="Arial" panose="020B0604020202020204" pitchFamily="34" charset="0"/>
              <a:ea typeface="ヒラギノ角ゴ Pro W3" panose="020B0300000000000000" pitchFamily="34" charset="-128"/>
              <a:cs typeface="Arial" panose="020B0604020202020204" pitchFamily="34" charset="0"/>
            </a:endParaRPr>
          </a:p>
        </p:txBody>
      </p:sp>
    </p:spTree>
    <p:extLst>
      <p:ext uri="{BB962C8B-B14F-4D97-AF65-F5344CB8AC3E}">
        <p14:creationId xmlns="" xmlns:p14="http://schemas.microsoft.com/office/powerpoint/2010/main" val="116381300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accel="50000" decel="50000" fill="hold" grpId="0" nodeType="afterEffect">
                                  <p:stCondLst>
                                    <p:cond delay="0"/>
                                  </p:stCondLst>
                                  <p:childTnLst>
                                    <p:set>
                                      <p:cBhvr>
                                        <p:cTn id="6" dur="1" fill="hold">
                                          <p:stCondLst>
                                            <p:cond delay="0"/>
                                          </p:stCondLst>
                                        </p:cTn>
                                        <p:tgtEl>
                                          <p:spTgt spid="250885"/>
                                        </p:tgtEl>
                                        <p:attrNameLst>
                                          <p:attrName>style.visibility</p:attrName>
                                        </p:attrNameLst>
                                      </p:cBhvr>
                                      <p:to>
                                        <p:strVal val="visible"/>
                                      </p:to>
                                    </p:set>
                                    <p:anim calcmode="lin" valueType="num">
                                      <p:cBhvr additive="base">
                                        <p:cTn id="7" dur="500" fill="hold"/>
                                        <p:tgtEl>
                                          <p:spTgt spid="250885"/>
                                        </p:tgtEl>
                                        <p:attrNameLst>
                                          <p:attrName>ppt_x</p:attrName>
                                        </p:attrNameLst>
                                      </p:cBhvr>
                                      <p:tavLst>
                                        <p:tav tm="0">
                                          <p:val>
                                            <p:strVal val="1+#ppt_w/2"/>
                                          </p:val>
                                        </p:tav>
                                        <p:tav tm="100000">
                                          <p:val>
                                            <p:strVal val="#ppt_x"/>
                                          </p:val>
                                        </p:tav>
                                      </p:tavLst>
                                    </p:anim>
                                    <p:anim calcmode="lin" valueType="num">
                                      <p:cBhvr additive="base">
                                        <p:cTn id="8" dur="500" fill="hold"/>
                                        <p:tgtEl>
                                          <p:spTgt spid="25088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8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5" name="Rectangle 5">
            <a:extLst>
              <a:ext uri="{FF2B5EF4-FFF2-40B4-BE49-F238E27FC236}">
                <a16:creationId xmlns="" xmlns:a16="http://schemas.microsoft.com/office/drawing/2014/main" id="{E3635AB3-6134-EF4F-954E-CDEA56CFB99B}"/>
              </a:ext>
            </a:extLst>
          </p:cNvPr>
          <p:cNvSpPr>
            <a:spLocks noGrp="1" noChangeArrowheads="1"/>
          </p:cNvSpPr>
          <p:nvPr>
            <p:ph type="title"/>
          </p:nvPr>
        </p:nvSpPr>
        <p:spPr>
          <a:xfrm>
            <a:off x="657226" y="761155"/>
            <a:ext cx="10829924" cy="467570"/>
          </a:xfrm>
        </p:spPr>
        <p:txBody>
          <a:bodyPr>
            <a:noAutofit/>
          </a:bodyPr>
          <a:lstStyle/>
          <a:p>
            <a:r>
              <a:rPr lang="en-NZ" altLang="en-US" sz="2800" b="1" dirty="0" smtClean="0">
                <a:solidFill>
                  <a:schemeClr val="tx1"/>
                </a:solidFill>
                <a:latin typeface="Arial" panose="020B0604020202020204" pitchFamily="34" charset="0"/>
                <a:ea typeface="ヒラギノ角ゴ Pro W3" panose="020B0300000000000000" pitchFamily="34" charset="-128"/>
                <a:cs typeface="Arial" panose="020B0604020202020204" pitchFamily="34" charset="0"/>
              </a:rPr>
              <a:t>Process Management Cycle</a:t>
            </a:r>
            <a:endParaRPr lang="en-US" altLang="en-US" sz="2800" b="1" dirty="0">
              <a:solidFill>
                <a:schemeClr val="tx1"/>
              </a:solidFill>
              <a:latin typeface="Arial" panose="020B0604020202020204" pitchFamily="34" charset="0"/>
              <a:ea typeface="ヒラギノ角ゴ Pro W3" panose="020B0300000000000000" pitchFamily="34" charset="-128"/>
              <a:cs typeface="Arial" panose="020B0604020202020204" pitchFamily="34" charset="0"/>
            </a:endParaRPr>
          </a:p>
        </p:txBody>
      </p:sp>
      <p:sp>
        <p:nvSpPr>
          <p:cNvPr id="6" name="文本框 5">
            <a:extLst>
              <a:ext uri="{FF2B5EF4-FFF2-40B4-BE49-F238E27FC236}">
                <a16:creationId xmlns="" xmlns:a16="http://schemas.microsoft.com/office/drawing/2014/main" id="{5B69BE9B-D2F4-A99A-BA1D-6589B4F26E88}"/>
              </a:ext>
            </a:extLst>
          </p:cNvPr>
          <p:cNvSpPr txBox="1"/>
          <p:nvPr/>
        </p:nvSpPr>
        <p:spPr>
          <a:xfrm>
            <a:off x="1045036" y="1635524"/>
            <a:ext cx="9956339" cy="5701561"/>
          </a:xfrm>
          <a:prstGeom prst="rect">
            <a:avLst/>
          </a:prstGeom>
          <a:noFill/>
        </p:spPr>
        <p:txBody>
          <a:bodyPr wrap="square">
            <a:spAutoFit/>
          </a:bodyPr>
          <a:lstStyle/>
          <a:p>
            <a:pPr>
              <a:buFont typeface="Arial" pitchFamily="34" charset="0"/>
              <a:buChar char="•"/>
            </a:pPr>
            <a:r>
              <a:rPr lang="en-US" sz="2400" b="1" dirty="0" smtClean="0">
                <a:latin typeface="Arial" pitchFamily="34" charset="0"/>
                <a:cs typeface="Arial" pitchFamily="34" charset="0"/>
              </a:rPr>
              <a:t>Identify</a:t>
            </a:r>
            <a:r>
              <a:rPr lang="en-US" sz="2400" dirty="0" smtClean="0">
                <a:latin typeface="Arial" pitchFamily="34" charset="0"/>
                <a:cs typeface="Arial" pitchFamily="34" charset="0"/>
              </a:rPr>
              <a:t> the process</a:t>
            </a:r>
          </a:p>
          <a:p>
            <a:pPr>
              <a:buFont typeface="Arial" pitchFamily="34" charset="0"/>
              <a:buChar char="•"/>
            </a:pPr>
            <a:r>
              <a:rPr lang="en-US" sz="2400" b="1" dirty="0" smtClean="0">
                <a:ln>
                  <a:solidFill>
                    <a:srgbClr val="FFC000"/>
                  </a:solidFill>
                </a:ln>
                <a:latin typeface="Arial" pitchFamily="34" charset="0"/>
                <a:cs typeface="Arial" pitchFamily="34" charset="0"/>
              </a:rPr>
              <a:t>Model</a:t>
            </a:r>
            <a:r>
              <a:rPr lang="en-US" sz="2400" dirty="0" smtClean="0">
                <a:ln>
                  <a:solidFill>
                    <a:srgbClr val="FFC000"/>
                  </a:solidFill>
                </a:ln>
                <a:latin typeface="Arial" pitchFamily="34" charset="0"/>
                <a:cs typeface="Arial" pitchFamily="34" charset="0"/>
              </a:rPr>
              <a:t> the current state (As-Is)</a:t>
            </a:r>
          </a:p>
          <a:p>
            <a:pPr>
              <a:buFont typeface="Arial" pitchFamily="34" charset="0"/>
              <a:buChar char="•"/>
            </a:pPr>
            <a:r>
              <a:rPr lang="en-US" sz="2400" b="1" dirty="0" err="1" smtClean="0">
                <a:latin typeface="Arial" pitchFamily="34" charset="0"/>
                <a:cs typeface="Arial" pitchFamily="34" charset="0"/>
              </a:rPr>
              <a:t>Analyse</a:t>
            </a:r>
            <a:r>
              <a:rPr lang="en-US" sz="2400" dirty="0" smtClean="0">
                <a:latin typeface="Arial" pitchFamily="34" charset="0"/>
                <a:cs typeface="Arial" pitchFamily="34" charset="0"/>
              </a:rPr>
              <a:t> </a:t>
            </a:r>
            <a:r>
              <a:rPr lang="en-US" sz="2400" dirty="0" smtClean="0">
                <a:latin typeface="Arial" pitchFamily="34" charset="0"/>
                <a:cs typeface="Arial" pitchFamily="34" charset="0"/>
              </a:rPr>
              <a:t>performance and bottlenecks</a:t>
            </a:r>
          </a:p>
          <a:p>
            <a:pPr>
              <a:buFont typeface="Arial" pitchFamily="34" charset="0"/>
              <a:buChar char="•"/>
            </a:pPr>
            <a:r>
              <a:rPr lang="en-US" sz="2400" b="1" dirty="0" smtClean="0">
                <a:latin typeface="Arial" pitchFamily="34" charset="0"/>
                <a:cs typeface="Arial" pitchFamily="34" charset="0"/>
              </a:rPr>
              <a:t>Design</a:t>
            </a:r>
            <a:r>
              <a:rPr lang="en-US" sz="2400" dirty="0" smtClean="0">
                <a:latin typeface="Arial" pitchFamily="34" charset="0"/>
                <a:cs typeface="Arial" pitchFamily="34" charset="0"/>
              </a:rPr>
              <a:t> improvements (To-Be)</a:t>
            </a:r>
          </a:p>
          <a:p>
            <a:pPr>
              <a:buFont typeface="Arial" pitchFamily="34" charset="0"/>
              <a:buChar char="•"/>
            </a:pPr>
            <a:r>
              <a:rPr lang="en-US" sz="2400" b="1" dirty="0" smtClean="0">
                <a:latin typeface="Arial" pitchFamily="34" charset="0"/>
                <a:cs typeface="Arial" pitchFamily="34" charset="0"/>
              </a:rPr>
              <a:t>Implement</a:t>
            </a:r>
            <a:r>
              <a:rPr lang="en-US" sz="2400" dirty="0" smtClean="0">
                <a:latin typeface="Arial" pitchFamily="34" charset="0"/>
                <a:cs typeface="Arial" pitchFamily="34" charset="0"/>
              </a:rPr>
              <a:t> changes</a:t>
            </a:r>
          </a:p>
          <a:p>
            <a:pPr>
              <a:buFont typeface="Arial" pitchFamily="34" charset="0"/>
              <a:buChar char="•"/>
            </a:pPr>
            <a:r>
              <a:rPr lang="en-US" sz="2400" b="1" dirty="0" smtClean="0">
                <a:latin typeface="Arial" pitchFamily="34" charset="0"/>
                <a:cs typeface="Arial" pitchFamily="34" charset="0"/>
              </a:rPr>
              <a:t>Monitor </a:t>
            </a:r>
            <a:r>
              <a:rPr lang="en-US" sz="2400" b="1" dirty="0" smtClean="0">
                <a:latin typeface="Arial" pitchFamily="34" charset="0"/>
                <a:cs typeface="Arial" pitchFamily="34" charset="0"/>
              </a:rPr>
              <a:t>and </a:t>
            </a:r>
            <a:r>
              <a:rPr lang="en-US" sz="2400" b="1" dirty="0" smtClean="0">
                <a:latin typeface="Arial" pitchFamily="34" charset="0"/>
                <a:cs typeface="Arial" pitchFamily="34" charset="0"/>
              </a:rPr>
              <a:t>Control</a:t>
            </a:r>
            <a:r>
              <a:rPr lang="en-US" sz="2400" dirty="0" smtClean="0">
                <a:latin typeface="Arial" pitchFamily="34" charset="0"/>
                <a:cs typeface="Arial" pitchFamily="34" charset="0"/>
              </a:rPr>
              <a:t> performance</a:t>
            </a:r>
          </a:p>
          <a:p>
            <a:pPr>
              <a:buFont typeface="Arial" pitchFamily="34" charset="0"/>
              <a:buChar char="•"/>
            </a:pPr>
            <a:r>
              <a:rPr lang="en-US" sz="2400" b="1" dirty="0" smtClean="0">
                <a:latin typeface="Arial" pitchFamily="34" charset="0"/>
                <a:cs typeface="Arial" pitchFamily="34" charset="0"/>
              </a:rPr>
              <a:t>Refine</a:t>
            </a:r>
            <a:r>
              <a:rPr lang="en-US" sz="2400" dirty="0" smtClean="0">
                <a:latin typeface="Arial" pitchFamily="34" charset="0"/>
                <a:cs typeface="Arial" pitchFamily="34" charset="0"/>
              </a:rPr>
              <a:t> continuously</a:t>
            </a:r>
          </a:p>
          <a:p>
            <a:r>
              <a:rPr lang="en-US" sz="2400" dirty="0" smtClean="0"/>
              <a:t> </a:t>
            </a:r>
          </a:p>
          <a:p>
            <a:endParaRPr lang="en-NZ" sz="2400" dirty="0" smtClean="0">
              <a:latin typeface="Arial" pitchFamily="34" charset="0"/>
              <a:cs typeface="Arial" pitchFamily="34" charset="0"/>
            </a:endParaRPr>
          </a:p>
          <a:p>
            <a:endParaRPr lang="en-US" sz="2400" dirty="0" smtClean="0">
              <a:latin typeface="Arial" pitchFamily="34" charset="0"/>
              <a:cs typeface="Arial" pitchFamily="34" charset="0"/>
            </a:endParaRPr>
          </a:p>
          <a:p>
            <a:endParaRPr lang="en-NZ" sz="2400" dirty="0" smtClean="0">
              <a:latin typeface="Arial" pitchFamily="34" charset="0"/>
              <a:cs typeface="Arial" pitchFamily="34" charset="0"/>
            </a:endParaRPr>
          </a:p>
          <a:p>
            <a:endParaRPr lang="en-US" sz="2400" dirty="0" smtClean="0">
              <a:latin typeface="Arial" pitchFamily="34" charset="0"/>
              <a:cs typeface="Arial" pitchFamily="34" charset="0"/>
            </a:endParaRPr>
          </a:p>
          <a:p>
            <a:pPr marL="342900" indent="-342900"/>
            <a:endParaRPr lang="en-US" altLang="zh-CN" dirty="0" smtClean="0">
              <a:latin typeface="Arial" panose="020B0604020202020204" pitchFamily="34" charset="0"/>
              <a:ea typeface="ヒラギノ角ゴ Pro W3" panose="020B0300000000000000" pitchFamily="34" charset="-128"/>
              <a:cs typeface="Arial" panose="020B0604020202020204" pitchFamily="34" charset="0"/>
            </a:endParaRPr>
          </a:p>
          <a:p>
            <a:endParaRPr lang="en-NZ" altLang="zh-CN" dirty="0" smtClean="0">
              <a:latin typeface="Arial" panose="020B0604020202020204" pitchFamily="34" charset="0"/>
              <a:ea typeface="ヒラギノ角ゴ Pro W3" panose="020B0300000000000000" pitchFamily="34" charset="-128"/>
              <a:cs typeface="Arial" panose="020B0604020202020204" pitchFamily="34" charset="0"/>
            </a:endParaRPr>
          </a:p>
          <a:p>
            <a:endParaRPr lang="en-NZ" altLang="zh-CN" dirty="0" smtClean="0">
              <a:latin typeface="Arial" panose="020B0604020202020204" pitchFamily="34" charset="0"/>
              <a:ea typeface="ヒラギノ角ゴ Pro W3" panose="020B0300000000000000" pitchFamily="34" charset="-128"/>
              <a:cs typeface="Arial" panose="020B0604020202020204" pitchFamily="34" charset="0"/>
            </a:endParaRPr>
          </a:p>
          <a:p>
            <a:pPr marL="0" indent="0">
              <a:lnSpc>
                <a:spcPct val="125000"/>
              </a:lnSpc>
              <a:spcBef>
                <a:spcPts val="0"/>
              </a:spcBef>
              <a:buNone/>
            </a:pPr>
            <a:r>
              <a:rPr lang="en-NZ" altLang="zh-CN" sz="1800" dirty="0" smtClean="0">
                <a:solidFill>
                  <a:schemeClr val="tx1"/>
                </a:solidFill>
                <a:latin typeface="Arial" panose="020B0604020202020204" pitchFamily="34" charset="0"/>
                <a:ea typeface="ヒラギノ角ゴ Pro W3" panose="020B0300000000000000" pitchFamily="34" charset="-128"/>
                <a:cs typeface="Arial" panose="020B0604020202020204" pitchFamily="34" charset="0"/>
              </a:rPr>
              <a:t> </a:t>
            </a:r>
            <a:endParaRPr lang="en-US" altLang="zh-CN" sz="1800" dirty="0">
              <a:solidFill>
                <a:schemeClr val="tx1"/>
              </a:solidFill>
              <a:latin typeface="Arial" panose="020B0604020202020204" pitchFamily="34" charset="0"/>
              <a:ea typeface="ヒラギノ角ゴ Pro W3" panose="020B0300000000000000" pitchFamily="34" charset="-128"/>
              <a:cs typeface="Arial" panose="020B0604020202020204" pitchFamily="34" charset="0"/>
            </a:endParaRPr>
          </a:p>
        </p:txBody>
      </p:sp>
    </p:spTree>
    <p:extLst>
      <p:ext uri="{BB962C8B-B14F-4D97-AF65-F5344CB8AC3E}">
        <p14:creationId xmlns="" xmlns:p14="http://schemas.microsoft.com/office/powerpoint/2010/main" val="116381300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accel="50000" decel="50000" fill="hold" grpId="0" nodeType="afterEffect">
                                  <p:stCondLst>
                                    <p:cond delay="0"/>
                                  </p:stCondLst>
                                  <p:childTnLst>
                                    <p:set>
                                      <p:cBhvr>
                                        <p:cTn id="6" dur="1" fill="hold">
                                          <p:stCondLst>
                                            <p:cond delay="0"/>
                                          </p:stCondLst>
                                        </p:cTn>
                                        <p:tgtEl>
                                          <p:spTgt spid="250885"/>
                                        </p:tgtEl>
                                        <p:attrNameLst>
                                          <p:attrName>style.visibility</p:attrName>
                                        </p:attrNameLst>
                                      </p:cBhvr>
                                      <p:to>
                                        <p:strVal val="visible"/>
                                      </p:to>
                                    </p:set>
                                    <p:anim calcmode="lin" valueType="num">
                                      <p:cBhvr additive="base">
                                        <p:cTn id="7" dur="500" fill="hold"/>
                                        <p:tgtEl>
                                          <p:spTgt spid="250885"/>
                                        </p:tgtEl>
                                        <p:attrNameLst>
                                          <p:attrName>ppt_x</p:attrName>
                                        </p:attrNameLst>
                                      </p:cBhvr>
                                      <p:tavLst>
                                        <p:tav tm="0">
                                          <p:val>
                                            <p:strVal val="1+#ppt_w/2"/>
                                          </p:val>
                                        </p:tav>
                                        <p:tav tm="100000">
                                          <p:val>
                                            <p:strVal val="#ppt_x"/>
                                          </p:val>
                                        </p:tav>
                                      </p:tavLst>
                                    </p:anim>
                                    <p:anim calcmode="lin" valueType="num">
                                      <p:cBhvr additive="base">
                                        <p:cTn id="8" dur="500" fill="hold"/>
                                        <p:tgtEl>
                                          <p:spTgt spid="25088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8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5" name="Rectangle 5">
            <a:extLst>
              <a:ext uri="{FF2B5EF4-FFF2-40B4-BE49-F238E27FC236}">
                <a16:creationId xmlns="" xmlns:a16="http://schemas.microsoft.com/office/drawing/2014/main" id="{E3635AB3-6134-EF4F-954E-CDEA56CFB99B}"/>
              </a:ext>
            </a:extLst>
          </p:cNvPr>
          <p:cNvSpPr>
            <a:spLocks noGrp="1" noChangeArrowheads="1"/>
          </p:cNvSpPr>
          <p:nvPr>
            <p:ph type="title"/>
          </p:nvPr>
        </p:nvSpPr>
        <p:spPr>
          <a:xfrm>
            <a:off x="657226" y="761155"/>
            <a:ext cx="10829924" cy="467570"/>
          </a:xfrm>
        </p:spPr>
        <p:txBody>
          <a:bodyPr>
            <a:noAutofit/>
          </a:bodyPr>
          <a:lstStyle/>
          <a:p>
            <a:r>
              <a:rPr lang="en-NZ" altLang="en-US" sz="2800" b="1" dirty="0" smtClean="0">
                <a:solidFill>
                  <a:schemeClr val="tx1"/>
                </a:solidFill>
                <a:latin typeface="Arial" panose="020B0604020202020204" pitchFamily="34" charset="0"/>
                <a:ea typeface="ヒラギノ角ゴ Pro W3" panose="020B0300000000000000" pitchFamily="34" charset="-128"/>
                <a:cs typeface="Arial" panose="020B0604020202020204" pitchFamily="34" charset="0"/>
              </a:rPr>
              <a:t>Example</a:t>
            </a:r>
            <a:endParaRPr lang="en-US" altLang="en-US" sz="2800" b="1" dirty="0">
              <a:solidFill>
                <a:schemeClr val="tx1"/>
              </a:solidFill>
              <a:latin typeface="Arial" panose="020B0604020202020204" pitchFamily="34" charset="0"/>
              <a:ea typeface="ヒラギノ角ゴ Pro W3" panose="020B0300000000000000" pitchFamily="34" charset="-128"/>
              <a:cs typeface="Arial" panose="020B0604020202020204" pitchFamily="34" charset="0"/>
            </a:endParaRPr>
          </a:p>
        </p:txBody>
      </p:sp>
      <p:pic>
        <p:nvPicPr>
          <p:cNvPr id="4" name="Picture 3">
            <a:extLst>
              <a:ext uri="{FF2B5EF4-FFF2-40B4-BE49-F238E27FC236}">
                <a16:creationId xmlns:a16="http://schemas.microsoft.com/office/drawing/2014/main" xmlns="" id="{BF63737B-7789-4FF7-9CB4-E8C0C1E06EBE}"/>
              </a:ext>
            </a:extLst>
          </p:cNvPr>
          <p:cNvPicPr>
            <a:picLocks noChangeAspect="1"/>
          </p:cNvPicPr>
          <p:nvPr/>
        </p:nvPicPr>
        <p:blipFill>
          <a:blip r:embed="rId3" cstate="print"/>
          <a:stretch>
            <a:fillRect/>
          </a:stretch>
        </p:blipFill>
        <p:spPr>
          <a:xfrm>
            <a:off x="1054418" y="1379878"/>
            <a:ext cx="9982199" cy="4447951"/>
          </a:xfrm>
          <a:prstGeom prst="rect">
            <a:avLst/>
          </a:prstGeom>
        </p:spPr>
      </p:pic>
    </p:spTree>
    <p:extLst>
      <p:ext uri="{BB962C8B-B14F-4D97-AF65-F5344CB8AC3E}">
        <p14:creationId xmlns="" xmlns:p14="http://schemas.microsoft.com/office/powerpoint/2010/main" val="116381300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accel="50000" decel="50000" fill="hold" grpId="0" nodeType="afterEffect">
                                  <p:stCondLst>
                                    <p:cond delay="0"/>
                                  </p:stCondLst>
                                  <p:childTnLst>
                                    <p:set>
                                      <p:cBhvr>
                                        <p:cTn id="6" dur="1" fill="hold">
                                          <p:stCondLst>
                                            <p:cond delay="0"/>
                                          </p:stCondLst>
                                        </p:cTn>
                                        <p:tgtEl>
                                          <p:spTgt spid="250885"/>
                                        </p:tgtEl>
                                        <p:attrNameLst>
                                          <p:attrName>style.visibility</p:attrName>
                                        </p:attrNameLst>
                                      </p:cBhvr>
                                      <p:to>
                                        <p:strVal val="visible"/>
                                      </p:to>
                                    </p:set>
                                    <p:anim calcmode="lin" valueType="num">
                                      <p:cBhvr additive="base">
                                        <p:cTn id="7" dur="500" fill="hold"/>
                                        <p:tgtEl>
                                          <p:spTgt spid="250885"/>
                                        </p:tgtEl>
                                        <p:attrNameLst>
                                          <p:attrName>ppt_x</p:attrName>
                                        </p:attrNameLst>
                                      </p:cBhvr>
                                      <p:tavLst>
                                        <p:tav tm="0">
                                          <p:val>
                                            <p:strVal val="1+#ppt_w/2"/>
                                          </p:val>
                                        </p:tav>
                                        <p:tav tm="100000">
                                          <p:val>
                                            <p:strVal val="#ppt_x"/>
                                          </p:val>
                                        </p:tav>
                                      </p:tavLst>
                                    </p:anim>
                                    <p:anim calcmode="lin" valueType="num">
                                      <p:cBhvr additive="base">
                                        <p:cTn id="8" dur="500" fill="hold"/>
                                        <p:tgtEl>
                                          <p:spTgt spid="25088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8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6B2EEC9-6FD2-47D8-AEA8-FA3F65A0170F}"/>
              </a:ext>
            </a:extLst>
          </p:cNvPr>
          <p:cNvSpPr>
            <a:spLocks noGrp="1"/>
          </p:cNvSpPr>
          <p:nvPr>
            <p:ph type="title" idx="4294967295"/>
          </p:nvPr>
        </p:nvSpPr>
        <p:spPr>
          <a:xfrm>
            <a:off x="2983379" y="6090592"/>
            <a:ext cx="8064986" cy="445334"/>
          </a:xfrm>
        </p:spPr>
        <p:txBody>
          <a:bodyPr>
            <a:normAutofit fontScale="90000"/>
          </a:bodyPr>
          <a:lstStyle/>
          <a:p>
            <a:pPr algn="ctr"/>
            <a:r>
              <a:rPr lang="en-NZ" b="1" dirty="0"/>
              <a:t>The core elements of </a:t>
            </a:r>
            <a:r>
              <a:rPr lang="en-NZ" b="1" dirty="0" smtClean="0"/>
              <a:t>a </a:t>
            </a:r>
            <a:r>
              <a:rPr lang="en-NZ" b="1" dirty="0"/>
              <a:t>process </a:t>
            </a:r>
          </a:p>
        </p:txBody>
      </p:sp>
      <p:graphicFrame>
        <p:nvGraphicFramePr>
          <p:cNvPr id="6" name="Content Placeholder 5">
            <a:extLst>
              <a:ext uri="{FF2B5EF4-FFF2-40B4-BE49-F238E27FC236}">
                <a16:creationId xmlns:a16="http://schemas.microsoft.com/office/drawing/2014/main" xmlns="" id="{5EA4AB02-0421-4750-B8C0-EEEF29F41FDA}"/>
              </a:ext>
            </a:extLst>
          </p:cNvPr>
          <p:cNvGraphicFramePr>
            <a:graphicFrameLocks noGrp="1"/>
          </p:cNvGraphicFramePr>
          <p:nvPr>
            <p:ph idx="4294967295"/>
            <p:extLst>
              <p:ext uri="{D42A27DB-BD31-4B8C-83A1-F6EECF244321}">
                <p14:modId xmlns:p14="http://schemas.microsoft.com/office/powerpoint/2010/main" xmlns="" val="304676449"/>
              </p:ext>
            </p:extLst>
          </p:nvPr>
        </p:nvGraphicFramePr>
        <p:xfrm>
          <a:off x="210064" y="327462"/>
          <a:ext cx="12653320" cy="568410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a:extLst>
              <a:ext uri="{FF2B5EF4-FFF2-40B4-BE49-F238E27FC236}">
                <a16:creationId xmlns:a16="http://schemas.microsoft.com/office/drawing/2014/main" xmlns="" id="{9660F4CD-1C12-4467-9A73-7876973DA340}"/>
              </a:ext>
            </a:extLst>
          </p:cNvPr>
          <p:cNvSpPr txBox="1"/>
          <p:nvPr/>
        </p:nvSpPr>
        <p:spPr>
          <a:xfrm>
            <a:off x="996621" y="445058"/>
            <a:ext cx="1077090" cy="830997"/>
          </a:xfrm>
          <a:prstGeom prst="rect">
            <a:avLst/>
          </a:prstGeom>
          <a:noFill/>
        </p:spPr>
        <p:txBody>
          <a:bodyPr wrap="none" rtlCol="0">
            <a:spAutoFit/>
          </a:bodyPr>
          <a:lstStyle/>
          <a:p>
            <a:r>
              <a:rPr lang="en-NZ" sz="2400" b="1" dirty="0" smtClean="0"/>
              <a:t>Start</a:t>
            </a:r>
            <a:br>
              <a:rPr lang="en-NZ" sz="2400" b="1" dirty="0" smtClean="0"/>
            </a:br>
            <a:r>
              <a:rPr lang="en-NZ" sz="2400" b="1" dirty="0" smtClean="0"/>
              <a:t>Events</a:t>
            </a:r>
            <a:endParaRPr lang="en-NZ" sz="2400" b="1" dirty="0"/>
          </a:p>
        </p:txBody>
      </p:sp>
      <p:sp>
        <p:nvSpPr>
          <p:cNvPr id="8" name="TextBox 7">
            <a:extLst>
              <a:ext uri="{FF2B5EF4-FFF2-40B4-BE49-F238E27FC236}">
                <a16:creationId xmlns:a16="http://schemas.microsoft.com/office/drawing/2014/main" xmlns="" id="{3B219F92-06A4-4D32-BBBE-E0B88C91A21D}"/>
              </a:ext>
            </a:extLst>
          </p:cNvPr>
          <p:cNvSpPr txBox="1"/>
          <p:nvPr/>
        </p:nvSpPr>
        <p:spPr>
          <a:xfrm>
            <a:off x="768020" y="1744705"/>
            <a:ext cx="1321196" cy="461665"/>
          </a:xfrm>
          <a:prstGeom prst="rect">
            <a:avLst/>
          </a:prstGeom>
          <a:noFill/>
        </p:spPr>
        <p:txBody>
          <a:bodyPr wrap="none" rtlCol="0">
            <a:spAutoFit/>
          </a:bodyPr>
          <a:lstStyle/>
          <a:p>
            <a:r>
              <a:rPr lang="en-NZ" sz="2400" b="1" dirty="0"/>
              <a:t>Activities</a:t>
            </a:r>
          </a:p>
        </p:txBody>
      </p:sp>
      <p:sp>
        <p:nvSpPr>
          <p:cNvPr id="9" name="TextBox 8">
            <a:extLst>
              <a:ext uri="{FF2B5EF4-FFF2-40B4-BE49-F238E27FC236}">
                <a16:creationId xmlns:a16="http://schemas.microsoft.com/office/drawing/2014/main" xmlns="" id="{0D13C8B1-682C-4D9E-9A12-72222281DBC2}"/>
              </a:ext>
            </a:extLst>
          </p:cNvPr>
          <p:cNvSpPr txBox="1"/>
          <p:nvPr/>
        </p:nvSpPr>
        <p:spPr>
          <a:xfrm>
            <a:off x="557212" y="2783892"/>
            <a:ext cx="2000250" cy="707886"/>
          </a:xfrm>
          <a:prstGeom prst="rect">
            <a:avLst/>
          </a:prstGeom>
          <a:noFill/>
        </p:spPr>
        <p:txBody>
          <a:bodyPr wrap="square" rtlCol="0">
            <a:spAutoFit/>
          </a:bodyPr>
          <a:lstStyle/>
          <a:p>
            <a:pPr algn="ctr"/>
            <a:r>
              <a:rPr lang="en-NZ" sz="2000" b="1" dirty="0" smtClean="0"/>
              <a:t>Decision</a:t>
            </a:r>
            <a:br>
              <a:rPr lang="en-NZ" sz="2000" b="1" dirty="0" smtClean="0"/>
            </a:br>
            <a:r>
              <a:rPr lang="en-NZ" sz="2000" b="1" dirty="0" smtClean="0"/>
              <a:t>points</a:t>
            </a:r>
            <a:endParaRPr lang="en-NZ" sz="2000" b="1" dirty="0"/>
          </a:p>
        </p:txBody>
      </p:sp>
      <p:sp>
        <p:nvSpPr>
          <p:cNvPr id="10" name="TextBox 9">
            <a:extLst>
              <a:ext uri="{FF2B5EF4-FFF2-40B4-BE49-F238E27FC236}">
                <a16:creationId xmlns:a16="http://schemas.microsoft.com/office/drawing/2014/main" xmlns="" id="{D899ACFD-F150-4C90-9329-38DA8D48D135}"/>
              </a:ext>
            </a:extLst>
          </p:cNvPr>
          <p:cNvSpPr txBox="1"/>
          <p:nvPr/>
        </p:nvSpPr>
        <p:spPr>
          <a:xfrm>
            <a:off x="957585" y="4118508"/>
            <a:ext cx="998991" cy="461665"/>
          </a:xfrm>
          <a:prstGeom prst="rect">
            <a:avLst/>
          </a:prstGeom>
          <a:noFill/>
        </p:spPr>
        <p:txBody>
          <a:bodyPr wrap="none" rtlCol="0">
            <a:spAutoFit/>
          </a:bodyPr>
          <a:lstStyle/>
          <a:p>
            <a:r>
              <a:rPr lang="en-NZ" sz="2400" b="1" dirty="0"/>
              <a:t>Actors</a:t>
            </a:r>
          </a:p>
        </p:txBody>
      </p:sp>
      <p:sp>
        <p:nvSpPr>
          <p:cNvPr id="12" name="TextBox 11">
            <a:extLst>
              <a:ext uri="{FF2B5EF4-FFF2-40B4-BE49-F238E27FC236}">
                <a16:creationId xmlns:a16="http://schemas.microsoft.com/office/drawing/2014/main" xmlns="" id="{BC5FB2D4-4A1C-44B0-96E9-DFB7DD184EE5}"/>
              </a:ext>
            </a:extLst>
          </p:cNvPr>
          <p:cNvSpPr txBox="1"/>
          <p:nvPr/>
        </p:nvSpPr>
        <p:spPr>
          <a:xfrm>
            <a:off x="520386" y="5294543"/>
            <a:ext cx="1881797" cy="830997"/>
          </a:xfrm>
          <a:prstGeom prst="rect">
            <a:avLst/>
          </a:prstGeom>
          <a:noFill/>
        </p:spPr>
        <p:txBody>
          <a:bodyPr wrap="none" rtlCol="0">
            <a:spAutoFit/>
          </a:bodyPr>
          <a:lstStyle/>
          <a:p>
            <a:r>
              <a:rPr lang="en-NZ" sz="2400" b="1" dirty="0" smtClean="0"/>
              <a:t>End Events/</a:t>
            </a:r>
            <a:br>
              <a:rPr lang="en-NZ" sz="2400" b="1" dirty="0" smtClean="0"/>
            </a:br>
            <a:r>
              <a:rPr lang="en-NZ" sz="2400" b="1" dirty="0" smtClean="0"/>
              <a:t>Outcomes</a:t>
            </a:r>
            <a:endParaRPr lang="en-NZ" sz="2400" b="1" dirty="0"/>
          </a:p>
        </p:txBody>
      </p:sp>
    </p:spTree>
    <p:extLst>
      <p:ext uri="{BB962C8B-B14F-4D97-AF65-F5344CB8AC3E}">
        <p14:creationId xmlns:p14="http://schemas.microsoft.com/office/powerpoint/2010/main" xmlns="" val="23097457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98250BD-BE49-408E-9F87-849BBABC2D4C}"/>
              </a:ext>
            </a:extLst>
          </p:cNvPr>
          <p:cNvSpPr>
            <a:spLocks noGrp="1"/>
          </p:cNvSpPr>
          <p:nvPr>
            <p:ph type="title"/>
          </p:nvPr>
        </p:nvSpPr>
        <p:spPr/>
        <p:txBody>
          <a:bodyPr>
            <a:normAutofit/>
          </a:bodyPr>
          <a:lstStyle/>
          <a:p>
            <a:r>
              <a:rPr lang="en-NZ" sz="5400" b="1" dirty="0">
                <a:latin typeface="Arial" pitchFamily="34" charset="0"/>
                <a:cs typeface="Arial" pitchFamily="34" charset="0"/>
              </a:rPr>
              <a:t>Start event </a:t>
            </a:r>
          </a:p>
        </p:txBody>
      </p:sp>
      <p:sp>
        <p:nvSpPr>
          <p:cNvPr id="3" name="Content Placeholder 2">
            <a:extLst>
              <a:ext uri="{FF2B5EF4-FFF2-40B4-BE49-F238E27FC236}">
                <a16:creationId xmlns:a16="http://schemas.microsoft.com/office/drawing/2014/main" xmlns="" id="{39309F82-1CB5-4F48-96C0-AA02DB9120EA}"/>
              </a:ext>
            </a:extLst>
          </p:cNvPr>
          <p:cNvSpPr>
            <a:spLocks noGrp="1"/>
          </p:cNvSpPr>
          <p:nvPr>
            <p:ph idx="1"/>
          </p:nvPr>
        </p:nvSpPr>
        <p:spPr>
          <a:xfrm>
            <a:off x="838200" y="2312545"/>
            <a:ext cx="10515600" cy="4351338"/>
          </a:xfrm>
        </p:spPr>
        <p:txBody>
          <a:bodyPr>
            <a:normAutofit/>
          </a:bodyPr>
          <a:lstStyle/>
          <a:p>
            <a:r>
              <a:rPr lang="en-NZ" sz="3200" dirty="0">
                <a:latin typeface="Arial" pitchFamily="34" charset="0"/>
                <a:cs typeface="Arial" pitchFamily="34" charset="0"/>
              </a:rPr>
              <a:t>Initiates a process case </a:t>
            </a:r>
          </a:p>
          <a:p>
            <a:r>
              <a:rPr lang="en-NZ" sz="3200" dirty="0">
                <a:latin typeface="Arial" pitchFamily="34" charset="0"/>
                <a:cs typeface="Arial" pitchFamily="34" charset="0"/>
              </a:rPr>
              <a:t>First element of a process model</a:t>
            </a:r>
          </a:p>
          <a:p>
            <a:r>
              <a:rPr lang="en-NZ" sz="3200" dirty="0">
                <a:latin typeface="Arial" pitchFamily="34" charset="0"/>
                <a:cs typeface="Arial" pitchFamily="34" charset="0"/>
              </a:rPr>
              <a:t>Element in </a:t>
            </a:r>
            <a:r>
              <a:rPr lang="en-NZ" sz="3200" dirty="0" err="1">
                <a:latin typeface="Arial" pitchFamily="34" charset="0"/>
                <a:cs typeface="Arial" pitchFamily="34" charset="0"/>
              </a:rPr>
              <a:t>Signavio</a:t>
            </a:r>
            <a:r>
              <a:rPr lang="en-NZ" sz="3200" dirty="0">
                <a:latin typeface="Arial" pitchFamily="34" charset="0"/>
                <a:cs typeface="Arial" pitchFamily="34" charset="0"/>
              </a:rPr>
              <a:t>- </a:t>
            </a:r>
          </a:p>
          <a:p>
            <a:r>
              <a:rPr lang="en-NZ" sz="3200" dirty="0">
                <a:latin typeface="Arial" pitchFamily="34" charset="0"/>
                <a:cs typeface="Arial" pitchFamily="34" charset="0"/>
              </a:rPr>
              <a:t>Naming convention- noun + verb in past </a:t>
            </a:r>
            <a:r>
              <a:rPr lang="en-NZ" sz="3200" dirty="0" smtClean="0">
                <a:latin typeface="Arial" pitchFamily="34" charset="0"/>
                <a:cs typeface="Arial" pitchFamily="34" charset="0"/>
              </a:rPr>
              <a:t>tense</a:t>
            </a:r>
            <a:r>
              <a:rPr lang="en-NZ" sz="3200" dirty="0" smtClean="0">
                <a:latin typeface="Arial" pitchFamily="34" charset="0"/>
                <a:cs typeface="Arial" pitchFamily="34" charset="0"/>
              </a:rPr>
              <a:t> </a:t>
            </a:r>
            <a:endParaRPr lang="en-NZ" sz="3200" dirty="0">
              <a:latin typeface="Arial" pitchFamily="34" charset="0"/>
              <a:cs typeface="Arial" pitchFamily="34" charset="0"/>
            </a:endParaRPr>
          </a:p>
          <a:p>
            <a:r>
              <a:rPr lang="en-NZ" sz="3200" dirty="0">
                <a:latin typeface="Arial" pitchFamily="34" charset="0"/>
                <a:cs typeface="Arial" pitchFamily="34" charset="0"/>
              </a:rPr>
              <a:t>Example- for an online shopping </a:t>
            </a:r>
            <a:r>
              <a:rPr lang="en-NZ" sz="3200" dirty="0" smtClean="0">
                <a:latin typeface="Arial" pitchFamily="34" charset="0"/>
                <a:cs typeface="Arial" pitchFamily="34" charset="0"/>
              </a:rPr>
              <a:t>process for </a:t>
            </a:r>
            <a:r>
              <a:rPr lang="en-NZ" sz="3200" dirty="0" smtClean="0">
                <a:latin typeface="Arial" pitchFamily="34" charset="0"/>
                <a:cs typeface="Arial" pitchFamily="34" charset="0"/>
              </a:rPr>
              <a:t>A</a:t>
            </a:r>
            <a:r>
              <a:rPr lang="en-NZ" sz="3200" dirty="0" smtClean="0">
                <a:latin typeface="Arial" pitchFamily="34" charset="0"/>
                <a:cs typeface="Arial" pitchFamily="34" charset="0"/>
              </a:rPr>
              <a:t>mazon, </a:t>
            </a:r>
            <a:r>
              <a:rPr lang="en-NZ" sz="3200" dirty="0">
                <a:latin typeface="Arial" pitchFamily="34" charset="0"/>
                <a:cs typeface="Arial" pitchFamily="34" charset="0"/>
              </a:rPr>
              <a:t>start event would be ‘order received’ </a:t>
            </a:r>
          </a:p>
        </p:txBody>
      </p:sp>
      <p:pic>
        <p:nvPicPr>
          <p:cNvPr id="4" name="Picture 3">
            <a:extLst>
              <a:ext uri="{FF2B5EF4-FFF2-40B4-BE49-F238E27FC236}">
                <a16:creationId xmlns:a16="http://schemas.microsoft.com/office/drawing/2014/main" xmlns="" id="{54561417-BC34-4057-A1BD-2A1610AEE35F}"/>
              </a:ext>
            </a:extLst>
          </p:cNvPr>
          <p:cNvPicPr>
            <a:picLocks noChangeAspect="1"/>
          </p:cNvPicPr>
          <p:nvPr/>
        </p:nvPicPr>
        <p:blipFill>
          <a:blip r:embed="rId2" cstate="print"/>
          <a:stretch>
            <a:fillRect/>
          </a:stretch>
        </p:blipFill>
        <p:spPr>
          <a:xfrm>
            <a:off x="5064079" y="3700472"/>
            <a:ext cx="733425" cy="457200"/>
          </a:xfrm>
          <a:prstGeom prst="rect">
            <a:avLst/>
          </a:prstGeom>
        </p:spPr>
      </p:pic>
    </p:spTree>
    <p:extLst>
      <p:ext uri="{BB962C8B-B14F-4D97-AF65-F5344CB8AC3E}">
        <p14:creationId xmlns:p14="http://schemas.microsoft.com/office/powerpoint/2010/main" xmlns="" val="2434252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9"/>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9"/>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9"/>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9"/>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9"/>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934599E-8922-4956-A693-1CA27B914AA2}"/>
              </a:ext>
            </a:extLst>
          </p:cNvPr>
          <p:cNvSpPr>
            <a:spLocks noGrp="1"/>
          </p:cNvSpPr>
          <p:nvPr>
            <p:ph type="title"/>
          </p:nvPr>
        </p:nvSpPr>
        <p:spPr/>
        <p:txBody>
          <a:bodyPr>
            <a:normAutofit/>
          </a:bodyPr>
          <a:lstStyle/>
          <a:p>
            <a:r>
              <a:rPr lang="en-NZ" sz="5400" b="1" dirty="0">
                <a:latin typeface="Arial" pitchFamily="34" charset="0"/>
                <a:cs typeface="Arial" pitchFamily="34" charset="0"/>
              </a:rPr>
              <a:t>End Event </a:t>
            </a:r>
          </a:p>
        </p:txBody>
      </p:sp>
      <p:sp>
        <p:nvSpPr>
          <p:cNvPr id="3" name="Content Placeholder 2">
            <a:extLst>
              <a:ext uri="{FF2B5EF4-FFF2-40B4-BE49-F238E27FC236}">
                <a16:creationId xmlns:a16="http://schemas.microsoft.com/office/drawing/2014/main" xmlns="" id="{3AE26AF5-9DA6-4D77-9A6F-2F748E567408}"/>
              </a:ext>
            </a:extLst>
          </p:cNvPr>
          <p:cNvSpPr>
            <a:spLocks noGrp="1"/>
          </p:cNvSpPr>
          <p:nvPr>
            <p:ph idx="1"/>
          </p:nvPr>
        </p:nvSpPr>
        <p:spPr>
          <a:xfrm>
            <a:off x="838200" y="2349129"/>
            <a:ext cx="10515600" cy="4351338"/>
          </a:xfrm>
        </p:spPr>
        <p:txBody>
          <a:bodyPr>
            <a:normAutofit/>
          </a:bodyPr>
          <a:lstStyle/>
          <a:p>
            <a:r>
              <a:rPr lang="en-NZ" sz="2800" dirty="0">
                <a:latin typeface="Arial" pitchFamily="34" charset="0"/>
                <a:cs typeface="Arial" pitchFamily="34" charset="0"/>
              </a:rPr>
              <a:t>Marks the end of a process case</a:t>
            </a:r>
          </a:p>
          <a:p>
            <a:r>
              <a:rPr lang="en-NZ" sz="2800" dirty="0">
                <a:latin typeface="Arial" pitchFamily="34" charset="0"/>
                <a:cs typeface="Arial" pitchFamily="34" charset="0"/>
              </a:rPr>
              <a:t>Last element of a process model</a:t>
            </a:r>
          </a:p>
          <a:p>
            <a:r>
              <a:rPr lang="en-NZ" sz="2800" dirty="0">
                <a:latin typeface="Arial" pitchFamily="34" charset="0"/>
                <a:cs typeface="Arial" pitchFamily="34" charset="0"/>
              </a:rPr>
              <a:t>Element in </a:t>
            </a:r>
            <a:r>
              <a:rPr lang="en-NZ" sz="2800" dirty="0" err="1">
                <a:latin typeface="Arial" pitchFamily="34" charset="0"/>
                <a:cs typeface="Arial" pitchFamily="34" charset="0"/>
              </a:rPr>
              <a:t>Signavio</a:t>
            </a:r>
            <a:r>
              <a:rPr lang="en-NZ" sz="2800" dirty="0">
                <a:latin typeface="Arial" pitchFamily="34" charset="0"/>
                <a:cs typeface="Arial" pitchFamily="34" charset="0"/>
              </a:rPr>
              <a:t>- </a:t>
            </a:r>
          </a:p>
          <a:p>
            <a:r>
              <a:rPr lang="en-NZ" sz="2800" dirty="0">
                <a:latin typeface="Arial" pitchFamily="34" charset="0"/>
                <a:cs typeface="Arial" pitchFamily="34" charset="0"/>
              </a:rPr>
              <a:t>Naming convention- noun + verb in past participle </a:t>
            </a:r>
          </a:p>
          <a:p>
            <a:r>
              <a:rPr lang="en-NZ" sz="2800" dirty="0">
                <a:latin typeface="Arial" pitchFamily="34" charset="0"/>
                <a:cs typeface="Arial" pitchFamily="34" charset="0"/>
              </a:rPr>
              <a:t>Example- for an online shopping </a:t>
            </a:r>
            <a:r>
              <a:rPr lang="en-NZ" sz="2800" dirty="0" smtClean="0">
                <a:latin typeface="Arial" pitchFamily="34" charset="0"/>
                <a:cs typeface="Arial" pitchFamily="34" charset="0"/>
              </a:rPr>
              <a:t>process at Amazon, </a:t>
            </a:r>
            <a:r>
              <a:rPr lang="en-NZ" sz="2800" dirty="0">
                <a:latin typeface="Arial" pitchFamily="34" charset="0"/>
                <a:cs typeface="Arial" pitchFamily="34" charset="0"/>
              </a:rPr>
              <a:t>end event would be ‘order sent’ </a:t>
            </a:r>
          </a:p>
          <a:p>
            <a:pPr marL="0" indent="0">
              <a:buNone/>
            </a:pPr>
            <a:endParaRPr lang="en-NZ" sz="2400" dirty="0"/>
          </a:p>
        </p:txBody>
      </p:sp>
      <p:pic>
        <p:nvPicPr>
          <p:cNvPr id="4" name="Picture 3">
            <a:extLst>
              <a:ext uri="{FF2B5EF4-FFF2-40B4-BE49-F238E27FC236}">
                <a16:creationId xmlns:a16="http://schemas.microsoft.com/office/drawing/2014/main" xmlns="" id="{9A810CA0-B00E-4F61-AB03-DB507A6C1E0D}"/>
              </a:ext>
            </a:extLst>
          </p:cNvPr>
          <p:cNvPicPr>
            <a:picLocks noChangeAspect="1"/>
          </p:cNvPicPr>
          <p:nvPr/>
        </p:nvPicPr>
        <p:blipFill>
          <a:blip r:embed="rId2" cstate="print"/>
          <a:stretch>
            <a:fillRect/>
          </a:stretch>
        </p:blipFill>
        <p:spPr>
          <a:xfrm>
            <a:off x="4595622" y="3552838"/>
            <a:ext cx="495300" cy="495300"/>
          </a:xfrm>
          <a:prstGeom prst="rect">
            <a:avLst/>
          </a:prstGeom>
        </p:spPr>
      </p:pic>
    </p:spTree>
    <p:extLst>
      <p:ext uri="{BB962C8B-B14F-4D97-AF65-F5344CB8AC3E}">
        <p14:creationId xmlns:p14="http://schemas.microsoft.com/office/powerpoint/2010/main" xmlns="" val="2363558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934599E-8922-4956-A693-1CA27B914AA2}"/>
              </a:ext>
            </a:extLst>
          </p:cNvPr>
          <p:cNvSpPr>
            <a:spLocks noGrp="1"/>
          </p:cNvSpPr>
          <p:nvPr>
            <p:ph type="title"/>
          </p:nvPr>
        </p:nvSpPr>
        <p:spPr>
          <a:xfrm>
            <a:off x="1281114" y="696382"/>
            <a:ext cx="9577386" cy="1046693"/>
          </a:xfrm>
        </p:spPr>
        <p:txBody>
          <a:bodyPr>
            <a:normAutofit/>
          </a:bodyPr>
          <a:lstStyle/>
          <a:p>
            <a:r>
              <a:rPr lang="en-NZ" sz="4800" b="1" dirty="0">
                <a:latin typeface="Arial" pitchFamily="34" charset="0"/>
                <a:cs typeface="Arial" pitchFamily="34" charset="0"/>
              </a:rPr>
              <a:t>Tasks </a:t>
            </a:r>
          </a:p>
        </p:txBody>
      </p:sp>
      <p:sp>
        <p:nvSpPr>
          <p:cNvPr id="3" name="Content Placeholder 2">
            <a:extLst>
              <a:ext uri="{FF2B5EF4-FFF2-40B4-BE49-F238E27FC236}">
                <a16:creationId xmlns:a16="http://schemas.microsoft.com/office/drawing/2014/main" xmlns="" id="{3AE26AF5-9DA6-4D77-9A6F-2F748E567408}"/>
              </a:ext>
            </a:extLst>
          </p:cNvPr>
          <p:cNvSpPr>
            <a:spLocks noGrp="1"/>
          </p:cNvSpPr>
          <p:nvPr>
            <p:ph idx="1"/>
          </p:nvPr>
        </p:nvSpPr>
        <p:spPr>
          <a:xfrm>
            <a:off x="838200" y="1863337"/>
            <a:ext cx="10515600" cy="4351338"/>
          </a:xfrm>
        </p:spPr>
        <p:txBody>
          <a:bodyPr>
            <a:normAutofit/>
          </a:bodyPr>
          <a:lstStyle/>
          <a:p>
            <a:r>
              <a:rPr lang="en-NZ" sz="2800" dirty="0">
                <a:latin typeface="Arial" pitchFamily="34" charset="0"/>
                <a:cs typeface="Arial" pitchFamily="34" charset="0"/>
              </a:rPr>
              <a:t>Represents individual activities within a process</a:t>
            </a:r>
          </a:p>
          <a:p>
            <a:pPr marL="0" indent="0">
              <a:buNone/>
            </a:pPr>
            <a:endParaRPr lang="en-NZ" sz="2800" dirty="0">
              <a:latin typeface="Arial" pitchFamily="34" charset="0"/>
              <a:cs typeface="Arial" pitchFamily="34" charset="0"/>
            </a:endParaRPr>
          </a:p>
          <a:p>
            <a:r>
              <a:rPr lang="en-NZ" sz="2800" dirty="0">
                <a:latin typeface="Arial" pitchFamily="34" charset="0"/>
                <a:cs typeface="Arial" pitchFamily="34" charset="0"/>
              </a:rPr>
              <a:t>Element in </a:t>
            </a:r>
            <a:r>
              <a:rPr lang="en-NZ" sz="2800" dirty="0" err="1">
                <a:latin typeface="Arial" pitchFamily="34" charset="0"/>
                <a:cs typeface="Arial" pitchFamily="34" charset="0"/>
              </a:rPr>
              <a:t>Signavio</a:t>
            </a:r>
            <a:r>
              <a:rPr lang="en-NZ" sz="2800" dirty="0">
                <a:latin typeface="Arial" pitchFamily="34" charset="0"/>
                <a:cs typeface="Arial" pitchFamily="34" charset="0"/>
              </a:rPr>
              <a:t>- </a:t>
            </a:r>
          </a:p>
          <a:p>
            <a:r>
              <a:rPr lang="en-NZ" sz="2800" dirty="0">
                <a:latin typeface="Arial" pitchFamily="34" charset="0"/>
                <a:cs typeface="Arial" pitchFamily="34" charset="0"/>
              </a:rPr>
              <a:t>Naming convention- always needs to start with verb in its present form (action words)</a:t>
            </a:r>
          </a:p>
          <a:p>
            <a:r>
              <a:rPr lang="en-NZ" sz="2800" dirty="0">
                <a:latin typeface="Arial" pitchFamily="34" charset="0"/>
                <a:cs typeface="Arial" pitchFamily="34" charset="0"/>
              </a:rPr>
              <a:t>Examples- store data, create purchase order, check for completeness</a:t>
            </a:r>
          </a:p>
          <a:p>
            <a:pPr marL="0" indent="0">
              <a:buNone/>
            </a:pPr>
            <a:endParaRPr lang="en-NZ" sz="2000" dirty="0">
              <a:latin typeface="Arial" pitchFamily="34" charset="0"/>
              <a:cs typeface="Arial" pitchFamily="34" charset="0"/>
            </a:endParaRPr>
          </a:p>
        </p:txBody>
      </p:sp>
      <p:pic>
        <p:nvPicPr>
          <p:cNvPr id="5" name="Picture 4">
            <a:extLst>
              <a:ext uri="{FF2B5EF4-FFF2-40B4-BE49-F238E27FC236}">
                <a16:creationId xmlns:a16="http://schemas.microsoft.com/office/drawing/2014/main" xmlns="" id="{D3B86EBE-CFFD-435D-AB97-F573F9A811C5}"/>
              </a:ext>
            </a:extLst>
          </p:cNvPr>
          <p:cNvPicPr>
            <a:picLocks noChangeAspect="1"/>
          </p:cNvPicPr>
          <p:nvPr/>
        </p:nvPicPr>
        <p:blipFill>
          <a:blip r:embed="rId2" cstate="print"/>
          <a:stretch>
            <a:fillRect/>
          </a:stretch>
        </p:blipFill>
        <p:spPr>
          <a:xfrm>
            <a:off x="4668202" y="2789301"/>
            <a:ext cx="1209675" cy="895350"/>
          </a:xfrm>
          <a:prstGeom prst="rect">
            <a:avLst/>
          </a:prstGeom>
        </p:spPr>
      </p:pic>
    </p:spTree>
    <p:extLst>
      <p:ext uri="{BB962C8B-B14F-4D97-AF65-F5344CB8AC3E}">
        <p14:creationId xmlns:p14="http://schemas.microsoft.com/office/powerpoint/2010/main" xmlns="" val="4121449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934599E-8922-4956-A693-1CA27B914AA2}"/>
              </a:ext>
            </a:extLst>
          </p:cNvPr>
          <p:cNvSpPr>
            <a:spLocks noGrp="1"/>
          </p:cNvSpPr>
          <p:nvPr>
            <p:ph type="title"/>
          </p:nvPr>
        </p:nvSpPr>
        <p:spPr>
          <a:xfrm>
            <a:off x="1295401" y="767813"/>
            <a:ext cx="9605961" cy="846668"/>
          </a:xfrm>
        </p:spPr>
        <p:txBody>
          <a:bodyPr>
            <a:normAutofit fontScale="90000"/>
          </a:bodyPr>
          <a:lstStyle/>
          <a:p>
            <a:r>
              <a:rPr lang="en-NZ" sz="5400" b="1" dirty="0">
                <a:latin typeface="Arial" pitchFamily="34" charset="0"/>
                <a:cs typeface="Arial" pitchFamily="34" charset="0"/>
              </a:rPr>
              <a:t>Sequence flow</a:t>
            </a:r>
          </a:p>
        </p:txBody>
      </p:sp>
      <p:sp>
        <p:nvSpPr>
          <p:cNvPr id="3" name="Content Placeholder 2">
            <a:extLst>
              <a:ext uri="{FF2B5EF4-FFF2-40B4-BE49-F238E27FC236}">
                <a16:creationId xmlns:a16="http://schemas.microsoft.com/office/drawing/2014/main" xmlns="" id="{3AE26AF5-9DA6-4D77-9A6F-2F748E567408}"/>
              </a:ext>
            </a:extLst>
          </p:cNvPr>
          <p:cNvSpPr>
            <a:spLocks noGrp="1"/>
          </p:cNvSpPr>
          <p:nvPr>
            <p:ph idx="1"/>
          </p:nvPr>
        </p:nvSpPr>
        <p:spPr>
          <a:xfrm>
            <a:off x="838200" y="1920489"/>
            <a:ext cx="10515600" cy="4351338"/>
          </a:xfrm>
        </p:spPr>
        <p:txBody>
          <a:bodyPr>
            <a:normAutofit/>
          </a:bodyPr>
          <a:lstStyle/>
          <a:p>
            <a:r>
              <a:rPr lang="en-NZ" sz="2800" dirty="0">
                <a:latin typeface="Arial" pitchFamily="34" charset="0"/>
                <a:cs typeface="Arial" pitchFamily="34" charset="0"/>
              </a:rPr>
              <a:t>Solid arrow used to connect elements of a process model </a:t>
            </a:r>
          </a:p>
          <a:p>
            <a:r>
              <a:rPr lang="en-NZ" sz="2800" dirty="0">
                <a:latin typeface="Arial" pitchFamily="34" charset="0"/>
                <a:cs typeface="Arial" pitchFamily="34" charset="0"/>
              </a:rPr>
              <a:t>Element in </a:t>
            </a:r>
            <a:r>
              <a:rPr lang="en-NZ" sz="2800" dirty="0" err="1">
                <a:latin typeface="Arial" pitchFamily="34" charset="0"/>
                <a:cs typeface="Arial" pitchFamily="34" charset="0"/>
              </a:rPr>
              <a:t>Signavio</a:t>
            </a:r>
            <a:r>
              <a:rPr lang="en-NZ" sz="2800" dirty="0">
                <a:latin typeface="Arial" pitchFamily="34" charset="0"/>
                <a:cs typeface="Arial" pitchFamily="34" charset="0"/>
              </a:rPr>
              <a:t>-</a:t>
            </a:r>
          </a:p>
          <a:p>
            <a:r>
              <a:rPr lang="en-NZ" sz="2800" dirty="0">
                <a:latin typeface="Arial" pitchFamily="34" charset="0"/>
                <a:cs typeface="Arial" pitchFamily="34" charset="0"/>
              </a:rPr>
              <a:t> All elements (events, gateways and tasks) need to be connected using the sequence flow</a:t>
            </a:r>
          </a:p>
          <a:p>
            <a:r>
              <a:rPr lang="en-NZ" sz="2800" dirty="0">
                <a:latin typeface="Arial" pitchFamily="34" charset="0"/>
                <a:cs typeface="Arial" pitchFamily="34" charset="0"/>
              </a:rPr>
              <a:t>A process model always flows from left to right. Therefore, the arrowhead always needs to point to the right</a:t>
            </a:r>
          </a:p>
          <a:p>
            <a:pPr marL="0" indent="0">
              <a:buNone/>
            </a:pPr>
            <a:endParaRPr lang="en-NZ" sz="2000" dirty="0">
              <a:latin typeface="Arial" pitchFamily="34" charset="0"/>
              <a:cs typeface="Arial" pitchFamily="34" charset="0"/>
            </a:endParaRPr>
          </a:p>
        </p:txBody>
      </p:sp>
      <p:pic>
        <p:nvPicPr>
          <p:cNvPr id="4" name="Picture 3">
            <a:extLst>
              <a:ext uri="{FF2B5EF4-FFF2-40B4-BE49-F238E27FC236}">
                <a16:creationId xmlns:a16="http://schemas.microsoft.com/office/drawing/2014/main" xmlns="" id="{B4ABDF81-786B-4927-A23C-E17AC518BA39}"/>
              </a:ext>
            </a:extLst>
          </p:cNvPr>
          <p:cNvPicPr>
            <a:picLocks noChangeAspect="1"/>
          </p:cNvPicPr>
          <p:nvPr/>
        </p:nvPicPr>
        <p:blipFill>
          <a:blip r:embed="rId2" cstate="print"/>
          <a:stretch>
            <a:fillRect/>
          </a:stretch>
        </p:blipFill>
        <p:spPr>
          <a:xfrm>
            <a:off x="4587811" y="2740339"/>
            <a:ext cx="2028825" cy="171450"/>
          </a:xfrm>
          <a:prstGeom prst="rect">
            <a:avLst/>
          </a:prstGeom>
        </p:spPr>
      </p:pic>
    </p:spTree>
    <p:extLst>
      <p:ext uri="{BB962C8B-B14F-4D97-AF65-F5344CB8AC3E}">
        <p14:creationId xmlns:p14="http://schemas.microsoft.com/office/powerpoint/2010/main" xmlns="" val="2786917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934599E-8922-4956-A693-1CA27B914AA2}"/>
              </a:ext>
            </a:extLst>
          </p:cNvPr>
          <p:cNvSpPr>
            <a:spLocks noGrp="1"/>
          </p:cNvSpPr>
          <p:nvPr>
            <p:ph type="title"/>
          </p:nvPr>
        </p:nvSpPr>
        <p:spPr>
          <a:xfrm>
            <a:off x="3081338" y="371475"/>
            <a:ext cx="5782056" cy="859569"/>
          </a:xfrm>
        </p:spPr>
        <p:txBody>
          <a:bodyPr>
            <a:normAutofit/>
          </a:bodyPr>
          <a:lstStyle/>
          <a:p>
            <a:r>
              <a:rPr lang="en-NZ" sz="3600" b="1" dirty="0">
                <a:latin typeface="Arial" pitchFamily="34" charset="0"/>
                <a:cs typeface="Arial" pitchFamily="34" charset="0"/>
              </a:rPr>
              <a:t>Exclusive (XOR) gateway</a:t>
            </a:r>
          </a:p>
        </p:txBody>
      </p:sp>
      <p:sp>
        <p:nvSpPr>
          <p:cNvPr id="3" name="Content Placeholder 2">
            <a:extLst>
              <a:ext uri="{FF2B5EF4-FFF2-40B4-BE49-F238E27FC236}">
                <a16:creationId xmlns:a16="http://schemas.microsoft.com/office/drawing/2014/main" xmlns="" id="{3AE26AF5-9DA6-4D77-9A6F-2F748E567408}"/>
              </a:ext>
            </a:extLst>
          </p:cNvPr>
          <p:cNvSpPr>
            <a:spLocks noGrp="1"/>
          </p:cNvSpPr>
          <p:nvPr>
            <p:ph idx="1"/>
          </p:nvPr>
        </p:nvSpPr>
        <p:spPr>
          <a:xfrm>
            <a:off x="923925" y="1345736"/>
            <a:ext cx="10515600" cy="5898040"/>
          </a:xfrm>
        </p:spPr>
        <p:txBody>
          <a:bodyPr>
            <a:normAutofit/>
          </a:bodyPr>
          <a:lstStyle/>
          <a:p>
            <a:r>
              <a:rPr lang="en-NZ" dirty="0">
                <a:latin typeface="Arial" pitchFamily="34" charset="0"/>
                <a:cs typeface="Arial" pitchFamily="34" charset="0"/>
              </a:rPr>
              <a:t>Used when “either/or” decisions have to be made in the process</a:t>
            </a:r>
          </a:p>
          <a:p>
            <a:r>
              <a:rPr lang="en-NZ" dirty="0">
                <a:latin typeface="Arial" pitchFamily="34" charset="0"/>
                <a:cs typeface="Arial" pitchFamily="34" charset="0"/>
              </a:rPr>
              <a:t>Element in </a:t>
            </a:r>
            <a:r>
              <a:rPr lang="en-NZ" dirty="0" err="1">
                <a:latin typeface="Arial" pitchFamily="34" charset="0"/>
                <a:cs typeface="Arial" pitchFamily="34" charset="0"/>
              </a:rPr>
              <a:t>Signavio</a:t>
            </a:r>
            <a:r>
              <a:rPr lang="en-NZ" dirty="0">
                <a:latin typeface="Arial" pitchFamily="34" charset="0"/>
                <a:cs typeface="Arial" pitchFamily="34" charset="0"/>
              </a:rPr>
              <a:t>- </a:t>
            </a:r>
          </a:p>
          <a:p>
            <a:pPr marL="0" indent="0">
              <a:buNone/>
            </a:pPr>
            <a:endParaRPr lang="en-NZ" sz="2800" dirty="0">
              <a:latin typeface="Arial" pitchFamily="34" charset="0"/>
              <a:cs typeface="Arial" pitchFamily="34" charset="0"/>
            </a:endParaRPr>
          </a:p>
          <a:p>
            <a:r>
              <a:rPr lang="en-NZ" sz="2000" dirty="0">
                <a:latin typeface="Arial" pitchFamily="34" charset="0"/>
                <a:cs typeface="Arial" pitchFamily="34" charset="0"/>
              </a:rPr>
              <a:t>Example 1</a:t>
            </a:r>
            <a:r>
              <a:rPr lang="en-NZ" sz="3200" dirty="0">
                <a:latin typeface="Arial" pitchFamily="34" charset="0"/>
                <a:cs typeface="Arial" pitchFamily="34" charset="0"/>
              </a:rPr>
              <a:t>- </a:t>
            </a:r>
          </a:p>
          <a:p>
            <a:endParaRPr lang="en-NZ" sz="2800" dirty="0">
              <a:latin typeface="Arial" pitchFamily="34" charset="0"/>
              <a:cs typeface="Arial" pitchFamily="34" charset="0"/>
            </a:endParaRPr>
          </a:p>
          <a:p>
            <a:endParaRPr lang="en-NZ" sz="2800" dirty="0">
              <a:latin typeface="Arial" pitchFamily="34" charset="0"/>
              <a:cs typeface="Arial" pitchFamily="34" charset="0"/>
            </a:endParaRPr>
          </a:p>
          <a:p>
            <a:r>
              <a:rPr lang="en-NZ" dirty="0">
                <a:latin typeface="Arial" pitchFamily="34" charset="0"/>
                <a:cs typeface="Arial" pitchFamily="34" charset="0"/>
              </a:rPr>
              <a:t>In the above example, there are 2 possible endings, but there can only be 1 actual ending depending on the decision made</a:t>
            </a:r>
          </a:p>
          <a:p>
            <a:r>
              <a:rPr lang="en-NZ" dirty="0">
                <a:latin typeface="Arial" pitchFamily="34" charset="0"/>
                <a:cs typeface="Arial" pitchFamily="34" charset="0"/>
              </a:rPr>
              <a:t>Compulsory to label the branches</a:t>
            </a:r>
          </a:p>
          <a:p>
            <a:pPr marL="0" indent="0">
              <a:buNone/>
            </a:pPr>
            <a:endParaRPr lang="en-NZ" sz="2000" dirty="0">
              <a:latin typeface="Arial" pitchFamily="34" charset="0"/>
              <a:cs typeface="Arial" pitchFamily="34" charset="0"/>
            </a:endParaRPr>
          </a:p>
        </p:txBody>
      </p:sp>
      <p:pic>
        <p:nvPicPr>
          <p:cNvPr id="6" name="Picture 5">
            <a:extLst>
              <a:ext uri="{FF2B5EF4-FFF2-40B4-BE49-F238E27FC236}">
                <a16:creationId xmlns:a16="http://schemas.microsoft.com/office/drawing/2014/main" xmlns="" id="{D839D85F-CFC3-4FE3-92D0-974BCB61B5C1}"/>
              </a:ext>
            </a:extLst>
          </p:cNvPr>
          <p:cNvPicPr>
            <a:picLocks noChangeAspect="1"/>
          </p:cNvPicPr>
          <p:nvPr/>
        </p:nvPicPr>
        <p:blipFill>
          <a:blip r:embed="rId2" cstate="print"/>
          <a:stretch>
            <a:fillRect/>
          </a:stretch>
        </p:blipFill>
        <p:spPr>
          <a:xfrm>
            <a:off x="2737293" y="3336462"/>
            <a:ext cx="676275" cy="657225"/>
          </a:xfrm>
          <a:prstGeom prst="rect">
            <a:avLst/>
          </a:prstGeom>
        </p:spPr>
      </p:pic>
      <p:pic>
        <p:nvPicPr>
          <p:cNvPr id="18" name="Picture 17">
            <a:extLst>
              <a:ext uri="{FF2B5EF4-FFF2-40B4-BE49-F238E27FC236}">
                <a16:creationId xmlns:a16="http://schemas.microsoft.com/office/drawing/2014/main" xmlns="" id="{F0F4B763-04FD-4907-874D-1FDEE2A3E5AF}"/>
              </a:ext>
            </a:extLst>
          </p:cNvPr>
          <p:cNvPicPr>
            <a:picLocks noChangeAspect="1"/>
          </p:cNvPicPr>
          <p:nvPr/>
        </p:nvPicPr>
        <p:blipFill>
          <a:blip r:embed="rId3" cstate="print"/>
          <a:stretch>
            <a:fillRect/>
          </a:stretch>
        </p:blipFill>
        <p:spPr>
          <a:xfrm>
            <a:off x="5288661" y="3237309"/>
            <a:ext cx="447675" cy="476250"/>
          </a:xfrm>
          <a:prstGeom prst="rect">
            <a:avLst/>
          </a:prstGeom>
        </p:spPr>
      </p:pic>
      <p:pic>
        <p:nvPicPr>
          <p:cNvPr id="9" name="Picture 8">
            <a:extLst>
              <a:ext uri="{FF2B5EF4-FFF2-40B4-BE49-F238E27FC236}">
                <a16:creationId xmlns:a16="http://schemas.microsoft.com/office/drawing/2014/main" xmlns="" id="{3CD2BEBA-59DB-4088-81FA-67BB823B5BE1}"/>
              </a:ext>
            </a:extLst>
          </p:cNvPr>
          <p:cNvPicPr>
            <a:picLocks noChangeAspect="1"/>
          </p:cNvPicPr>
          <p:nvPr/>
        </p:nvPicPr>
        <p:blipFill>
          <a:blip r:embed="rId4" cstate="print"/>
          <a:stretch>
            <a:fillRect/>
          </a:stretch>
        </p:blipFill>
        <p:spPr>
          <a:xfrm>
            <a:off x="3712464" y="3017185"/>
            <a:ext cx="1085850" cy="876300"/>
          </a:xfrm>
          <a:prstGeom prst="rect">
            <a:avLst/>
          </a:prstGeom>
        </p:spPr>
      </p:pic>
      <p:pic>
        <p:nvPicPr>
          <p:cNvPr id="16" name="Picture 15">
            <a:extLst>
              <a:ext uri="{FF2B5EF4-FFF2-40B4-BE49-F238E27FC236}">
                <a16:creationId xmlns:a16="http://schemas.microsoft.com/office/drawing/2014/main" xmlns="" id="{37E02D50-1066-4DD6-A79D-8BB1DB29A7C1}"/>
              </a:ext>
            </a:extLst>
          </p:cNvPr>
          <p:cNvPicPr>
            <a:picLocks noChangeAspect="1"/>
          </p:cNvPicPr>
          <p:nvPr/>
        </p:nvPicPr>
        <p:blipFill rotWithShape="1">
          <a:blip r:embed="rId5" cstate="print"/>
          <a:srcRect l="4375" t="837" r="3096" b="-16362"/>
          <a:stretch/>
        </p:blipFill>
        <p:spPr>
          <a:xfrm>
            <a:off x="3209545" y="3410712"/>
            <a:ext cx="557783" cy="258224"/>
          </a:xfrm>
          <a:prstGeom prst="rect">
            <a:avLst/>
          </a:prstGeom>
        </p:spPr>
      </p:pic>
      <p:pic>
        <p:nvPicPr>
          <p:cNvPr id="5" name="Picture 4">
            <a:extLst>
              <a:ext uri="{FF2B5EF4-FFF2-40B4-BE49-F238E27FC236}">
                <a16:creationId xmlns:a16="http://schemas.microsoft.com/office/drawing/2014/main" xmlns="" id="{C15335D0-79A3-48B0-8793-6400A5ADDD3F}"/>
              </a:ext>
            </a:extLst>
          </p:cNvPr>
          <p:cNvPicPr>
            <a:picLocks noChangeAspect="1"/>
          </p:cNvPicPr>
          <p:nvPr/>
        </p:nvPicPr>
        <p:blipFill>
          <a:blip r:embed="rId3" cstate="print"/>
          <a:stretch>
            <a:fillRect/>
          </a:stretch>
        </p:blipFill>
        <p:spPr>
          <a:xfrm>
            <a:off x="4294632" y="1871819"/>
            <a:ext cx="447675" cy="476250"/>
          </a:xfrm>
          <a:prstGeom prst="rect">
            <a:avLst/>
          </a:prstGeom>
        </p:spPr>
      </p:pic>
      <p:pic>
        <p:nvPicPr>
          <p:cNvPr id="17" name="Picture 16">
            <a:extLst>
              <a:ext uri="{FF2B5EF4-FFF2-40B4-BE49-F238E27FC236}">
                <a16:creationId xmlns:a16="http://schemas.microsoft.com/office/drawing/2014/main" xmlns="" id="{DCA7F854-9301-460E-B6B2-B95CCA446358}"/>
              </a:ext>
            </a:extLst>
          </p:cNvPr>
          <p:cNvPicPr>
            <a:picLocks noChangeAspect="1"/>
          </p:cNvPicPr>
          <p:nvPr/>
        </p:nvPicPr>
        <p:blipFill rotWithShape="1">
          <a:blip r:embed="rId5" cstate="print"/>
          <a:srcRect l="4375" t="837" r="3096" b="-16362"/>
          <a:stretch/>
        </p:blipFill>
        <p:spPr>
          <a:xfrm>
            <a:off x="4749166" y="3390230"/>
            <a:ext cx="557783" cy="258224"/>
          </a:xfrm>
          <a:prstGeom prst="rect">
            <a:avLst/>
          </a:prstGeom>
        </p:spPr>
      </p:pic>
      <p:pic>
        <p:nvPicPr>
          <p:cNvPr id="22" name="Picture 21">
            <a:extLst>
              <a:ext uri="{FF2B5EF4-FFF2-40B4-BE49-F238E27FC236}">
                <a16:creationId xmlns:a16="http://schemas.microsoft.com/office/drawing/2014/main" xmlns="" id="{3A26B47A-15FF-4BEE-B444-61E167133D1E}"/>
              </a:ext>
            </a:extLst>
          </p:cNvPr>
          <p:cNvPicPr>
            <a:picLocks noChangeAspect="1"/>
          </p:cNvPicPr>
          <p:nvPr/>
        </p:nvPicPr>
        <p:blipFill>
          <a:blip r:embed="rId6" cstate="print"/>
          <a:stretch>
            <a:fillRect/>
          </a:stretch>
        </p:blipFill>
        <p:spPr>
          <a:xfrm>
            <a:off x="7809072" y="3924662"/>
            <a:ext cx="485775" cy="638175"/>
          </a:xfrm>
          <a:prstGeom prst="rect">
            <a:avLst/>
          </a:prstGeom>
        </p:spPr>
      </p:pic>
      <p:pic>
        <p:nvPicPr>
          <p:cNvPr id="21" name="Picture 20">
            <a:extLst>
              <a:ext uri="{FF2B5EF4-FFF2-40B4-BE49-F238E27FC236}">
                <a16:creationId xmlns:a16="http://schemas.microsoft.com/office/drawing/2014/main" xmlns="" id="{C4A456CA-3A51-41C4-84C1-52BEA6FC636A}"/>
              </a:ext>
            </a:extLst>
          </p:cNvPr>
          <p:cNvPicPr>
            <a:picLocks noChangeAspect="1"/>
          </p:cNvPicPr>
          <p:nvPr/>
        </p:nvPicPr>
        <p:blipFill>
          <a:blip r:embed="rId7" cstate="print"/>
          <a:stretch>
            <a:fillRect/>
          </a:stretch>
        </p:blipFill>
        <p:spPr>
          <a:xfrm>
            <a:off x="7861841" y="2629685"/>
            <a:ext cx="361950" cy="657225"/>
          </a:xfrm>
          <a:prstGeom prst="rect">
            <a:avLst/>
          </a:prstGeom>
        </p:spPr>
      </p:pic>
      <p:pic>
        <p:nvPicPr>
          <p:cNvPr id="12" name="Picture 11">
            <a:extLst>
              <a:ext uri="{FF2B5EF4-FFF2-40B4-BE49-F238E27FC236}">
                <a16:creationId xmlns:a16="http://schemas.microsoft.com/office/drawing/2014/main" xmlns="" id="{19D5901D-78B1-4AF0-AD96-679DBC9B06D0}"/>
              </a:ext>
            </a:extLst>
          </p:cNvPr>
          <p:cNvPicPr>
            <a:picLocks noChangeAspect="1"/>
          </p:cNvPicPr>
          <p:nvPr/>
        </p:nvPicPr>
        <p:blipFill>
          <a:blip r:embed="rId8" cstate="print"/>
          <a:stretch>
            <a:fillRect/>
          </a:stretch>
        </p:blipFill>
        <p:spPr>
          <a:xfrm>
            <a:off x="5199985" y="2471666"/>
            <a:ext cx="1914525" cy="819150"/>
          </a:xfrm>
          <a:prstGeom prst="rect">
            <a:avLst/>
          </a:prstGeom>
        </p:spPr>
      </p:pic>
      <p:pic>
        <p:nvPicPr>
          <p:cNvPr id="19" name="Picture 18">
            <a:extLst>
              <a:ext uri="{FF2B5EF4-FFF2-40B4-BE49-F238E27FC236}">
                <a16:creationId xmlns:a16="http://schemas.microsoft.com/office/drawing/2014/main" xmlns="" id="{0DE163E3-B81B-4C92-A20A-544AC58EC15D}"/>
              </a:ext>
            </a:extLst>
          </p:cNvPr>
          <p:cNvPicPr>
            <a:picLocks noChangeAspect="1"/>
          </p:cNvPicPr>
          <p:nvPr/>
        </p:nvPicPr>
        <p:blipFill rotWithShape="1">
          <a:blip r:embed="rId9" cstate="print"/>
          <a:srcRect t="6114"/>
          <a:stretch/>
        </p:blipFill>
        <p:spPr>
          <a:xfrm>
            <a:off x="5449251" y="3648454"/>
            <a:ext cx="1695450" cy="885318"/>
          </a:xfrm>
          <a:prstGeom prst="rect">
            <a:avLst/>
          </a:prstGeom>
        </p:spPr>
      </p:pic>
      <p:pic>
        <p:nvPicPr>
          <p:cNvPr id="14" name="Picture 13">
            <a:extLst>
              <a:ext uri="{FF2B5EF4-FFF2-40B4-BE49-F238E27FC236}">
                <a16:creationId xmlns:a16="http://schemas.microsoft.com/office/drawing/2014/main" xmlns="" id="{99C23189-BD19-4235-9F8C-389923BAEA5A}"/>
              </a:ext>
            </a:extLst>
          </p:cNvPr>
          <p:cNvPicPr>
            <a:picLocks noChangeAspect="1"/>
          </p:cNvPicPr>
          <p:nvPr/>
        </p:nvPicPr>
        <p:blipFill rotWithShape="1">
          <a:blip r:embed="rId5" cstate="print"/>
          <a:srcRect l="4375" t="837" r="3096" b="-16362"/>
          <a:stretch/>
        </p:blipFill>
        <p:spPr>
          <a:xfrm>
            <a:off x="7078888" y="2758961"/>
            <a:ext cx="819721" cy="258224"/>
          </a:xfrm>
          <a:prstGeom prst="rect">
            <a:avLst/>
          </a:prstGeom>
        </p:spPr>
      </p:pic>
      <p:pic>
        <p:nvPicPr>
          <p:cNvPr id="20" name="Picture 19">
            <a:extLst>
              <a:ext uri="{FF2B5EF4-FFF2-40B4-BE49-F238E27FC236}">
                <a16:creationId xmlns:a16="http://schemas.microsoft.com/office/drawing/2014/main" xmlns="" id="{A74A84FD-6B22-46A4-B970-3F54AAE3B1A6}"/>
              </a:ext>
            </a:extLst>
          </p:cNvPr>
          <p:cNvPicPr>
            <a:picLocks noChangeAspect="1"/>
          </p:cNvPicPr>
          <p:nvPr/>
        </p:nvPicPr>
        <p:blipFill rotWithShape="1">
          <a:blip r:embed="rId5" cstate="print"/>
          <a:srcRect l="4375" t="837" r="3096" b="-16362"/>
          <a:stretch/>
        </p:blipFill>
        <p:spPr>
          <a:xfrm>
            <a:off x="7078696" y="4026770"/>
            <a:ext cx="819721" cy="258224"/>
          </a:xfrm>
          <a:prstGeom prst="rect">
            <a:avLst/>
          </a:prstGeom>
        </p:spPr>
      </p:pic>
    </p:spTree>
    <p:extLst>
      <p:ext uri="{BB962C8B-B14F-4D97-AF65-F5344CB8AC3E}">
        <p14:creationId xmlns:p14="http://schemas.microsoft.com/office/powerpoint/2010/main" xmlns="" val="481832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500"/>
                                        <p:tgtEl>
                                          <p:spTgt spid="9"/>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500"/>
                                        <p:tgtEl>
                                          <p:spTgt spid="17"/>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500"/>
                                        <p:tgtEl>
                                          <p:spTgt spid="18"/>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500"/>
                                        <p:tgtEl>
                                          <p:spTgt spid="12"/>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500"/>
                                        <p:tgtEl>
                                          <p:spTgt spid="14"/>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500"/>
                                        <p:tgtEl>
                                          <p:spTgt spid="21"/>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19"/>
                                        </p:tgtEl>
                                        <p:attrNameLst>
                                          <p:attrName>style.visibility</p:attrName>
                                        </p:attrNameLst>
                                      </p:cBhvr>
                                      <p:to>
                                        <p:strVal val="visible"/>
                                      </p:to>
                                    </p:set>
                                    <p:animEffect transition="in" filter="fade">
                                      <p:cBhvr>
                                        <p:cTn id="61" dur="500"/>
                                        <p:tgtEl>
                                          <p:spTgt spid="19"/>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
                                        </p:tgtEl>
                                        <p:attrNameLst>
                                          <p:attrName>style.visibility</p:attrName>
                                        </p:attrNameLst>
                                      </p:cBhvr>
                                      <p:to>
                                        <p:strVal val="visible"/>
                                      </p:to>
                                    </p:set>
                                    <p:animEffect transition="in" filter="fade">
                                      <p:cBhvr>
                                        <p:cTn id="66" dur="500"/>
                                        <p:tgtEl>
                                          <p:spTgt spid="20"/>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22"/>
                                        </p:tgtEl>
                                        <p:attrNameLst>
                                          <p:attrName>style.visibility</p:attrName>
                                        </p:attrNameLst>
                                      </p:cBhvr>
                                      <p:to>
                                        <p:strVal val="visible"/>
                                      </p:to>
                                    </p:set>
                                    <p:animEffect transition="in" filter="fade">
                                      <p:cBhvr>
                                        <p:cTn id="71" dur="500"/>
                                        <p:tgtEl>
                                          <p:spTgt spid="22"/>
                                        </p:tgtEl>
                                      </p:cBhvr>
                                    </p:animEffec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nodeType="clickEffect">
                                  <p:stCondLst>
                                    <p:cond delay="0"/>
                                  </p:stCondLst>
                                  <p:childTnLst>
                                    <p:set>
                                      <p:cBhvr>
                                        <p:cTn id="75"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nodeType="clickEffect">
                                  <p:stCondLst>
                                    <p:cond delay="0"/>
                                  </p:stCondLst>
                                  <p:childTnLst>
                                    <p:set>
                                      <p:cBhvr>
                                        <p:cTn id="79"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934599E-8922-4956-A693-1CA27B914AA2}"/>
              </a:ext>
            </a:extLst>
          </p:cNvPr>
          <p:cNvSpPr>
            <a:spLocks noGrp="1"/>
          </p:cNvSpPr>
          <p:nvPr>
            <p:ph type="title"/>
          </p:nvPr>
        </p:nvSpPr>
        <p:spPr>
          <a:xfrm>
            <a:off x="843909" y="1797045"/>
            <a:ext cx="2270760" cy="788989"/>
          </a:xfrm>
        </p:spPr>
        <p:txBody>
          <a:bodyPr>
            <a:noAutofit/>
          </a:bodyPr>
          <a:lstStyle/>
          <a:p>
            <a:r>
              <a:rPr lang="en-NZ" sz="4000" b="1" dirty="0" smtClean="0">
                <a:latin typeface="Arial" pitchFamily="34" charset="0"/>
                <a:cs typeface="Arial" pitchFamily="34" charset="0"/>
              </a:rPr>
              <a:t>Lanes</a:t>
            </a:r>
            <a:endParaRPr lang="en-NZ" sz="4000" b="1" dirty="0">
              <a:latin typeface="Arial" pitchFamily="34" charset="0"/>
              <a:cs typeface="Arial" pitchFamily="34" charset="0"/>
            </a:endParaRPr>
          </a:p>
        </p:txBody>
      </p:sp>
      <p:sp>
        <p:nvSpPr>
          <p:cNvPr id="3" name="Content Placeholder 2">
            <a:extLst>
              <a:ext uri="{FF2B5EF4-FFF2-40B4-BE49-F238E27FC236}">
                <a16:creationId xmlns:a16="http://schemas.microsoft.com/office/drawing/2014/main" xmlns="" id="{3AE26AF5-9DA6-4D77-9A6F-2F748E567408}"/>
              </a:ext>
            </a:extLst>
          </p:cNvPr>
          <p:cNvSpPr>
            <a:spLocks noGrp="1"/>
          </p:cNvSpPr>
          <p:nvPr>
            <p:ph idx="1"/>
          </p:nvPr>
        </p:nvSpPr>
        <p:spPr>
          <a:xfrm>
            <a:off x="908305" y="2492369"/>
            <a:ext cx="10507408" cy="2165351"/>
          </a:xfrm>
        </p:spPr>
        <p:txBody>
          <a:bodyPr>
            <a:normAutofit/>
          </a:bodyPr>
          <a:lstStyle/>
          <a:p>
            <a:r>
              <a:rPr lang="en-NZ" dirty="0">
                <a:solidFill>
                  <a:schemeClr val="tx1"/>
                </a:solidFill>
                <a:latin typeface="Arial" pitchFamily="34" charset="0"/>
                <a:cs typeface="Arial" pitchFamily="34" charset="0"/>
              </a:rPr>
              <a:t>Represents departments or individual roles (belonging to the organisation) responsible for doing something in a process</a:t>
            </a:r>
          </a:p>
          <a:p>
            <a:r>
              <a:rPr lang="en-NZ" dirty="0">
                <a:solidFill>
                  <a:schemeClr val="tx1"/>
                </a:solidFill>
                <a:latin typeface="Arial" pitchFamily="34" charset="0"/>
                <a:cs typeface="Arial" pitchFamily="34" charset="0"/>
              </a:rPr>
              <a:t>Identifies which task is performed by who</a:t>
            </a:r>
          </a:p>
          <a:p>
            <a:r>
              <a:rPr lang="en-NZ" dirty="0">
                <a:solidFill>
                  <a:schemeClr val="tx1"/>
                </a:solidFill>
                <a:latin typeface="Arial" pitchFamily="34" charset="0"/>
                <a:cs typeface="Arial" pitchFamily="34" charset="0"/>
              </a:rPr>
              <a:t>Modelled within the pool</a:t>
            </a:r>
          </a:p>
          <a:p>
            <a:endParaRPr lang="en-NZ" dirty="0">
              <a:latin typeface="Arial" pitchFamily="34" charset="0"/>
              <a:cs typeface="Arial" pitchFamily="34" charset="0"/>
            </a:endParaRPr>
          </a:p>
        </p:txBody>
      </p:sp>
      <p:sp>
        <p:nvSpPr>
          <p:cNvPr id="8" name="Title 1">
            <a:extLst>
              <a:ext uri="{FF2B5EF4-FFF2-40B4-BE49-F238E27FC236}">
                <a16:creationId xmlns:a16="http://schemas.microsoft.com/office/drawing/2014/main" xmlns="" id="{E74EE14F-0CE1-451D-BB00-47535ADFE9CF}"/>
              </a:ext>
            </a:extLst>
          </p:cNvPr>
          <p:cNvSpPr txBox="1">
            <a:spLocks/>
          </p:cNvSpPr>
          <p:nvPr/>
        </p:nvSpPr>
        <p:spPr>
          <a:xfrm>
            <a:off x="1158240" y="602057"/>
            <a:ext cx="4264152" cy="71609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NZ" b="1" dirty="0">
                <a:latin typeface="Arial" pitchFamily="34" charset="0"/>
                <a:cs typeface="Arial" pitchFamily="34" charset="0"/>
              </a:rPr>
              <a:t>Pool</a:t>
            </a:r>
          </a:p>
        </p:txBody>
      </p:sp>
      <p:sp>
        <p:nvSpPr>
          <p:cNvPr id="9" name="Content Placeholder 2">
            <a:extLst>
              <a:ext uri="{FF2B5EF4-FFF2-40B4-BE49-F238E27FC236}">
                <a16:creationId xmlns:a16="http://schemas.microsoft.com/office/drawing/2014/main" xmlns="" id="{7835E6AC-A4E6-416E-B93E-B0BD6FE9E81A}"/>
              </a:ext>
            </a:extLst>
          </p:cNvPr>
          <p:cNvSpPr txBox="1">
            <a:spLocks/>
          </p:cNvSpPr>
          <p:nvPr/>
        </p:nvSpPr>
        <p:spPr>
          <a:xfrm>
            <a:off x="908304" y="1352236"/>
            <a:ext cx="9881616" cy="71609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NZ" dirty="0">
                <a:latin typeface="Arial" pitchFamily="34" charset="0"/>
                <a:cs typeface="Arial" pitchFamily="34" charset="0"/>
              </a:rPr>
              <a:t>Represents the organisation</a:t>
            </a:r>
          </a:p>
          <a:p>
            <a:pPr marL="0" indent="0">
              <a:buNone/>
            </a:pPr>
            <a:endParaRPr lang="en-NZ" sz="2400" dirty="0">
              <a:latin typeface="Arial" pitchFamily="34" charset="0"/>
              <a:cs typeface="Arial" pitchFamily="34" charset="0"/>
            </a:endParaRPr>
          </a:p>
        </p:txBody>
      </p:sp>
      <p:pic>
        <p:nvPicPr>
          <p:cNvPr id="4" name="Picture 3">
            <a:extLst>
              <a:ext uri="{FF2B5EF4-FFF2-40B4-BE49-F238E27FC236}">
                <a16:creationId xmlns:a16="http://schemas.microsoft.com/office/drawing/2014/main" xmlns="" id="{DA3BF97D-98BD-4F8F-B4A2-4094DB4B93D4}"/>
              </a:ext>
            </a:extLst>
          </p:cNvPr>
          <p:cNvPicPr>
            <a:picLocks noChangeAspect="1"/>
          </p:cNvPicPr>
          <p:nvPr/>
        </p:nvPicPr>
        <p:blipFill>
          <a:blip r:embed="rId2" cstate="print"/>
          <a:stretch>
            <a:fillRect/>
          </a:stretch>
        </p:blipFill>
        <p:spPr>
          <a:xfrm>
            <a:off x="7258051" y="3394956"/>
            <a:ext cx="4643454" cy="3375657"/>
          </a:xfrm>
          <a:prstGeom prst="rect">
            <a:avLst/>
          </a:prstGeom>
        </p:spPr>
      </p:pic>
    </p:spTree>
    <p:extLst>
      <p:ext uri="{BB962C8B-B14F-4D97-AF65-F5344CB8AC3E}">
        <p14:creationId xmlns:p14="http://schemas.microsoft.com/office/powerpoint/2010/main" xmlns="" val="1298339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5" name="Rectangle 5">
            <a:extLst>
              <a:ext uri="{FF2B5EF4-FFF2-40B4-BE49-F238E27FC236}">
                <a16:creationId xmlns="" xmlns:a16="http://schemas.microsoft.com/office/drawing/2014/main" id="{E3635AB3-6134-EF4F-954E-CDEA56CFB99B}"/>
              </a:ext>
            </a:extLst>
          </p:cNvPr>
          <p:cNvSpPr>
            <a:spLocks noGrp="1" noChangeArrowheads="1"/>
          </p:cNvSpPr>
          <p:nvPr>
            <p:ph type="title"/>
          </p:nvPr>
        </p:nvSpPr>
        <p:spPr>
          <a:xfrm>
            <a:off x="657226" y="761155"/>
            <a:ext cx="10829924" cy="467570"/>
          </a:xfrm>
        </p:spPr>
        <p:txBody>
          <a:bodyPr>
            <a:noAutofit/>
          </a:bodyPr>
          <a:lstStyle/>
          <a:p>
            <a:r>
              <a:rPr lang="en-NZ" altLang="en-US" sz="2800" b="1" dirty="0" smtClean="0">
                <a:solidFill>
                  <a:schemeClr val="tx1"/>
                </a:solidFill>
                <a:latin typeface="Arial" panose="020B0604020202020204" pitchFamily="34" charset="0"/>
                <a:ea typeface="ヒラギノ角ゴ Pro W3" panose="020B0300000000000000" pitchFamily="34" charset="-128"/>
                <a:cs typeface="Arial" panose="020B0604020202020204" pitchFamily="34" charset="0"/>
              </a:rPr>
              <a:t>Example</a:t>
            </a:r>
            <a:endParaRPr lang="en-US" altLang="en-US" sz="2800" b="1" dirty="0">
              <a:solidFill>
                <a:schemeClr val="tx1"/>
              </a:solidFill>
              <a:latin typeface="Arial" panose="020B0604020202020204" pitchFamily="34" charset="0"/>
              <a:ea typeface="ヒラギノ角ゴ Pro W3" panose="020B0300000000000000" pitchFamily="34" charset="-128"/>
              <a:cs typeface="Arial" panose="020B0604020202020204" pitchFamily="34" charset="0"/>
            </a:endParaRPr>
          </a:p>
        </p:txBody>
      </p:sp>
      <p:sp>
        <p:nvSpPr>
          <p:cNvPr id="6" name="文本框 5">
            <a:extLst>
              <a:ext uri="{FF2B5EF4-FFF2-40B4-BE49-F238E27FC236}">
                <a16:creationId xmlns="" xmlns:a16="http://schemas.microsoft.com/office/drawing/2014/main" id="{5B69BE9B-D2F4-A99A-BA1D-6589B4F26E88}"/>
              </a:ext>
            </a:extLst>
          </p:cNvPr>
          <p:cNvSpPr txBox="1"/>
          <p:nvPr/>
        </p:nvSpPr>
        <p:spPr>
          <a:xfrm>
            <a:off x="1045036" y="1378348"/>
            <a:ext cx="9956339" cy="6255559"/>
          </a:xfrm>
          <a:prstGeom prst="rect">
            <a:avLst/>
          </a:prstGeom>
          <a:noFill/>
        </p:spPr>
        <p:txBody>
          <a:bodyPr wrap="square">
            <a:spAutoFit/>
          </a:bodyPr>
          <a:lstStyle/>
          <a:p>
            <a:r>
              <a:rPr lang="en-US" sz="2400" b="1" dirty="0" smtClean="0">
                <a:latin typeface="Arial" pitchFamily="34" charset="0"/>
                <a:cs typeface="Arial" pitchFamily="34" charset="0"/>
              </a:rPr>
              <a:t>University Course Enrollment </a:t>
            </a:r>
            <a:r>
              <a:rPr lang="en-US" sz="2400" b="1" dirty="0" smtClean="0">
                <a:latin typeface="Arial" pitchFamily="34" charset="0"/>
                <a:cs typeface="Arial" pitchFamily="34" charset="0"/>
              </a:rPr>
              <a:t>Process</a:t>
            </a:r>
          </a:p>
          <a:p>
            <a:endParaRPr lang="en-NZ" sz="2000" b="1" i="1" dirty="0" smtClean="0">
              <a:latin typeface="Arial" pitchFamily="34" charset="0"/>
              <a:cs typeface="Arial" pitchFamily="34" charset="0"/>
            </a:endParaRPr>
          </a:p>
          <a:p>
            <a:r>
              <a:rPr lang="en-NZ" sz="2000" b="1" i="1" dirty="0" smtClean="0">
                <a:latin typeface="Arial" pitchFamily="34" charset="0"/>
                <a:cs typeface="Arial" pitchFamily="34" charset="0"/>
              </a:rPr>
              <a:t>Actor: </a:t>
            </a:r>
            <a:r>
              <a:rPr lang="en-NZ" sz="2000" dirty="0" smtClean="0">
                <a:latin typeface="Arial" pitchFamily="34" charset="0"/>
                <a:cs typeface="Arial" pitchFamily="34" charset="0"/>
              </a:rPr>
              <a:t>Student</a:t>
            </a:r>
            <a:endParaRPr lang="en-NZ" sz="2000" dirty="0" smtClean="0">
              <a:latin typeface="Arial" pitchFamily="34" charset="0"/>
              <a:cs typeface="Arial" pitchFamily="34" charset="0"/>
            </a:endParaRPr>
          </a:p>
          <a:p>
            <a:r>
              <a:rPr lang="en-NZ" sz="2000" b="1" i="1" dirty="0" smtClean="0">
                <a:latin typeface="Arial" pitchFamily="34" charset="0"/>
                <a:cs typeface="Arial" pitchFamily="34" charset="0"/>
              </a:rPr>
              <a:t>Start event: </a:t>
            </a:r>
            <a:r>
              <a:rPr lang="en-NZ" sz="2000" dirty="0" smtClean="0">
                <a:latin typeface="Arial" pitchFamily="34" charset="0"/>
                <a:cs typeface="Arial" pitchFamily="34" charset="0"/>
              </a:rPr>
              <a:t>Enrolment required</a:t>
            </a:r>
          </a:p>
          <a:p>
            <a:pPr marL="457200" indent="-457200"/>
            <a:r>
              <a:rPr lang="en-NZ" sz="2000" b="1" i="1" dirty="0" smtClean="0">
                <a:latin typeface="Arial" pitchFamily="34" charset="0"/>
                <a:cs typeface="Arial" pitchFamily="34" charset="0"/>
              </a:rPr>
              <a:t>Activities: </a:t>
            </a:r>
          </a:p>
          <a:p>
            <a:pPr marL="457200" indent="-457200">
              <a:buFont typeface="Arial" pitchFamily="34" charset="0"/>
              <a:buChar char="•"/>
            </a:pPr>
            <a:r>
              <a:rPr lang="en-NZ" sz="2000" dirty="0" smtClean="0">
                <a:latin typeface="Arial" pitchFamily="34" charset="0"/>
                <a:cs typeface="Arial" pitchFamily="34" charset="0"/>
              </a:rPr>
              <a:t>Log into portal</a:t>
            </a:r>
          </a:p>
          <a:p>
            <a:pPr marL="457200" indent="-457200">
              <a:buFont typeface="Arial" pitchFamily="34" charset="0"/>
              <a:buChar char="•"/>
            </a:pPr>
            <a:r>
              <a:rPr lang="en-US" sz="2000" dirty="0" smtClean="0">
                <a:latin typeface="Arial" pitchFamily="34" charset="0"/>
                <a:cs typeface="Arial" pitchFamily="34" charset="0"/>
              </a:rPr>
              <a:t>View </a:t>
            </a:r>
            <a:r>
              <a:rPr lang="en-US" sz="2000" dirty="0" smtClean="0">
                <a:latin typeface="Arial" pitchFamily="34" charset="0"/>
                <a:cs typeface="Arial" pitchFamily="34" charset="0"/>
              </a:rPr>
              <a:t>available </a:t>
            </a:r>
            <a:r>
              <a:rPr lang="en-US" sz="2000" dirty="0" smtClean="0">
                <a:latin typeface="Arial" pitchFamily="34" charset="0"/>
                <a:cs typeface="Arial" pitchFamily="34" charset="0"/>
              </a:rPr>
              <a:t>courses</a:t>
            </a:r>
          </a:p>
          <a:p>
            <a:pPr marL="457200" indent="-457200">
              <a:buFont typeface="Arial" pitchFamily="34" charset="0"/>
              <a:buChar char="•"/>
            </a:pPr>
            <a:r>
              <a:rPr lang="en-US" sz="2000" dirty="0" smtClean="0">
                <a:latin typeface="Arial" pitchFamily="34" charset="0"/>
                <a:cs typeface="Arial" pitchFamily="34" charset="0"/>
              </a:rPr>
              <a:t>Select </a:t>
            </a:r>
            <a:r>
              <a:rPr lang="en-US" sz="2000" dirty="0" smtClean="0">
                <a:latin typeface="Arial" pitchFamily="34" charset="0"/>
                <a:cs typeface="Arial" pitchFamily="34" charset="0"/>
              </a:rPr>
              <a:t>and </a:t>
            </a:r>
            <a:r>
              <a:rPr lang="en-US" sz="2000" dirty="0" smtClean="0">
                <a:latin typeface="Arial" pitchFamily="34" charset="0"/>
                <a:cs typeface="Arial" pitchFamily="34" charset="0"/>
              </a:rPr>
              <a:t>enroll</a:t>
            </a:r>
          </a:p>
          <a:p>
            <a:pPr marL="457200" indent="-457200">
              <a:buFont typeface="Arial" pitchFamily="34" charset="0"/>
              <a:buChar char="•"/>
            </a:pPr>
            <a:r>
              <a:rPr lang="en-NZ" sz="2000" dirty="0" smtClean="0">
                <a:latin typeface="Arial" pitchFamily="34" charset="0"/>
                <a:cs typeface="Arial" pitchFamily="34" charset="0"/>
              </a:rPr>
              <a:t>Receive confirmation email </a:t>
            </a:r>
          </a:p>
          <a:p>
            <a:pPr marL="457200" indent="-457200"/>
            <a:r>
              <a:rPr lang="en-NZ" sz="2000" b="1" i="1" dirty="0" smtClean="0">
                <a:latin typeface="Arial" pitchFamily="34" charset="0"/>
                <a:cs typeface="Arial" pitchFamily="34" charset="0"/>
              </a:rPr>
              <a:t>End event: </a:t>
            </a:r>
            <a:r>
              <a:rPr lang="en-NZ" sz="2000" dirty="0" smtClean="0">
                <a:latin typeface="Arial" pitchFamily="34" charset="0"/>
                <a:cs typeface="Arial" pitchFamily="34" charset="0"/>
              </a:rPr>
              <a:t>Enrolment completed</a:t>
            </a:r>
            <a:endParaRPr lang="en-US" sz="2400" dirty="0" smtClean="0"/>
          </a:p>
          <a:p>
            <a:pPr marL="457200" indent="-457200"/>
            <a:endParaRPr lang="en-US" sz="2400" b="1" i="1" dirty="0" smtClean="0">
              <a:latin typeface="Arial" pitchFamily="34" charset="0"/>
              <a:cs typeface="Arial" pitchFamily="34" charset="0"/>
            </a:endParaRPr>
          </a:p>
          <a:p>
            <a:pPr marL="457200" indent="-457200"/>
            <a:endParaRPr lang="en-NZ" sz="2400" b="1" i="1" u="sng" dirty="0" smtClean="0">
              <a:latin typeface="Arial" pitchFamily="34" charset="0"/>
              <a:cs typeface="Arial" pitchFamily="34" charset="0"/>
            </a:endParaRPr>
          </a:p>
          <a:p>
            <a:pPr marL="457200" indent="-457200"/>
            <a:endParaRPr lang="en-US" sz="2400" b="1" u="sng" dirty="0" smtClean="0">
              <a:latin typeface="Arial" pitchFamily="34" charset="0"/>
              <a:cs typeface="Arial" pitchFamily="34" charset="0"/>
            </a:endParaRPr>
          </a:p>
          <a:p>
            <a:endParaRPr lang="en-NZ" sz="2400" dirty="0" smtClean="0">
              <a:latin typeface="Arial" pitchFamily="34" charset="0"/>
              <a:cs typeface="Arial" pitchFamily="34" charset="0"/>
            </a:endParaRPr>
          </a:p>
          <a:p>
            <a:endParaRPr lang="en-US" sz="2400" dirty="0" smtClean="0">
              <a:latin typeface="Arial" pitchFamily="34" charset="0"/>
              <a:cs typeface="Arial" pitchFamily="34" charset="0"/>
            </a:endParaRPr>
          </a:p>
          <a:p>
            <a:pPr marL="342900" indent="-342900"/>
            <a:endParaRPr lang="en-US" altLang="zh-CN" dirty="0" smtClean="0">
              <a:latin typeface="Arial" panose="020B0604020202020204" pitchFamily="34" charset="0"/>
              <a:ea typeface="ヒラギノ角ゴ Pro W3" panose="020B0300000000000000" pitchFamily="34" charset="-128"/>
              <a:cs typeface="Arial" panose="020B0604020202020204" pitchFamily="34" charset="0"/>
            </a:endParaRPr>
          </a:p>
          <a:p>
            <a:endParaRPr lang="en-NZ" altLang="zh-CN" dirty="0" smtClean="0">
              <a:latin typeface="Arial" panose="020B0604020202020204" pitchFamily="34" charset="0"/>
              <a:ea typeface="ヒラギノ角ゴ Pro W3" panose="020B0300000000000000" pitchFamily="34" charset="-128"/>
              <a:cs typeface="Arial" panose="020B0604020202020204" pitchFamily="34" charset="0"/>
            </a:endParaRPr>
          </a:p>
          <a:p>
            <a:endParaRPr lang="en-NZ" altLang="zh-CN" dirty="0" smtClean="0">
              <a:latin typeface="Arial" panose="020B0604020202020204" pitchFamily="34" charset="0"/>
              <a:ea typeface="ヒラギノ角ゴ Pro W3" panose="020B0300000000000000" pitchFamily="34" charset="-128"/>
              <a:cs typeface="Arial" panose="020B0604020202020204" pitchFamily="34" charset="0"/>
            </a:endParaRPr>
          </a:p>
          <a:p>
            <a:pPr marL="0" indent="0">
              <a:lnSpc>
                <a:spcPct val="125000"/>
              </a:lnSpc>
              <a:spcBef>
                <a:spcPts val="0"/>
              </a:spcBef>
              <a:buNone/>
            </a:pPr>
            <a:r>
              <a:rPr lang="en-NZ" altLang="zh-CN" sz="1800" dirty="0" smtClean="0">
                <a:solidFill>
                  <a:schemeClr val="tx1"/>
                </a:solidFill>
                <a:latin typeface="Arial" panose="020B0604020202020204" pitchFamily="34" charset="0"/>
                <a:ea typeface="ヒラギノ角ゴ Pro W3" panose="020B0300000000000000" pitchFamily="34" charset="-128"/>
                <a:cs typeface="Arial" panose="020B0604020202020204" pitchFamily="34" charset="0"/>
              </a:rPr>
              <a:t> </a:t>
            </a:r>
            <a:endParaRPr lang="en-US" altLang="zh-CN" sz="1800" dirty="0">
              <a:solidFill>
                <a:schemeClr val="tx1"/>
              </a:solidFill>
              <a:latin typeface="Arial" panose="020B0604020202020204" pitchFamily="34" charset="0"/>
              <a:ea typeface="ヒラギノ角ゴ Pro W3" panose="020B0300000000000000" pitchFamily="34" charset="-128"/>
              <a:cs typeface="Arial" panose="020B0604020202020204" pitchFamily="34" charset="0"/>
            </a:endParaRPr>
          </a:p>
        </p:txBody>
      </p:sp>
    </p:spTree>
    <p:extLst>
      <p:ext uri="{BB962C8B-B14F-4D97-AF65-F5344CB8AC3E}">
        <p14:creationId xmlns="" xmlns:p14="http://schemas.microsoft.com/office/powerpoint/2010/main" val="116381300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accel="50000" decel="50000" fill="hold" grpId="0" nodeType="afterEffect">
                                  <p:stCondLst>
                                    <p:cond delay="0"/>
                                  </p:stCondLst>
                                  <p:childTnLst>
                                    <p:set>
                                      <p:cBhvr>
                                        <p:cTn id="6" dur="1" fill="hold">
                                          <p:stCondLst>
                                            <p:cond delay="0"/>
                                          </p:stCondLst>
                                        </p:cTn>
                                        <p:tgtEl>
                                          <p:spTgt spid="250885"/>
                                        </p:tgtEl>
                                        <p:attrNameLst>
                                          <p:attrName>style.visibility</p:attrName>
                                        </p:attrNameLst>
                                      </p:cBhvr>
                                      <p:to>
                                        <p:strVal val="visible"/>
                                      </p:to>
                                    </p:set>
                                    <p:anim calcmode="lin" valueType="num">
                                      <p:cBhvr additive="base">
                                        <p:cTn id="7" dur="500" fill="hold"/>
                                        <p:tgtEl>
                                          <p:spTgt spid="250885"/>
                                        </p:tgtEl>
                                        <p:attrNameLst>
                                          <p:attrName>ppt_x</p:attrName>
                                        </p:attrNameLst>
                                      </p:cBhvr>
                                      <p:tavLst>
                                        <p:tav tm="0">
                                          <p:val>
                                            <p:strVal val="1+#ppt_w/2"/>
                                          </p:val>
                                        </p:tav>
                                        <p:tav tm="100000">
                                          <p:val>
                                            <p:strVal val="#ppt_x"/>
                                          </p:val>
                                        </p:tav>
                                      </p:tavLst>
                                    </p:anim>
                                    <p:anim calcmode="lin" valueType="num">
                                      <p:cBhvr additive="base">
                                        <p:cTn id="8" dur="500" fill="hold"/>
                                        <p:tgtEl>
                                          <p:spTgt spid="25088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8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xmlns="" id="{D1A8DBB3-93B9-3434-7ED1-18B0C0F8B0F9}"/>
              </a:ext>
            </a:extLst>
          </p:cNvPr>
          <p:cNvSpPr txBox="1">
            <a:spLocks/>
          </p:cNvSpPr>
          <p:nvPr/>
        </p:nvSpPr>
        <p:spPr>
          <a:xfrm>
            <a:off x="1543210" y="1868848"/>
            <a:ext cx="9043827" cy="4203339"/>
          </a:xfrm>
          <a:prstGeom prst="rect">
            <a:avLst/>
          </a:prstGeom>
        </p:spPr>
        <p:txBody>
          <a:bodyPr>
            <a:normAutofit/>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NZ" dirty="0">
                <a:solidFill>
                  <a:schemeClr val="tx1"/>
                </a:solidFill>
                <a:latin typeface="Arial" pitchFamily="34" charset="0"/>
                <a:cs typeface="Arial" pitchFamily="34" charset="0"/>
              </a:rPr>
              <a:t>A site engineer needs new equipment so the site engineer submits an equipment rental request to the clerk. The clerk then proceeds with selecting suitable equipment followed by checking the equipment’s availability. If the equipment is not available, the clerk has to go through the selection suitable equipment again and repeats the equipment availability check. If the equipment is available, the works engineer reviews the rental request. If the rental request is approved, the clerk creates a purchase order and the process ends. If the rental request is rejected, the process also ends with request being rejected. </a:t>
            </a:r>
          </a:p>
        </p:txBody>
      </p:sp>
      <p:sp>
        <p:nvSpPr>
          <p:cNvPr id="3" name="Title 1">
            <a:extLst>
              <a:ext uri="{FF2B5EF4-FFF2-40B4-BE49-F238E27FC236}">
                <a16:creationId xmlns:a16="http://schemas.microsoft.com/office/drawing/2014/main" xmlns="" id="{2D7567E6-17ED-A5F1-AC4E-415EBBDE60A2}"/>
              </a:ext>
            </a:extLst>
          </p:cNvPr>
          <p:cNvSpPr txBox="1">
            <a:spLocks/>
          </p:cNvSpPr>
          <p:nvPr/>
        </p:nvSpPr>
        <p:spPr>
          <a:xfrm>
            <a:off x="1685885" y="1042231"/>
            <a:ext cx="7402776" cy="769466"/>
          </a:xfrm>
          <a:prstGeom prst="rect">
            <a:avLst/>
          </a:prstGeom>
        </p:spPr>
        <p:txBody>
          <a:bodyPr/>
          <a:lstStyle>
            <a:lvl1pPr algn="l" defTabSz="914400" rtl="0" eaLnBrk="1" latinLnBrk="0" hangingPunct="1">
              <a:lnSpc>
                <a:spcPct val="90000"/>
              </a:lnSpc>
              <a:spcBef>
                <a:spcPct val="0"/>
              </a:spcBef>
              <a:buNone/>
              <a:defRPr sz="4600" kern="1200" spc="-50" baseline="0">
                <a:solidFill>
                  <a:schemeClr val="tx1">
                    <a:lumMod val="75000"/>
                    <a:lumOff val="25000"/>
                  </a:schemeClr>
                </a:solidFill>
                <a:latin typeface="+mj-lt"/>
                <a:ea typeface="+mj-ea"/>
                <a:cs typeface="+mj-cs"/>
              </a:defRPr>
            </a:lvl1pPr>
          </a:lstStyle>
          <a:p>
            <a:r>
              <a:rPr lang="en-NZ" sz="3600" b="1" dirty="0" err="1">
                <a:solidFill>
                  <a:schemeClr val="tx1"/>
                </a:solidFill>
                <a:latin typeface="Arial" pitchFamily="34" charset="0"/>
                <a:cs typeface="Arial" pitchFamily="34" charset="0"/>
              </a:rPr>
              <a:t>BuildIT</a:t>
            </a:r>
            <a:r>
              <a:rPr lang="en-NZ" sz="3600" b="1" dirty="0">
                <a:solidFill>
                  <a:schemeClr val="tx1"/>
                </a:solidFill>
                <a:latin typeface="Arial" pitchFamily="34" charset="0"/>
                <a:cs typeface="Arial" pitchFamily="34" charset="0"/>
              </a:rPr>
              <a:t> equipment rental process</a:t>
            </a:r>
          </a:p>
        </p:txBody>
      </p:sp>
    </p:spTree>
    <p:extLst>
      <p:ext uri="{BB962C8B-B14F-4D97-AF65-F5344CB8AC3E}">
        <p14:creationId xmlns:p14="http://schemas.microsoft.com/office/powerpoint/2010/main" xmlns="" val="9358413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xmlns="" id="{2D7567E6-17ED-A5F1-AC4E-415EBBDE60A2}"/>
              </a:ext>
            </a:extLst>
          </p:cNvPr>
          <p:cNvSpPr txBox="1">
            <a:spLocks/>
          </p:cNvSpPr>
          <p:nvPr/>
        </p:nvSpPr>
        <p:spPr>
          <a:xfrm>
            <a:off x="2757448" y="627890"/>
            <a:ext cx="7402776" cy="769466"/>
          </a:xfrm>
          <a:prstGeom prst="rect">
            <a:avLst/>
          </a:prstGeom>
        </p:spPr>
        <p:txBody>
          <a:bodyPr/>
          <a:lstStyle>
            <a:lvl1pPr algn="l" defTabSz="914400" rtl="0" eaLnBrk="1" latinLnBrk="0" hangingPunct="1">
              <a:lnSpc>
                <a:spcPct val="90000"/>
              </a:lnSpc>
              <a:spcBef>
                <a:spcPct val="0"/>
              </a:spcBef>
              <a:buNone/>
              <a:defRPr sz="4600" kern="1200" spc="-50" baseline="0">
                <a:solidFill>
                  <a:schemeClr val="tx1">
                    <a:lumMod val="75000"/>
                    <a:lumOff val="25000"/>
                  </a:schemeClr>
                </a:solidFill>
                <a:latin typeface="+mj-lt"/>
                <a:ea typeface="+mj-ea"/>
                <a:cs typeface="+mj-cs"/>
              </a:defRPr>
            </a:lvl1pPr>
          </a:lstStyle>
          <a:p>
            <a:r>
              <a:rPr lang="en-NZ" sz="3600" dirty="0" err="1"/>
              <a:t>BuildIT</a:t>
            </a:r>
            <a:r>
              <a:rPr lang="en-NZ" sz="3600" dirty="0"/>
              <a:t> equipment rental process</a:t>
            </a:r>
          </a:p>
        </p:txBody>
      </p:sp>
      <p:graphicFrame>
        <p:nvGraphicFramePr>
          <p:cNvPr id="4" name="Table 4">
            <a:extLst>
              <a:ext uri="{FF2B5EF4-FFF2-40B4-BE49-F238E27FC236}">
                <a16:creationId xmlns:a16="http://schemas.microsoft.com/office/drawing/2014/main" xmlns="" id="{B37EC7CB-B6F9-6B4D-6780-C280EC358812}"/>
              </a:ext>
            </a:extLst>
          </p:cNvPr>
          <p:cNvGraphicFramePr>
            <a:graphicFrameLocks noGrp="1"/>
          </p:cNvGraphicFramePr>
          <p:nvPr>
            <p:extLst>
              <p:ext uri="{D42A27DB-BD31-4B8C-83A1-F6EECF244321}">
                <p14:modId xmlns:p14="http://schemas.microsoft.com/office/powerpoint/2010/main" xmlns="" val="3413569807"/>
              </p:ext>
            </p:extLst>
          </p:nvPr>
        </p:nvGraphicFramePr>
        <p:xfrm>
          <a:off x="1343030" y="1385889"/>
          <a:ext cx="9629775" cy="4543428"/>
        </p:xfrm>
        <a:graphic>
          <a:graphicData uri="http://schemas.openxmlformats.org/drawingml/2006/table">
            <a:tbl>
              <a:tblPr firstRow="1" bandRow="1">
                <a:tableStyleId>{5C22544A-7EE6-4342-B048-85BDC9FD1C3A}</a:tableStyleId>
              </a:tblPr>
              <a:tblGrid>
                <a:gridCol w="2609196">
                  <a:extLst>
                    <a:ext uri="{9D8B030D-6E8A-4147-A177-3AD203B41FA5}">
                      <a16:colId xmlns:a16="http://schemas.microsoft.com/office/drawing/2014/main" xmlns="" val="919109999"/>
                    </a:ext>
                  </a:extLst>
                </a:gridCol>
                <a:gridCol w="7020579">
                  <a:extLst>
                    <a:ext uri="{9D8B030D-6E8A-4147-A177-3AD203B41FA5}">
                      <a16:colId xmlns:a16="http://schemas.microsoft.com/office/drawing/2014/main" xmlns="" val="1494355523"/>
                    </a:ext>
                  </a:extLst>
                </a:gridCol>
              </a:tblGrid>
              <a:tr h="498668">
                <a:tc>
                  <a:txBody>
                    <a:bodyPr/>
                    <a:lstStyle/>
                    <a:p>
                      <a:r>
                        <a:rPr lang="en-NZ" dirty="0"/>
                        <a:t>Actor</a:t>
                      </a:r>
                    </a:p>
                  </a:txBody>
                  <a:tcPr/>
                </a:tc>
                <a:tc>
                  <a:txBody>
                    <a:bodyPr/>
                    <a:lstStyle/>
                    <a:p>
                      <a:r>
                        <a:rPr lang="en-NZ" dirty="0"/>
                        <a:t>Activity/Event/Decision point</a:t>
                      </a:r>
                    </a:p>
                  </a:txBody>
                  <a:tcPr/>
                </a:tc>
                <a:extLst>
                  <a:ext uri="{0D108BD9-81ED-4DB2-BD59-A6C34878D82A}">
                    <a16:rowId xmlns:a16="http://schemas.microsoft.com/office/drawing/2014/main" xmlns="" val="2619532778"/>
                  </a:ext>
                </a:extLst>
              </a:tr>
              <a:tr h="505595">
                <a:tc>
                  <a:txBody>
                    <a:bodyPr/>
                    <a:lstStyle/>
                    <a:p>
                      <a:endParaRPr lang="en-NZ" dirty="0"/>
                    </a:p>
                  </a:txBody>
                  <a:tcPr/>
                </a:tc>
                <a:tc>
                  <a:txBody>
                    <a:bodyPr/>
                    <a:lstStyle/>
                    <a:p>
                      <a:endParaRPr lang="en-NZ" dirty="0"/>
                    </a:p>
                  </a:txBody>
                  <a:tcPr/>
                </a:tc>
                <a:extLst>
                  <a:ext uri="{0D108BD9-81ED-4DB2-BD59-A6C34878D82A}">
                    <a16:rowId xmlns:a16="http://schemas.microsoft.com/office/drawing/2014/main" xmlns="" val="2193002075"/>
                  </a:ext>
                </a:extLst>
              </a:tr>
              <a:tr h="505595">
                <a:tc>
                  <a:txBody>
                    <a:bodyPr/>
                    <a:lstStyle/>
                    <a:p>
                      <a:endParaRPr lang="en-NZ" dirty="0"/>
                    </a:p>
                  </a:txBody>
                  <a:tcPr/>
                </a:tc>
                <a:tc>
                  <a:txBody>
                    <a:bodyPr/>
                    <a:lstStyle/>
                    <a:p>
                      <a:endParaRPr lang="en-NZ" dirty="0"/>
                    </a:p>
                  </a:txBody>
                  <a:tcPr/>
                </a:tc>
                <a:extLst>
                  <a:ext uri="{0D108BD9-81ED-4DB2-BD59-A6C34878D82A}">
                    <a16:rowId xmlns:a16="http://schemas.microsoft.com/office/drawing/2014/main" xmlns="" val="728352187"/>
                  </a:ext>
                </a:extLst>
              </a:tr>
              <a:tr h="505595">
                <a:tc>
                  <a:txBody>
                    <a:bodyPr/>
                    <a:lstStyle/>
                    <a:p>
                      <a:endParaRPr lang="en-NZ" dirty="0"/>
                    </a:p>
                  </a:txBody>
                  <a:tcPr/>
                </a:tc>
                <a:tc>
                  <a:txBody>
                    <a:bodyPr/>
                    <a:lstStyle/>
                    <a:p>
                      <a:endParaRPr lang="en-NZ" dirty="0"/>
                    </a:p>
                  </a:txBody>
                  <a:tcPr/>
                </a:tc>
                <a:extLst>
                  <a:ext uri="{0D108BD9-81ED-4DB2-BD59-A6C34878D82A}">
                    <a16:rowId xmlns:a16="http://schemas.microsoft.com/office/drawing/2014/main" xmlns="" val="3904973996"/>
                  </a:ext>
                </a:extLst>
              </a:tr>
              <a:tr h="505595">
                <a:tc>
                  <a:txBody>
                    <a:bodyPr/>
                    <a:lstStyle/>
                    <a:p>
                      <a:endParaRPr lang="en-NZ" dirty="0"/>
                    </a:p>
                  </a:txBody>
                  <a:tcPr/>
                </a:tc>
                <a:tc>
                  <a:txBody>
                    <a:bodyPr/>
                    <a:lstStyle/>
                    <a:p>
                      <a:endParaRPr lang="en-NZ" dirty="0"/>
                    </a:p>
                  </a:txBody>
                  <a:tcPr/>
                </a:tc>
                <a:extLst>
                  <a:ext uri="{0D108BD9-81ED-4DB2-BD59-A6C34878D82A}">
                    <a16:rowId xmlns:a16="http://schemas.microsoft.com/office/drawing/2014/main" xmlns="" val="1269892819"/>
                  </a:ext>
                </a:extLst>
              </a:tr>
              <a:tr h="505595">
                <a:tc>
                  <a:txBody>
                    <a:bodyPr/>
                    <a:lstStyle/>
                    <a:p>
                      <a:endParaRPr lang="en-NZ" dirty="0"/>
                    </a:p>
                  </a:txBody>
                  <a:tcPr/>
                </a:tc>
                <a:tc>
                  <a:txBody>
                    <a:bodyPr/>
                    <a:lstStyle/>
                    <a:p>
                      <a:endParaRPr lang="en-NZ" dirty="0"/>
                    </a:p>
                  </a:txBody>
                  <a:tcPr/>
                </a:tc>
                <a:extLst>
                  <a:ext uri="{0D108BD9-81ED-4DB2-BD59-A6C34878D82A}">
                    <a16:rowId xmlns:a16="http://schemas.microsoft.com/office/drawing/2014/main" xmlns="" val="2457300626"/>
                  </a:ext>
                </a:extLst>
              </a:tr>
              <a:tr h="505595">
                <a:tc>
                  <a:txBody>
                    <a:bodyPr/>
                    <a:lstStyle/>
                    <a:p>
                      <a:endParaRPr lang="en-NZ"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NZ" dirty="0"/>
                    </a:p>
                  </a:txBody>
                  <a:tcPr/>
                </a:tc>
                <a:extLst>
                  <a:ext uri="{0D108BD9-81ED-4DB2-BD59-A6C34878D82A}">
                    <a16:rowId xmlns:a16="http://schemas.microsoft.com/office/drawing/2014/main" xmlns="" val="2734450862"/>
                  </a:ext>
                </a:extLst>
              </a:tr>
              <a:tr h="505595">
                <a:tc>
                  <a:txBody>
                    <a:bodyPr/>
                    <a:lstStyle/>
                    <a:p>
                      <a:endParaRPr lang="en-NZ" dirty="0"/>
                    </a:p>
                  </a:txBody>
                  <a:tcPr/>
                </a:tc>
                <a:tc>
                  <a:txBody>
                    <a:bodyPr/>
                    <a:lstStyle/>
                    <a:p>
                      <a:endParaRPr lang="en-NZ" dirty="0"/>
                    </a:p>
                  </a:txBody>
                  <a:tcPr/>
                </a:tc>
                <a:extLst>
                  <a:ext uri="{0D108BD9-81ED-4DB2-BD59-A6C34878D82A}">
                    <a16:rowId xmlns:a16="http://schemas.microsoft.com/office/drawing/2014/main" xmlns="" val="3729677420"/>
                  </a:ext>
                </a:extLst>
              </a:tr>
              <a:tr h="505595">
                <a:tc>
                  <a:txBody>
                    <a:bodyPr/>
                    <a:lstStyle/>
                    <a:p>
                      <a:endParaRPr lang="en-NZ" dirty="0"/>
                    </a:p>
                  </a:txBody>
                  <a:tcPr/>
                </a:tc>
                <a:tc>
                  <a:txBody>
                    <a:bodyPr/>
                    <a:lstStyle/>
                    <a:p>
                      <a:endParaRPr lang="en-NZ" dirty="0"/>
                    </a:p>
                  </a:txBody>
                  <a:tcPr/>
                </a:tc>
                <a:extLst>
                  <a:ext uri="{0D108BD9-81ED-4DB2-BD59-A6C34878D82A}">
                    <a16:rowId xmlns:a16="http://schemas.microsoft.com/office/drawing/2014/main" xmlns="" val="1724144082"/>
                  </a:ext>
                </a:extLst>
              </a:tr>
            </a:tbl>
          </a:graphicData>
        </a:graphic>
      </p:graphicFrame>
    </p:spTree>
    <p:extLst>
      <p:ext uri="{BB962C8B-B14F-4D97-AF65-F5344CB8AC3E}">
        <p14:creationId xmlns:p14="http://schemas.microsoft.com/office/powerpoint/2010/main" xmlns="" val="9358413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 xmlns:a16="http://schemas.microsoft.com/office/drawing/2014/main" id="{5B69BE9B-D2F4-A99A-BA1D-6589B4F26E88}"/>
              </a:ext>
            </a:extLst>
          </p:cNvPr>
          <p:cNvSpPr txBox="1"/>
          <p:nvPr/>
        </p:nvSpPr>
        <p:spPr>
          <a:xfrm>
            <a:off x="1145048" y="849711"/>
            <a:ext cx="9956339" cy="7425110"/>
          </a:xfrm>
          <a:prstGeom prst="rect">
            <a:avLst/>
          </a:prstGeom>
          <a:noFill/>
        </p:spPr>
        <p:txBody>
          <a:bodyPr wrap="square">
            <a:spAutoFit/>
          </a:bodyPr>
          <a:lstStyle/>
          <a:p>
            <a:pPr algn="ctr"/>
            <a:r>
              <a:rPr lang="en-NZ" sz="2800" b="1" u="sng" dirty="0" smtClean="0">
                <a:latin typeface="Arial" pitchFamily="34" charset="0"/>
                <a:cs typeface="Arial" pitchFamily="34" charset="0"/>
              </a:rPr>
              <a:t>Class Activity</a:t>
            </a:r>
          </a:p>
          <a:p>
            <a:pPr>
              <a:buFont typeface="Arial" pitchFamily="34" charset="0"/>
              <a:buChar char="•"/>
            </a:pPr>
            <a:endParaRPr lang="en-NZ" sz="2400" dirty="0" smtClean="0">
              <a:latin typeface="Arial" pitchFamily="34" charset="0"/>
              <a:cs typeface="Arial" pitchFamily="34" charset="0"/>
            </a:endParaRPr>
          </a:p>
          <a:p>
            <a:pPr>
              <a:buFont typeface="Arial" pitchFamily="34" charset="0"/>
              <a:buChar char="•"/>
            </a:pPr>
            <a:r>
              <a:rPr lang="en-US" sz="2400" dirty="0" smtClean="0">
                <a:latin typeface="Arial" pitchFamily="34" charset="0"/>
                <a:cs typeface="Arial" pitchFamily="34" charset="0"/>
              </a:rPr>
              <a:t>Read the </a:t>
            </a:r>
            <a:r>
              <a:rPr lang="en-US" sz="2400" dirty="0" smtClean="0">
                <a:latin typeface="Arial" pitchFamily="34" charset="0"/>
                <a:cs typeface="Arial" pitchFamily="34" charset="0"/>
              </a:rPr>
              <a:t>HR on boarding process provided </a:t>
            </a:r>
            <a:r>
              <a:rPr lang="en-US" sz="2400" dirty="0" smtClean="0">
                <a:latin typeface="Arial" pitchFamily="34" charset="0"/>
                <a:cs typeface="Arial" pitchFamily="34" charset="0"/>
              </a:rPr>
              <a:t>(on teams, under ‘class activities’ folder).</a:t>
            </a:r>
          </a:p>
          <a:p>
            <a:endParaRPr lang="en-US" sz="2400" dirty="0" smtClean="0">
              <a:latin typeface="Arial" pitchFamily="34" charset="0"/>
              <a:cs typeface="Arial" pitchFamily="34" charset="0"/>
            </a:endParaRPr>
          </a:p>
          <a:p>
            <a:pPr>
              <a:buFont typeface="Arial" pitchFamily="34" charset="0"/>
              <a:buChar char="•"/>
            </a:pPr>
            <a:r>
              <a:rPr lang="en-US" sz="2400" dirty="0" smtClean="0">
                <a:latin typeface="Arial" pitchFamily="34" charset="0"/>
                <a:cs typeface="Arial" pitchFamily="34" charset="0"/>
              </a:rPr>
              <a:t>Identify the </a:t>
            </a:r>
            <a:r>
              <a:rPr lang="en-US" sz="2400" dirty="0" smtClean="0">
                <a:latin typeface="Arial" pitchFamily="34" charset="0"/>
                <a:cs typeface="Arial" pitchFamily="34" charset="0"/>
              </a:rPr>
              <a:t>actors, start and end events, and activities</a:t>
            </a:r>
            <a:r>
              <a:rPr lang="en-US" sz="2400" dirty="0" smtClean="0">
                <a:latin typeface="Arial" pitchFamily="34" charset="0"/>
                <a:cs typeface="Arial" pitchFamily="34" charset="0"/>
              </a:rPr>
              <a:t>.</a:t>
            </a:r>
            <a:endParaRPr lang="en-US" sz="2400" dirty="0" smtClean="0">
              <a:latin typeface="Arial" pitchFamily="34" charset="0"/>
              <a:cs typeface="Arial" pitchFamily="34" charset="0"/>
            </a:endParaRPr>
          </a:p>
          <a:p>
            <a:pPr>
              <a:buFont typeface="Arial" pitchFamily="34" charset="0"/>
              <a:buChar char="•"/>
            </a:pPr>
            <a:endParaRPr lang="en-US" sz="2400" dirty="0" smtClean="0">
              <a:latin typeface="Arial" pitchFamily="34" charset="0"/>
              <a:cs typeface="Arial" pitchFamily="34" charset="0"/>
            </a:endParaRPr>
          </a:p>
          <a:p>
            <a:pPr>
              <a:buFont typeface="Arial" pitchFamily="34" charset="0"/>
              <a:buChar char="•"/>
            </a:pPr>
            <a:r>
              <a:rPr lang="en-US" sz="2400" dirty="0" smtClean="0">
                <a:latin typeface="Arial" pitchFamily="34" charset="0"/>
                <a:cs typeface="Arial" pitchFamily="34" charset="0"/>
              </a:rPr>
              <a:t>Based on </a:t>
            </a:r>
            <a:r>
              <a:rPr lang="en-US" sz="2400" dirty="0" smtClean="0">
                <a:latin typeface="Arial" pitchFamily="34" charset="0"/>
                <a:cs typeface="Arial" pitchFamily="34" charset="0"/>
              </a:rPr>
              <a:t>the description, model the as-is process. </a:t>
            </a:r>
            <a:endParaRPr lang="en-US" sz="2400" dirty="0" smtClean="0">
              <a:latin typeface="Arial" pitchFamily="34" charset="0"/>
              <a:cs typeface="Arial" pitchFamily="34" charset="0"/>
            </a:endParaRPr>
          </a:p>
          <a:p>
            <a:pPr>
              <a:buFont typeface="Arial" pitchFamily="34" charset="0"/>
              <a:buChar char="•"/>
            </a:pPr>
            <a:endParaRPr lang="en-US" sz="2400" dirty="0" smtClean="0">
              <a:latin typeface="Arial" pitchFamily="34" charset="0"/>
              <a:cs typeface="Arial" pitchFamily="34" charset="0"/>
            </a:endParaRPr>
          </a:p>
          <a:p>
            <a:pPr>
              <a:buFont typeface="Arial" pitchFamily="34" charset="0"/>
              <a:buChar char="•"/>
            </a:pPr>
            <a:r>
              <a:rPr lang="en-US" sz="2400" dirty="0" smtClean="0">
                <a:latin typeface="Arial" pitchFamily="34" charset="0"/>
                <a:cs typeface="Arial" pitchFamily="34" charset="0"/>
              </a:rPr>
              <a:t>Identify </a:t>
            </a:r>
            <a:r>
              <a:rPr lang="en-US" sz="2400" dirty="0" smtClean="0">
                <a:latin typeface="Arial" pitchFamily="34" charset="0"/>
                <a:cs typeface="Arial" pitchFamily="34" charset="0"/>
              </a:rPr>
              <a:t>the issues with the current process</a:t>
            </a:r>
            <a:endParaRPr lang="en-US" sz="2400" dirty="0" smtClean="0">
              <a:latin typeface="Arial" pitchFamily="34" charset="0"/>
              <a:cs typeface="Arial" pitchFamily="34" charset="0"/>
            </a:endParaRPr>
          </a:p>
          <a:p>
            <a:pPr>
              <a:buFont typeface="Arial" pitchFamily="34" charset="0"/>
              <a:buChar char="•"/>
            </a:pPr>
            <a:endParaRPr lang="en-US" sz="2400" dirty="0" smtClean="0">
              <a:latin typeface="Arial" pitchFamily="34" charset="0"/>
              <a:cs typeface="Arial" pitchFamily="34" charset="0"/>
            </a:endParaRPr>
          </a:p>
          <a:p>
            <a:pPr>
              <a:buFont typeface="Arial" pitchFamily="34" charset="0"/>
              <a:buChar char="•"/>
            </a:pPr>
            <a:r>
              <a:rPr lang="en-US" sz="2400" dirty="0" smtClean="0">
                <a:latin typeface="Arial" pitchFamily="34" charset="0"/>
                <a:cs typeface="Arial" pitchFamily="34" charset="0"/>
              </a:rPr>
              <a:t>Propose </a:t>
            </a:r>
            <a:r>
              <a:rPr lang="en-US" sz="2400" dirty="0" smtClean="0">
                <a:latin typeface="Arial" pitchFamily="34" charset="0"/>
                <a:cs typeface="Arial" pitchFamily="34" charset="0"/>
              </a:rPr>
              <a:t>solutions to improve the current process.</a:t>
            </a:r>
            <a:endParaRPr lang="en-US" dirty="0" smtClean="0"/>
          </a:p>
          <a:p>
            <a:endParaRPr lang="en-NZ" dirty="0" smtClean="0">
              <a:latin typeface="Arial" pitchFamily="34" charset="0"/>
              <a:cs typeface="Arial" pitchFamily="34" charset="0"/>
            </a:endParaRPr>
          </a:p>
          <a:p>
            <a:endParaRPr lang="en-US" dirty="0" smtClean="0">
              <a:latin typeface="Arial" pitchFamily="34" charset="0"/>
              <a:cs typeface="Arial" pitchFamily="34" charset="0"/>
            </a:endParaRPr>
          </a:p>
          <a:p>
            <a:endParaRPr lang="en-US" b="1" dirty="0" smtClean="0">
              <a:latin typeface="Arial" pitchFamily="34" charset="0"/>
              <a:cs typeface="Arial" pitchFamily="34" charset="0"/>
            </a:endParaRPr>
          </a:p>
          <a:p>
            <a:r>
              <a:rPr lang="en-US" b="1" dirty="0" smtClean="0">
                <a:latin typeface="Arial" pitchFamily="34" charset="0"/>
                <a:cs typeface="Arial" pitchFamily="34" charset="0"/>
              </a:rPr>
              <a:t> </a:t>
            </a:r>
          </a:p>
          <a:p>
            <a:endParaRPr lang="en-US" dirty="0" smtClean="0">
              <a:latin typeface="Arial" pitchFamily="34" charset="0"/>
              <a:cs typeface="Arial" pitchFamily="34" charset="0"/>
            </a:endParaRPr>
          </a:p>
          <a:p>
            <a:r>
              <a:rPr lang="en-US" dirty="0" smtClean="0"/>
              <a:t>.</a:t>
            </a:r>
          </a:p>
          <a:p>
            <a:pPr marL="342900" indent="-342900"/>
            <a:endParaRPr lang="en-US" altLang="zh-CN" dirty="0" smtClean="0">
              <a:latin typeface="Arial" panose="020B0604020202020204" pitchFamily="34" charset="0"/>
              <a:ea typeface="ヒラギノ角ゴ Pro W3" panose="020B0300000000000000" pitchFamily="34" charset="-128"/>
              <a:cs typeface="Arial" panose="020B0604020202020204" pitchFamily="34" charset="0"/>
            </a:endParaRPr>
          </a:p>
          <a:p>
            <a:endParaRPr lang="en-NZ" altLang="zh-CN" dirty="0" smtClean="0">
              <a:latin typeface="Arial" panose="020B0604020202020204" pitchFamily="34" charset="0"/>
              <a:ea typeface="ヒラギノ角ゴ Pro W3" panose="020B0300000000000000" pitchFamily="34" charset="-128"/>
              <a:cs typeface="Arial" panose="020B0604020202020204" pitchFamily="34" charset="0"/>
            </a:endParaRPr>
          </a:p>
          <a:p>
            <a:endParaRPr lang="en-NZ" altLang="zh-CN" dirty="0" smtClean="0">
              <a:latin typeface="Arial" panose="020B0604020202020204" pitchFamily="34" charset="0"/>
              <a:ea typeface="ヒラギノ角ゴ Pro W3" panose="020B0300000000000000" pitchFamily="34" charset="-128"/>
              <a:cs typeface="Arial" panose="020B0604020202020204" pitchFamily="34" charset="0"/>
            </a:endParaRPr>
          </a:p>
          <a:p>
            <a:pPr marL="0" indent="0">
              <a:lnSpc>
                <a:spcPct val="125000"/>
              </a:lnSpc>
              <a:spcBef>
                <a:spcPts val="0"/>
              </a:spcBef>
              <a:buNone/>
            </a:pPr>
            <a:r>
              <a:rPr lang="en-NZ" altLang="zh-CN" sz="1800" dirty="0" smtClean="0">
                <a:solidFill>
                  <a:schemeClr val="tx1"/>
                </a:solidFill>
                <a:latin typeface="Arial" panose="020B0604020202020204" pitchFamily="34" charset="0"/>
                <a:ea typeface="ヒラギノ角ゴ Pro W3" panose="020B0300000000000000" pitchFamily="34" charset="-128"/>
                <a:cs typeface="Arial" panose="020B0604020202020204" pitchFamily="34" charset="0"/>
              </a:rPr>
              <a:t> </a:t>
            </a:r>
            <a:endParaRPr lang="en-US" altLang="zh-CN" sz="1800" dirty="0">
              <a:solidFill>
                <a:schemeClr val="tx1"/>
              </a:solidFill>
              <a:latin typeface="Arial" panose="020B0604020202020204" pitchFamily="34" charset="0"/>
              <a:ea typeface="ヒラギノ角ゴ Pro W3" panose="020B0300000000000000" pitchFamily="34" charset="-128"/>
              <a:cs typeface="Arial" panose="020B0604020202020204" pitchFamily="34" charset="0"/>
            </a:endParaRPr>
          </a:p>
        </p:txBody>
      </p:sp>
    </p:spTree>
    <p:extLst>
      <p:ext uri="{BB962C8B-B14F-4D97-AF65-F5344CB8AC3E}">
        <p14:creationId xmlns="" xmlns:p14="http://schemas.microsoft.com/office/powerpoint/2010/main" val="1163813000"/>
      </p:ext>
    </p:extLst>
  </p:cSld>
  <p:clrMapOvr>
    <a:masterClrMapping/>
  </p:clrMapOvr>
  <p:transition spd="med">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 xmlns:a16="http://schemas.microsoft.com/office/drawing/2014/main" id="{5B69BE9B-D2F4-A99A-BA1D-6589B4F26E88}"/>
              </a:ext>
            </a:extLst>
          </p:cNvPr>
          <p:cNvSpPr txBox="1"/>
          <p:nvPr/>
        </p:nvSpPr>
        <p:spPr>
          <a:xfrm>
            <a:off x="1159336" y="921148"/>
            <a:ext cx="9956339" cy="7825219"/>
          </a:xfrm>
          <a:prstGeom prst="rect">
            <a:avLst/>
          </a:prstGeom>
          <a:noFill/>
        </p:spPr>
        <p:txBody>
          <a:bodyPr wrap="square">
            <a:spAutoFit/>
          </a:bodyPr>
          <a:lstStyle/>
          <a:p>
            <a:pPr algn="ctr"/>
            <a:r>
              <a:rPr lang="en-NZ" b="1" u="sng" dirty="0" smtClean="0">
                <a:latin typeface="Arial" pitchFamily="34" charset="0"/>
                <a:cs typeface="Arial" pitchFamily="34" charset="0"/>
              </a:rPr>
              <a:t>Assessment 2</a:t>
            </a:r>
          </a:p>
          <a:p>
            <a:endParaRPr lang="en-NZ" dirty="0" smtClean="0">
              <a:latin typeface="Arial" pitchFamily="34" charset="0"/>
              <a:cs typeface="Arial" pitchFamily="34" charset="0"/>
            </a:endParaRPr>
          </a:p>
          <a:p>
            <a:pPr fontAlgn="base">
              <a:buFont typeface="Arial" pitchFamily="34" charset="0"/>
              <a:buChar char="•"/>
            </a:pPr>
            <a:r>
              <a:rPr lang="en-US" sz="2400" dirty="0" smtClean="0">
                <a:latin typeface="Arial" pitchFamily="34" charset="0"/>
                <a:cs typeface="Arial" pitchFamily="34" charset="0"/>
              </a:rPr>
              <a:t>Critically evaluate the role of a business analyst in the chosen </a:t>
            </a:r>
            <a:r>
              <a:rPr lang="en-US" sz="2400" dirty="0" err="1" smtClean="0">
                <a:latin typeface="Arial" pitchFamily="34" charset="0"/>
                <a:cs typeface="Arial" pitchFamily="34" charset="0"/>
              </a:rPr>
              <a:t>organisation</a:t>
            </a:r>
            <a:r>
              <a:rPr lang="en-US" sz="2400" dirty="0" smtClean="0">
                <a:latin typeface="Arial" pitchFamily="34" charset="0"/>
                <a:cs typeface="Arial" pitchFamily="34" charset="0"/>
              </a:rPr>
              <a:t>. </a:t>
            </a:r>
          </a:p>
          <a:p>
            <a:pPr fontAlgn="base">
              <a:buFont typeface="Arial" pitchFamily="34" charset="0"/>
              <a:buChar char="•"/>
            </a:pPr>
            <a:endParaRPr lang="en-US" sz="2400" dirty="0" smtClean="0">
              <a:latin typeface="Arial" pitchFamily="34" charset="0"/>
              <a:cs typeface="Arial" pitchFamily="34" charset="0"/>
            </a:endParaRPr>
          </a:p>
          <a:p>
            <a:pPr fontAlgn="base">
              <a:buFont typeface="Arial" pitchFamily="34" charset="0"/>
              <a:buChar char="•"/>
            </a:pPr>
            <a:r>
              <a:rPr lang="en-US" sz="2400" dirty="0" smtClean="0">
                <a:latin typeface="Arial" pitchFamily="34" charset="0"/>
                <a:cs typeface="Arial" pitchFamily="34" charset="0"/>
              </a:rPr>
              <a:t>Critically </a:t>
            </a:r>
            <a:r>
              <a:rPr lang="en-US" sz="2400" dirty="0" err="1" smtClean="0">
                <a:latin typeface="Arial" pitchFamily="34" charset="0"/>
                <a:cs typeface="Arial" pitchFamily="34" charset="0"/>
              </a:rPr>
              <a:t>analyse</a:t>
            </a:r>
            <a:r>
              <a:rPr lang="en-US" sz="2400" dirty="0" smtClean="0">
                <a:latin typeface="Arial" pitchFamily="34" charset="0"/>
                <a:cs typeface="Arial" pitchFamily="34" charset="0"/>
              </a:rPr>
              <a:t> at least two contemporary </a:t>
            </a:r>
            <a:r>
              <a:rPr lang="en-US" sz="2400" dirty="0" err="1" smtClean="0">
                <a:latin typeface="Arial" pitchFamily="34" charset="0"/>
                <a:cs typeface="Arial" pitchFamily="34" charset="0"/>
              </a:rPr>
              <a:t>organisational</a:t>
            </a:r>
            <a:r>
              <a:rPr lang="en-US" sz="2400" dirty="0" smtClean="0">
                <a:latin typeface="Arial" pitchFamily="34" charset="0"/>
                <a:cs typeface="Arial" pitchFamily="34" charset="0"/>
              </a:rPr>
              <a:t> issues that the </a:t>
            </a:r>
            <a:r>
              <a:rPr lang="en-US" sz="2400" dirty="0" err="1" smtClean="0">
                <a:latin typeface="Arial" pitchFamily="34" charset="0"/>
                <a:cs typeface="Arial" pitchFamily="34" charset="0"/>
              </a:rPr>
              <a:t>organisation</a:t>
            </a:r>
            <a:r>
              <a:rPr lang="en-US" sz="2400" dirty="0" smtClean="0">
                <a:latin typeface="Arial" pitchFamily="34" charset="0"/>
                <a:cs typeface="Arial" pitchFamily="34" charset="0"/>
              </a:rPr>
              <a:t> may face or is currently facing. </a:t>
            </a:r>
          </a:p>
          <a:p>
            <a:pPr fontAlgn="base">
              <a:buFont typeface="Arial" pitchFamily="34" charset="0"/>
              <a:buChar char="•"/>
            </a:pPr>
            <a:endParaRPr lang="en-US" sz="2400" dirty="0" smtClean="0">
              <a:latin typeface="Arial" pitchFamily="34" charset="0"/>
              <a:cs typeface="Arial" pitchFamily="34" charset="0"/>
            </a:endParaRPr>
          </a:p>
          <a:p>
            <a:pPr fontAlgn="base">
              <a:buFont typeface="Arial" pitchFamily="34" charset="0"/>
              <a:buChar char="•"/>
            </a:pPr>
            <a:r>
              <a:rPr lang="en-US" sz="2400" dirty="0" smtClean="0">
                <a:latin typeface="Arial" pitchFamily="34" charset="0"/>
                <a:cs typeface="Arial" pitchFamily="34" charset="0"/>
              </a:rPr>
              <a:t>Critically apply at least two business analysis techniques to evaluate the issues faced by the </a:t>
            </a:r>
            <a:r>
              <a:rPr lang="en-US" sz="2400" dirty="0" err="1" smtClean="0">
                <a:latin typeface="Arial" pitchFamily="34" charset="0"/>
                <a:cs typeface="Arial" pitchFamily="34" charset="0"/>
              </a:rPr>
              <a:t>organisation</a:t>
            </a:r>
            <a:r>
              <a:rPr lang="en-US" sz="2400" dirty="0" smtClean="0">
                <a:latin typeface="Arial" pitchFamily="34" charset="0"/>
                <a:cs typeface="Arial" pitchFamily="34" charset="0"/>
              </a:rPr>
              <a:t>. </a:t>
            </a:r>
          </a:p>
          <a:p>
            <a:pPr fontAlgn="base">
              <a:buFont typeface="Arial" pitchFamily="34" charset="0"/>
              <a:buChar char="•"/>
            </a:pPr>
            <a:endParaRPr lang="en-US" sz="2400" dirty="0" smtClean="0">
              <a:latin typeface="Arial" pitchFamily="34" charset="0"/>
              <a:cs typeface="Arial" pitchFamily="34" charset="0"/>
            </a:endParaRPr>
          </a:p>
          <a:p>
            <a:pPr fontAlgn="base">
              <a:buFont typeface="Arial" pitchFamily="34" charset="0"/>
              <a:buChar char="•"/>
            </a:pPr>
            <a:r>
              <a:rPr lang="en-US" sz="2400" dirty="0" smtClean="0">
                <a:latin typeface="Arial" pitchFamily="34" charset="0"/>
                <a:cs typeface="Arial" pitchFamily="34" charset="0"/>
              </a:rPr>
              <a:t>Propose and critically justify the alignment of solutions to the issues with the </a:t>
            </a:r>
            <a:r>
              <a:rPr lang="en-US" sz="2400" dirty="0" err="1" smtClean="0">
                <a:latin typeface="Arial" pitchFamily="34" charset="0"/>
                <a:cs typeface="Arial" pitchFamily="34" charset="0"/>
              </a:rPr>
              <a:t>organisation’s</a:t>
            </a:r>
            <a:r>
              <a:rPr lang="en-US" sz="2400" dirty="0" smtClean="0">
                <a:latin typeface="Arial" pitchFamily="34" charset="0"/>
                <a:cs typeface="Arial" pitchFamily="34" charset="0"/>
              </a:rPr>
              <a:t> strategic goals. </a:t>
            </a:r>
          </a:p>
          <a:p>
            <a:endParaRPr lang="en-NZ" dirty="0" smtClean="0">
              <a:latin typeface="Arial" pitchFamily="34" charset="0"/>
              <a:cs typeface="Arial" pitchFamily="34" charset="0"/>
            </a:endParaRPr>
          </a:p>
          <a:p>
            <a:pPr>
              <a:buFont typeface="Arial" pitchFamily="34" charset="0"/>
              <a:buChar char="•"/>
            </a:pPr>
            <a:endParaRPr lang="en-NZ" dirty="0" smtClean="0">
              <a:latin typeface="Arial" pitchFamily="34" charset="0"/>
              <a:cs typeface="Arial" pitchFamily="34" charset="0"/>
            </a:endParaRPr>
          </a:p>
          <a:p>
            <a:endParaRPr lang="en-US" dirty="0" smtClean="0">
              <a:latin typeface="Arial" pitchFamily="34" charset="0"/>
              <a:cs typeface="Arial" pitchFamily="34" charset="0"/>
            </a:endParaRPr>
          </a:p>
          <a:p>
            <a:endParaRPr lang="en-US" b="1" dirty="0" smtClean="0">
              <a:latin typeface="Arial" pitchFamily="34" charset="0"/>
              <a:cs typeface="Arial" pitchFamily="34" charset="0"/>
            </a:endParaRPr>
          </a:p>
          <a:p>
            <a:r>
              <a:rPr lang="en-US" b="1" dirty="0" smtClean="0">
                <a:latin typeface="Arial" pitchFamily="34" charset="0"/>
                <a:cs typeface="Arial" pitchFamily="34" charset="0"/>
              </a:rPr>
              <a:t> </a:t>
            </a:r>
          </a:p>
          <a:p>
            <a:endParaRPr lang="en-US" dirty="0" smtClean="0">
              <a:latin typeface="Arial" pitchFamily="34" charset="0"/>
              <a:cs typeface="Arial" pitchFamily="34" charset="0"/>
            </a:endParaRPr>
          </a:p>
          <a:p>
            <a:r>
              <a:rPr lang="en-US" dirty="0" smtClean="0"/>
              <a:t>.</a:t>
            </a:r>
          </a:p>
          <a:p>
            <a:pPr marL="342900" indent="-342900"/>
            <a:endParaRPr lang="en-US" altLang="zh-CN" dirty="0" smtClean="0">
              <a:latin typeface="Arial" panose="020B0604020202020204" pitchFamily="34" charset="0"/>
              <a:ea typeface="ヒラギノ角ゴ Pro W3" panose="020B0300000000000000" pitchFamily="34" charset="-128"/>
              <a:cs typeface="Arial" panose="020B0604020202020204" pitchFamily="34" charset="0"/>
            </a:endParaRPr>
          </a:p>
          <a:p>
            <a:endParaRPr lang="en-NZ" altLang="zh-CN" dirty="0" smtClean="0">
              <a:latin typeface="Arial" panose="020B0604020202020204" pitchFamily="34" charset="0"/>
              <a:ea typeface="ヒラギノ角ゴ Pro W3" panose="020B0300000000000000" pitchFamily="34" charset="-128"/>
              <a:cs typeface="Arial" panose="020B0604020202020204" pitchFamily="34" charset="0"/>
            </a:endParaRPr>
          </a:p>
          <a:p>
            <a:endParaRPr lang="en-NZ" altLang="zh-CN" dirty="0" smtClean="0">
              <a:latin typeface="Arial" panose="020B0604020202020204" pitchFamily="34" charset="0"/>
              <a:ea typeface="ヒラギノ角ゴ Pro W3" panose="020B0300000000000000" pitchFamily="34" charset="-128"/>
              <a:cs typeface="Arial" panose="020B0604020202020204" pitchFamily="34" charset="0"/>
            </a:endParaRPr>
          </a:p>
          <a:p>
            <a:pPr marL="0" indent="0">
              <a:lnSpc>
                <a:spcPct val="125000"/>
              </a:lnSpc>
              <a:spcBef>
                <a:spcPts val="0"/>
              </a:spcBef>
              <a:buNone/>
            </a:pPr>
            <a:r>
              <a:rPr lang="en-NZ" altLang="zh-CN" sz="1800" dirty="0" smtClean="0">
                <a:solidFill>
                  <a:schemeClr val="tx1"/>
                </a:solidFill>
                <a:latin typeface="Arial" panose="020B0604020202020204" pitchFamily="34" charset="0"/>
                <a:ea typeface="ヒラギノ角ゴ Pro W3" panose="020B0300000000000000" pitchFamily="34" charset="-128"/>
                <a:cs typeface="Arial" panose="020B0604020202020204" pitchFamily="34" charset="0"/>
              </a:rPr>
              <a:t> </a:t>
            </a:r>
            <a:endParaRPr lang="en-US" altLang="zh-CN" sz="1800" dirty="0">
              <a:solidFill>
                <a:schemeClr val="tx1"/>
              </a:solidFill>
              <a:latin typeface="Arial" panose="020B0604020202020204" pitchFamily="34" charset="0"/>
              <a:ea typeface="ヒラギノ角ゴ Pro W3" panose="020B0300000000000000" pitchFamily="34" charset="-128"/>
              <a:cs typeface="Arial" panose="020B0604020202020204" pitchFamily="34" charset="0"/>
            </a:endParaRPr>
          </a:p>
        </p:txBody>
      </p:sp>
    </p:spTree>
    <p:extLst>
      <p:ext uri="{BB962C8B-B14F-4D97-AF65-F5344CB8AC3E}">
        <p14:creationId xmlns="" xmlns:p14="http://schemas.microsoft.com/office/powerpoint/2010/main" val="1163813000"/>
      </p:ext>
    </p:extLst>
  </p:cSld>
  <p:clrMapOvr>
    <a:masterClrMapping/>
  </p:clrMapOvr>
  <p:transition spd="med">
    <p:fade/>
  </p:transition>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870D3BA86E6BE4F8997A1E0DEEA3090" ma:contentTypeVersion="3" ma:contentTypeDescription="Create a new document." ma:contentTypeScope="" ma:versionID="f63ccfd2d90a5609d7b357da731e02ed">
  <xsd:schema xmlns:xsd="http://www.w3.org/2001/XMLSchema" xmlns:xs="http://www.w3.org/2001/XMLSchema" xmlns:p="http://schemas.microsoft.com/office/2006/metadata/properties" xmlns:ns2="ebad6200-df3b-4540-884d-ea21679cb150" targetNamespace="http://schemas.microsoft.com/office/2006/metadata/properties" ma:root="true" ma:fieldsID="4ad93bd7910780605ac07ea20a1b8420" ns2:_="">
    <xsd:import namespace="ebad6200-df3b-4540-884d-ea21679cb150"/>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bad6200-df3b-4540-884d-ea21679cb15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2555087-13D6-431B-88A7-F4AD3D380608}"/>
</file>

<file path=customXml/itemProps2.xml><?xml version="1.0" encoding="utf-8"?>
<ds:datastoreItem xmlns:ds="http://schemas.openxmlformats.org/officeDocument/2006/customXml" ds:itemID="{F16DC94D-EF0C-40F1-BF42-91A5C013DA1C}"/>
</file>

<file path=customXml/itemProps3.xml><?xml version="1.0" encoding="utf-8"?>
<ds:datastoreItem xmlns:ds="http://schemas.openxmlformats.org/officeDocument/2006/customXml" ds:itemID="{7754F422-A969-4407-ACFD-F0CFC9A70112}"/>
</file>

<file path=docProps/app.xml><?xml version="1.0" encoding="utf-8"?>
<Properties xmlns="http://schemas.openxmlformats.org/officeDocument/2006/extended-properties" xmlns:vt="http://schemas.openxmlformats.org/officeDocument/2006/docPropsVTypes">
  <Template>Organic</Template>
  <TotalTime>6805</TotalTime>
  <Words>761</Words>
  <Application>Microsoft Office PowerPoint</Application>
  <PresentationFormat>Custom</PresentationFormat>
  <Paragraphs>196</Paragraphs>
  <Slides>19</Slides>
  <Notes>12</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Organic</vt:lpstr>
      <vt:lpstr>MAMC01901 Business Analysis</vt:lpstr>
      <vt:lpstr>Agenda</vt:lpstr>
      <vt:lpstr>View of an organisation</vt:lpstr>
      <vt:lpstr>Business Process Modelling</vt:lpstr>
      <vt:lpstr>Business Process Modelling</vt:lpstr>
      <vt:lpstr>Process Management Cycle</vt:lpstr>
      <vt:lpstr>Example</vt:lpstr>
      <vt:lpstr>The core elements of a process </vt:lpstr>
      <vt:lpstr>Start event </vt:lpstr>
      <vt:lpstr>End Event </vt:lpstr>
      <vt:lpstr>Tasks </vt:lpstr>
      <vt:lpstr>Sequence flow</vt:lpstr>
      <vt:lpstr>Exclusive (XOR) gateway</vt:lpstr>
      <vt:lpstr>Lanes</vt:lpstr>
      <vt:lpstr>Example</vt:lpstr>
      <vt:lpstr>Slide 16</vt:lpstr>
      <vt:lpstr>Slide 17</vt:lpstr>
      <vt:lpstr>Slide 18</vt:lpstr>
      <vt:lpstr>Slide 19</vt:lpstr>
    </vt:vector>
  </TitlesOfParts>
  <Company>Otago Polytechnic</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MAMC01901 Business Analysis</dc:title>
  <dc:creator>Shikha Shethia</dc:creator>
  <cp:lastModifiedBy>Hewlett-Packard Company</cp:lastModifiedBy>
  <cp:revision>311</cp:revision>
  <dcterms:created xsi:type="dcterms:W3CDTF">2025-04-24T00:48:25Z</dcterms:created>
  <dcterms:modified xsi:type="dcterms:W3CDTF">2025-06-02T11:47:15Z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0x0101006870D3BA86E6BE4F8997A1E0DEEA3090</vt:lpwstr>
  </property>
</Properties>
</file>