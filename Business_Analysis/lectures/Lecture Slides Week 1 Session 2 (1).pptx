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1"/>
  </p:notesMasterIdLst>
  <p:sldIdLst>
    <p:sldId id="257" r:id="rId5"/>
    <p:sldId id="378" r:id="rId6"/>
    <p:sldId id="377" r:id="rId7"/>
    <p:sldId id="384" r:id="rId8"/>
    <p:sldId id="397" r:id="rId9"/>
    <p:sldId id="385" r:id="rId10"/>
    <p:sldId id="386" r:id="rId11"/>
    <p:sldId id="387" r:id="rId12"/>
    <p:sldId id="391" r:id="rId13"/>
    <p:sldId id="392" r:id="rId14"/>
    <p:sldId id="393" r:id="rId15"/>
    <p:sldId id="394" r:id="rId16"/>
    <p:sldId id="395" r:id="rId17"/>
    <p:sldId id="396" r:id="rId18"/>
    <p:sldId id="370" r:id="rId19"/>
    <p:sldId id="383"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34BFCB-B039-5141-BE70-6D1B1D3C2E13}" v="2" dt="2025-04-30T22:55:16.140"/>
    <p1510:client id="{CA04CF83-8DC8-1F71-3D25-9E6E5FB7F346}" v="11" dt="2025-04-30T20:11:18.400"/>
    <p1510:client id="{E238137D-F00A-9FEE-5AE1-BD5948FC2C6D}" v="3" dt="2025-04-30T23:58:50.5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kha Shethia" userId="S::shikha.shethia@futureskills.co.nz::18e3e2a2-0349-4937-a54d-b40040399c9e" providerId="AD" clId="Web-{CA04CF83-8DC8-1F71-3D25-9E6E5FB7F346}"/>
    <pc:docChg chg="modSld">
      <pc:chgData name="Shikha Shethia" userId="S::shikha.shethia@futureskills.co.nz::18e3e2a2-0349-4937-a54d-b40040399c9e" providerId="AD" clId="Web-{CA04CF83-8DC8-1F71-3D25-9E6E5FB7F346}" dt="2025-04-30T20:11:18.244" v="8" actId="20577"/>
      <pc:docMkLst>
        <pc:docMk/>
      </pc:docMkLst>
      <pc:sldChg chg="modSp">
        <pc:chgData name="Shikha Shethia" userId="S::shikha.shethia@futureskills.co.nz::18e3e2a2-0349-4937-a54d-b40040399c9e" providerId="AD" clId="Web-{CA04CF83-8DC8-1F71-3D25-9E6E5FB7F346}" dt="2025-04-30T20:11:18.244" v="8" actId="20577"/>
        <pc:sldMkLst>
          <pc:docMk/>
          <pc:sldMk cId="1163813000" sldId="397"/>
        </pc:sldMkLst>
        <pc:spChg chg="mod">
          <ac:chgData name="Shikha Shethia" userId="S::shikha.shethia@futureskills.co.nz::18e3e2a2-0349-4937-a54d-b40040399c9e" providerId="AD" clId="Web-{CA04CF83-8DC8-1F71-3D25-9E6E5FB7F346}" dt="2025-04-30T20:11:18.244" v="8" actId="20577"/>
          <ac:spMkLst>
            <pc:docMk/>
            <pc:sldMk cId="1163813000" sldId="397"/>
            <ac:spMk id="6" creationId="{5B69BE9B-D2F4-A99A-BA1D-6589B4F26E88}"/>
          </ac:spMkLst>
        </pc:spChg>
      </pc:sldChg>
    </pc:docChg>
  </pc:docChgLst>
  <pc:docChgLst>
    <pc:chgData name="Shikha Shethia" userId="47b3a058-8704-435c-a672-d87d78778a28" providerId="ADAL" clId="{11F1F5B0-91AD-4C9D-AB4F-65086B192639}"/>
    <pc:docChg chg="undo redo custSel addSld delSld modSld sldOrd">
      <pc:chgData name="Shikha Shethia" userId="47b3a058-8704-435c-a672-d87d78778a28" providerId="ADAL" clId="{11F1F5B0-91AD-4C9D-AB4F-65086B192639}" dt="2025-04-24T05:18:43.374" v="1951" actId="1076"/>
      <pc:docMkLst>
        <pc:docMk/>
      </pc:docMkLst>
      <pc:sldChg chg="addSp delSp modSp mod setBg delDesignElem">
        <pc:chgData name="Shikha Shethia" userId="47b3a058-8704-435c-a672-d87d78778a28" providerId="ADAL" clId="{11F1F5B0-91AD-4C9D-AB4F-65086B192639}" dt="2025-04-24T05:18:43.374" v="1951" actId="1076"/>
        <pc:sldMkLst>
          <pc:docMk/>
          <pc:sldMk cId="1541530555" sldId="257"/>
        </pc:sldMkLst>
        <pc:spChg chg="mod">
          <ac:chgData name="Shikha Shethia" userId="47b3a058-8704-435c-a672-d87d78778a28" providerId="ADAL" clId="{11F1F5B0-91AD-4C9D-AB4F-65086B192639}" dt="2025-04-24T00:59:43.706" v="71" actId="26606"/>
          <ac:spMkLst>
            <pc:docMk/>
            <pc:sldMk cId="1541530555" sldId="257"/>
            <ac:spMk id="2" creationId="{49BBFCA9-33B3-1540-904F-A1E7F6D079F4}"/>
          </ac:spMkLst>
        </pc:spChg>
        <pc:spChg chg="mod">
          <ac:chgData name="Shikha Shethia" userId="47b3a058-8704-435c-a672-d87d78778a28" providerId="ADAL" clId="{11F1F5B0-91AD-4C9D-AB4F-65086B192639}" dt="2025-04-24T00:59:43.706" v="71" actId="26606"/>
          <ac:spMkLst>
            <pc:docMk/>
            <pc:sldMk cId="1541530555" sldId="257"/>
            <ac:spMk id="3" creationId="{AC93C8EE-593C-F74F-990D-83AA3B6C8156}"/>
          </ac:spMkLst>
        </pc:spChg>
        <pc:spChg chg="add">
          <ac:chgData name="Shikha Shethia" userId="47b3a058-8704-435c-a672-d87d78778a28" providerId="ADAL" clId="{11F1F5B0-91AD-4C9D-AB4F-65086B192639}" dt="2025-04-24T00:59:43.706" v="71" actId="26606"/>
          <ac:spMkLst>
            <pc:docMk/>
            <pc:sldMk cId="1541530555" sldId="257"/>
            <ac:spMk id="2052" creationId="{8B226A40-22CC-40E5-9EC4-5163536C62A0}"/>
          </ac:spMkLst>
        </pc:spChg>
        <pc:spChg chg="del">
          <ac:chgData name="Shikha Shethia" userId="47b3a058-8704-435c-a672-d87d78778a28" providerId="ADAL" clId="{11F1F5B0-91AD-4C9D-AB4F-65086B192639}" dt="2025-04-24T00:59:28.936" v="69"/>
          <ac:spMkLst>
            <pc:docMk/>
            <pc:sldMk cId="1541530555" sldId="257"/>
            <ac:spMk id="2055" creationId="{932495F0-C5CB-4823-AE70-EED61EBAB1BD}"/>
          </ac:spMkLst>
        </pc:spChg>
        <pc:spChg chg="del">
          <ac:chgData name="Shikha Shethia" userId="47b3a058-8704-435c-a672-d87d78778a28" providerId="ADAL" clId="{11F1F5B0-91AD-4C9D-AB4F-65086B192639}" dt="2025-04-24T00:59:28.936" v="69"/>
          <ac:spMkLst>
            <pc:docMk/>
            <pc:sldMk cId="1541530555" sldId="257"/>
            <ac:spMk id="2057" creationId="{CB8B9C25-D80D-48EC-B83A-231219A80C3F}"/>
          </ac:spMkLst>
        </pc:spChg>
        <pc:spChg chg="del">
          <ac:chgData name="Shikha Shethia" userId="47b3a058-8704-435c-a672-d87d78778a28" providerId="ADAL" clId="{11F1F5B0-91AD-4C9D-AB4F-65086B192639}" dt="2025-04-24T00:59:28.936" v="69"/>
          <ac:spMkLst>
            <pc:docMk/>
            <pc:sldMk cId="1541530555" sldId="257"/>
            <ac:spMk id="2059" creationId="{601CC70B-8875-45A1-8AFD-7D546E3C0C16}"/>
          </ac:spMkLst>
        </pc:spChg>
        <pc:spChg chg="add">
          <ac:chgData name="Shikha Shethia" userId="47b3a058-8704-435c-a672-d87d78778a28" providerId="ADAL" clId="{11F1F5B0-91AD-4C9D-AB4F-65086B192639}" dt="2025-04-24T00:59:43.706" v="71" actId="26606"/>
          <ac:spMkLst>
            <pc:docMk/>
            <pc:sldMk cId="1541530555" sldId="257"/>
            <ac:spMk id="2063" creationId="{9D2CA3DB-2141-4DE2-9F8A-9E5561DDFDA7}"/>
          </ac:spMkLst>
        </pc:spChg>
        <pc:grpChg chg="add">
          <ac:chgData name="Shikha Shethia" userId="47b3a058-8704-435c-a672-d87d78778a28" providerId="ADAL" clId="{11F1F5B0-91AD-4C9D-AB4F-65086B192639}" dt="2025-04-24T00:59:43.706" v="71" actId="26606"/>
          <ac:grpSpMkLst>
            <pc:docMk/>
            <pc:sldMk cId="1541530555" sldId="257"/>
            <ac:grpSpMk id="2053" creationId="{6BB9B7D3-101C-4F55-A956-62DA4AAD40E3}"/>
          </ac:grpSpMkLst>
        </pc:grpChg>
        <pc:picChg chg="del mod">
          <ac:chgData name="Shikha Shethia" userId="47b3a058-8704-435c-a672-d87d78778a28" providerId="ADAL" clId="{11F1F5B0-91AD-4C9D-AB4F-65086B192639}" dt="2025-04-24T05:18:25.926" v="1943" actId="478"/>
          <ac:picMkLst>
            <pc:docMk/>
            <pc:sldMk cId="1541530555" sldId="257"/>
            <ac:picMk id="4" creationId="{B8DD4FC0-4B6E-AE74-AA45-AE99A3F6ED03}"/>
          </ac:picMkLst>
        </pc:picChg>
        <pc:picChg chg="add mod">
          <ac:chgData name="Shikha Shethia" userId="47b3a058-8704-435c-a672-d87d78778a28" providerId="ADAL" clId="{11F1F5B0-91AD-4C9D-AB4F-65086B192639}" dt="2025-04-24T05:18:43.374" v="1951" actId="1076"/>
          <ac:picMkLst>
            <pc:docMk/>
            <pc:sldMk cId="1541530555" sldId="257"/>
            <ac:picMk id="6" creationId="{0747DBC0-6181-FB00-4C94-606735BE6CEA}"/>
          </ac:picMkLst>
        </pc:picChg>
        <pc:picChg chg="mod">
          <ac:chgData name="Shikha Shethia" userId="47b3a058-8704-435c-a672-d87d78778a28" providerId="ADAL" clId="{11F1F5B0-91AD-4C9D-AB4F-65086B192639}" dt="2025-04-24T00:59:43.706" v="71" actId="26606"/>
          <ac:picMkLst>
            <pc:docMk/>
            <pc:sldMk cId="1541530555" sldId="257"/>
            <ac:picMk id="2050" creationId="{B262EEE1-457B-56DE-8B21-312BA4D4F998}"/>
          </ac:picMkLst>
        </pc:picChg>
        <pc:cxnChg chg="add">
          <ac:chgData name="Shikha Shethia" userId="47b3a058-8704-435c-a672-d87d78778a28" providerId="ADAL" clId="{11F1F5B0-91AD-4C9D-AB4F-65086B192639}" dt="2025-04-24T00:59:43.706" v="71" actId="26606"/>
          <ac:cxnSpMkLst>
            <pc:docMk/>
            <pc:sldMk cId="1541530555" sldId="257"/>
            <ac:cxnSpMk id="2065" creationId="{1214B64F-D291-4308-B071-A2678ED782A7}"/>
          </ac:cxnSpMkLst>
        </pc:cxnChg>
      </pc:sldChg>
      <pc:sldChg chg="addSp delSp modSp add mod setBg delDesignElem">
        <pc:chgData name="Shikha Shethia" userId="47b3a058-8704-435c-a672-d87d78778a28" providerId="ADAL" clId="{11F1F5B0-91AD-4C9D-AB4F-65086B192639}" dt="2025-04-24T01:06:50.098" v="162"/>
        <pc:sldMkLst>
          <pc:docMk/>
          <pc:sldMk cId="182643743" sldId="352"/>
        </pc:sldMkLst>
        <pc:spChg chg="add">
          <ac:chgData name="Shikha Shethia" userId="47b3a058-8704-435c-a672-d87d78778a28" providerId="ADAL" clId="{11F1F5B0-91AD-4C9D-AB4F-65086B192639}" dt="2025-04-24T01:05:56.498" v="136"/>
          <ac:spMkLst>
            <pc:docMk/>
            <pc:sldMk cId="182643743" sldId="352"/>
            <ac:spMk id="2" creationId="{EBADADE2-54D2-483A-3158-680925E05FC9}"/>
          </ac:spMkLst>
        </pc:spChg>
        <pc:spChg chg="add mod">
          <ac:chgData name="Shikha Shethia" userId="47b3a058-8704-435c-a672-d87d78778a28" providerId="ADAL" clId="{11F1F5B0-91AD-4C9D-AB4F-65086B192639}" dt="2025-04-24T01:06:00.744" v="138"/>
          <ac:spMkLst>
            <pc:docMk/>
            <pc:sldMk cId="182643743" sldId="352"/>
            <ac:spMk id="3" creationId="{E5784101-5046-3A25-A441-49BCBB1DDF09}"/>
          </ac:spMkLst>
        </pc:spChg>
        <pc:spChg chg="add">
          <ac:chgData name="Shikha Shethia" userId="47b3a058-8704-435c-a672-d87d78778a28" providerId="ADAL" clId="{11F1F5B0-91AD-4C9D-AB4F-65086B192639}" dt="2025-04-24T01:06:20.481" v="142"/>
          <ac:spMkLst>
            <pc:docMk/>
            <pc:sldMk cId="182643743" sldId="352"/>
            <ac:spMk id="4" creationId="{21E5877E-140B-BCA4-C703-9EDF3B054BF8}"/>
          </ac:spMkLst>
        </pc:spChg>
        <pc:spChg chg="mod">
          <ac:chgData name="Shikha Shethia" userId="47b3a058-8704-435c-a672-d87d78778a28" providerId="ADAL" clId="{11F1F5B0-91AD-4C9D-AB4F-65086B192639}" dt="2025-04-24T01:06:50.098" v="162"/>
          <ac:spMkLst>
            <pc:docMk/>
            <pc:sldMk cId="182643743" sldId="352"/>
            <ac:spMk id="6" creationId="{5B69BE9B-D2F4-A99A-BA1D-6589B4F26E88}"/>
          </ac:spMkLst>
        </pc:spChg>
        <pc:spChg chg="add">
          <ac:chgData name="Shikha Shethia" userId="47b3a058-8704-435c-a672-d87d78778a28" providerId="ADAL" clId="{11F1F5B0-91AD-4C9D-AB4F-65086B192639}" dt="2025-04-24T01:06:24.141" v="145"/>
          <ac:spMkLst>
            <pc:docMk/>
            <pc:sldMk cId="182643743" sldId="352"/>
            <ac:spMk id="7" creationId="{63752443-4068-CF23-33E8-FB4E9F766698}"/>
          </ac:spMkLst>
        </pc:spChg>
        <pc:spChg chg="del">
          <ac:chgData name="Shikha Shethia" userId="47b3a058-8704-435c-a672-d87d78778a28" providerId="ADAL" clId="{11F1F5B0-91AD-4C9D-AB4F-65086B192639}" dt="2025-04-24T01:04:17.339" v="98"/>
          <ac:spMkLst>
            <pc:docMk/>
            <pc:sldMk cId="182643743" sldId="352"/>
            <ac:spMk id="250890" creationId="{22AC0F86-9A78-4E84-A4B4-ADB8B2629A0C}"/>
          </ac:spMkLst>
        </pc:spChg>
        <pc:spChg chg="del">
          <ac:chgData name="Shikha Shethia" userId="47b3a058-8704-435c-a672-d87d78778a28" providerId="ADAL" clId="{11F1F5B0-91AD-4C9D-AB4F-65086B192639}" dt="2025-04-24T01:04:17.339" v="98"/>
          <ac:spMkLst>
            <pc:docMk/>
            <pc:sldMk cId="182643743" sldId="352"/>
            <ac:spMk id="250898" creationId="{69A54E25-1C05-48E5-A5CC-3778C1D3632D}"/>
          </ac:spMkLst>
        </pc:spChg>
        <pc:grpChg chg="del">
          <ac:chgData name="Shikha Shethia" userId="47b3a058-8704-435c-a672-d87d78778a28" providerId="ADAL" clId="{11F1F5B0-91AD-4C9D-AB4F-65086B192639}" dt="2025-04-24T01:04:17.339" v="98"/>
          <ac:grpSpMkLst>
            <pc:docMk/>
            <pc:sldMk cId="182643743" sldId="352"/>
            <ac:grpSpMk id="250892" creationId="{4AF78B9E-8BE2-4706-9377-A05FA25ABABF}"/>
          </ac:grpSpMkLst>
        </pc:grpChg>
        <pc:cxnChg chg="del">
          <ac:chgData name="Shikha Shethia" userId="47b3a058-8704-435c-a672-d87d78778a28" providerId="ADAL" clId="{11F1F5B0-91AD-4C9D-AB4F-65086B192639}" dt="2025-04-24T01:04:17.339" v="98"/>
          <ac:cxnSpMkLst>
            <pc:docMk/>
            <pc:sldMk cId="182643743" sldId="352"/>
            <ac:cxnSpMk id="250900" creationId="{0E5D0023-B23E-4823-8D72-B07FFF8CAE96}"/>
          </ac:cxnSpMkLst>
        </pc:cxnChg>
      </pc:sldChg>
      <pc:sldChg chg="delSp modSp add mod modAnim">
        <pc:chgData name="Shikha Shethia" userId="47b3a058-8704-435c-a672-d87d78778a28" providerId="ADAL" clId="{11F1F5B0-91AD-4C9D-AB4F-65086B192639}" dt="2025-04-24T01:51:12.398" v="640" actId="20577"/>
        <pc:sldMkLst>
          <pc:docMk/>
          <pc:sldMk cId="2223899082" sldId="353"/>
        </pc:sldMkLst>
        <pc:spChg chg="del">
          <ac:chgData name="Shikha Shethia" userId="47b3a058-8704-435c-a672-d87d78778a28" providerId="ADAL" clId="{11F1F5B0-91AD-4C9D-AB4F-65086B192639}" dt="2025-04-24T01:47:35.158" v="580" actId="478"/>
          <ac:spMkLst>
            <pc:docMk/>
            <pc:sldMk cId="2223899082" sldId="353"/>
            <ac:spMk id="2" creationId="{165F855A-86B0-A538-10F7-59C0B927DEDB}"/>
          </ac:spMkLst>
        </pc:spChg>
        <pc:spChg chg="mod">
          <ac:chgData name="Shikha Shethia" userId="47b3a058-8704-435c-a672-d87d78778a28" providerId="ADAL" clId="{11F1F5B0-91AD-4C9D-AB4F-65086B192639}" dt="2025-04-24T01:51:12.398" v="640" actId="20577"/>
          <ac:spMkLst>
            <pc:docMk/>
            <pc:sldMk cId="2223899082" sldId="353"/>
            <ac:spMk id="15363" creationId="{063053B2-E4CB-634B-ADDC-4BF2E076FB9E}"/>
          </ac:spMkLst>
        </pc:spChg>
      </pc:sldChg>
      <pc:sldChg chg="delSp modSp add mod">
        <pc:chgData name="Shikha Shethia" userId="47b3a058-8704-435c-a672-d87d78778a28" providerId="ADAL" clId="{11F1F5B0-91AD-4C9D-AB4F-65086B192639}" dt="2025-04-24T02:31:58.386" v="873" actId="20577"/>
        <pc:sldMkLst>
          <pc:docMk/>
          <pc:sldMk cId="3754895526" sldId="358"/>
        </pc:sldMkLst>
        <pc:spChg chg="mod">
          <ac:chgData name="Shikha Shethia" userId="47b3a058-8704-435c-a672-d87d78778a28" providerId="ADAL" clId="{11F1F5B0-91AD-4C9D-AB4F-65086B192639}" dt="2025-04-24T02:04:26.604" v="713" actId="1076"/>
          <ac:spMkLst>
            <pc:docMk/>
            <pc:sldMk cId="3754895526" sldId="358"/>
            <ac:spMk id="2" creationId="{A5EAF141-2172-B431-996F-EA66C23FD5B8}"/>
          </ac:spMkLst>
        </pc:spChg>
        <pc:spChg chg="mod">
          <ac:chgData name="Shikha Shethia" userId="47b3a058-8704-435c-a672-d87d78778a28" providerId="ADAL" clId="{11F1F5B0-91AD-4C9D-AB4F-65086B192639}" dt="2025-04-24T02:31:58.386" v="873" actId="20577"/>
          <ac:spMkLst>
            <pc:docMk/>
            <pc:sldMk cId="3754895526" sldId="358"/>
            <ac:spMk id="3" creationId="{DC6AD25E-4E5A-C7AB-76B4-708E1F02EFC2}"/>
          </ac:spMkLst>
        </pc:spChg>
        <pc:picChg chg="del">
          <ac:chgData name="Shikha Shethia" userId="47b3a058-8704-435c-a672-d87d78778a28" providerId="ADAL" clId="{11F1F5B0-91AD-4C9D-AB4F-65086B192639}" dt="2025-04-24T02:04:16.243" v="711" actId="478"/>
          <ac:picMkLst>
            <pc:docMk/>
            <pc:sldMk cId="3754895526" sldId="358"/>
            <ac:picMk id="2050" creationId="{84C23FF7-99C5-7983-6985-ABD1EF6CEA2A}"/>
          </ac:picMkLst>
        </pc:picChg>
      </pc:sldChg>
      <pc:sldChg chg="delSp modSp add mod setBg">
        <pc:chgData name="Shikha Shethia" userId="47b3a058-8704-435c-a672-d87d78778a28" providerId="ADAL" clId="{11F1F5B0-91AD-4C9D-AB4F-65086B192639}" dt="2025-04-24T04:25:13.527" v="1405" actId="478"/>
        <pc:sldMkLst>
          <pc:docMk/>
          <pc:sldMk cId="2923676125" sldId="366"/>
        </pc:sldMkLst>
        <pc:spChg chg="del">
          <ac:chgData name="Shikha Shethia" userId="47b3a058-8704-435c-a672-d87d78778a28" providerId="ADAL" clId="{11F1F5B0-91AD-4C9D-AB4F-65086B192639}" dt="2025-04-24T04:25:13.527" v="1405" actId="478"/>
          <ac:spMkLst>
            <pc:docMk/>
            <pc:sldMk cId="2923676125" sldId="366"/>
            <ac:spMk id="4" creationId="{DAAE63B3-FC5B-7E70-031D-AB55B5BDCE4E}"/>
          </ac:spMkLst>
        </pc:spChg>
        <pc:spChg chg="mod">
          <ac:chgData name="Shikha Shethia" userId="47b3a058-8704-435c-a672-d87d78778a28" providerId="ADAL" clId="{11F1F5B0-91AD-4C9D-AB4F-65086B192639}" dt="2025-04-24T04:24:59.566" v="1401" actId="20577"/>
          <ac:spMkLst>
            <pc:docMk/>
            <pc:sldMk cId="2923676125" sldId="366"/>
            <ac:spMk id="5" creationId="{5AA11C9F-4B32-8551-3D89-5F932A25E698}"/>
          </ac:spMkLst>
        </pc:spChg>
        <pc:spChg chg="del">
          <ac:chgData name="Shikha Shethia" userId="47b3a058-8704-435c-a672-d87d78778a28" providerId="ADAL" clId="{11F1F5B0-91AD-4C9D-AB4F-65086B192639}" dt="2025-04-24T04:25:09.096" v="1403" actId="478"/>
          <ac:spMkLst>
            <pc:docMk/>
            <pc:sldMk cId="2923676125" sldId="366"/>
            <ac:spMk id="6" creationId="{6957CA81-8BFC-A568-9BDD-1D7D31F06160}"/>
          </ac:spMkLst>
        </pc:spChg>
        <pc:spChg chg="del">
          <ac:chgData name="Shikha Shethia" userId="47b3a058-8704-435c-a672-d87d78778a28" providerId="ADAL" clId="{11F1F5B0-91AD-4C9D-AB4F-65086B192639}" dt="2025-04-24T04:25:11.515" v="1404" actId="478"/>
          <ac:spMkLst>
            <pc:docMk/>
            <pc:sldMk cId="2923676125" sldId="366"/>
            <ac:spMk id="7" creationId="{2B3F5B43-64D4-E039-989A-C720A03AFF2D}"/>
          </ac:spMkLst>
        </pc:spChg>
        <pc:picChg chg="del">
          <ac:chgData name="Shikha Shethia" userId="47b3a058-8704-435c-a672-d87d78778a28" providerId="ADAL" clId="{11F1F5B0-91AD-4C9D-AB4F-65086B192639}" dt="2025-04-24T04:25:06.556" v="1402" actId="478"/>
          <ac:picMkLst>
            <pc:docMk/>
            <pc:sldMk cId="2923676125" sldId="366"/>
            <ac:picMk id="3" creationId="{9B34CDBC-59AD-3130-218F-DB17645F86CB}"/>
          </ac:picMkLst>
        </pc:picChg>
      </pc:sldChg>
      <pc:sldChg chg="modSp add mod">
        <pc:chgData name="Shikha Shethia" userId="47b3a058-8704-435c-a672-d87d78778a28" providerId="ADAL" clId="{11F1F5B0-91AD-4C9D-AB4F-65086B192639}" dt="2025-04-24T05:02:46.835" v="1836" actId="20577"/>
        <pc:sldMkLst>
          <pc:docMk/>
          <pc:sldMk cId="1019494680" sldId="370"/>
        </pc:sldMkLst>
        <pc:spChg chg="mod">
          <ac:chgData name="Shikha Shethia" userId="47b3a058-8704-435c-a672-d87d78778a28" providerId="ADAL" clId="{11F1F5B0-91AD-4C9D-AB4F-65086B192639}" dt="2025-04-24T05:02:46.835" v="1836" actId="20577"/>
          <ac:spMkLst>
            <pc:docMk/>
            <pc:sldMk cId="1019494680" sldId="370"/>
            <ac:spMk id="3" creationId="{C671A7E4-F024-38C1-DC35-32B091CF626A}"/>
          </ac:spMkLst>
        </pc:spChg>
      </pc:sldChg>
      <pc:sldChg chg="modSp add mod modAnim">
        <pc:chgData name="Shikha Shethia" userId="47b3a058-8704-435c-a672-d87d78778a28" providerId="ADAL" clId="{11F1F5B0-91AD-4C9D-AB4F-65086B192639}" dt="2025-04-24T01:45:31.051" v="560" actId="113"/>
        <pc:sldMkLst>
          <pc:docMk/>
          <pc:sldMk cId="235746361" sldId="373"/>
        </pc:sldMkLst>
        <pc:spChg chg="mod">
          <ac:chgData name="Shikha Shethia" userId="47b3a058-8704-435c-a672-d87d78778a28" providerId="ADAL" clId="{11F1F5B0-91AD-4C9D-AB4F-65086B192639}" dt="2025-04-24T01:45:31.051" v="560" actId="113"/>
          <ac:spMkLst>
            <pc:docMk/>
            <pc:sldMk cId="235746361" sldId="373"/>
            <ac:spMk id="15363" creationId="{063053B2-E4CB-634B-ADDC-4BF2E076FB9E}"/>
          </ac:spMkLst>
        </pc:spChg>
      </pc:sldChg>
      <pc:sldChg chg="modSp add">
        <pc:chgData name="Shikha Shethia" userId="47b3a058-8704-435c-a672-d87d78778a28" providerId="ADAL" clId="{11F1F5B0-91AD-4C9D-AB4F-65086B192639}" dt="2025-04-24T01:03:32.090" v="96" actId="20577"/>
        <pc:sldMkLst>
          <pc:docMk/>
          <pc:sldMk cId="1163813000" sldId="377"/>
        </pc:sldMkLst>
        <pc:spChg chg="mod">
          <ac:chgData name="Shikha Shethia" userId="47b3a058-8704-435c-a672-d87d78778a28" providerId="ADAL" clId="{11F1F5B0-91AD-4C9D-AB4F-65086B192639}" dt="2025-04-24T01:03:32.090" v="96" actId="20577"/>
          <ac:spMkLst>
            <pc:docMk/>
            <pc:sldMk cId="1163813000" sldId="377"/>
            <ac:spMk id="5" creationId="{063053B2-E4CB-634B-ADDC-4BF2E076FB9E}"/>
          </ac:spMkLst>
        </pc:spChg>
      </pc:sldChg>
      <pc:sldChg chg="addSp delSp modSp add mod setBg delDesignElem">
        <pc:chgData name="Shikha Shethia" userId="47b3a058-8704-435c-a672-d87d78778a28" providerId="ADAL" clId="{11F1F5B0-91AD-4C9D-AB4F-65086B192639}" dt="2025-04-24T01:00:07.974" v="76" actId="26606"/>
        <pc:sldMkLst>
          <pc:docMk/>
          <pc:sldMk cId="1828748559" sldId="378"/>
        </pc:sldMkLst>
        <pc:spChg chg="mod">
          <ac:chgData name="Shikha Shethia" userId="47b3a058-8704-435c-a672-d87d78778a28" providerId="ADAL" clId="{11F1F5B0-91AD-4C9D-AB4F-65086B192639}" dt="2025-04-24T01:00:07.974" v="76" actId="26606"/>
          <ac:spMkLst>
            <pc:docMk/>
            <pc:sldMk cId="1828748559" sldId="378"/>
            <ac:spMk id="3" creationId="{C214F149-7B7A-1832-375F-486A7576785E}"/>
          </ac:spMkLst>
        </pc:spChg>
        <pc:spChg chg="mod">
          <ac:chgData name="Shikha Shethia" userId="47b3a058-8704-435c-a672-d87d78778a28" providerId="ADAL" clId="{11F1F5B0-91AD-4C9D-AB4F-65086B192639}" dt="2025-04-24T01:00:07.974" v="76" actId="26606"/>
          <ac:spMkLst>
            <pc:docMk/>
            <pc:sldMk cId="1828748559" sldId="378"/>
            <ac:spMk id="250885" creationId="{E3635AB3-6134-EF4F-954E-CDEA56CFB99B}"/>
          </ac:spMkLst>
        </pc:spChg>
        <pc:spChg chg="add del">
          <ac:chgData name="Shikha Shethia" userId="47b3a058-8704-435c-a672-d87d78778a28" providerId="ADAL" clId="{11F1F5B0-91AD-4C9D-AB4F-65086B192639}" dt="2025-04-24T01:00:01.192" v="73" actId="26606"/>
          <ac:spMkLst>
            <pc:docMk/>
            <pc:sldMk cId="1828748559" sldId="378"/>
            <ac:spMk id="250887" creationId="{52723366-C73B-4ED6-ADEF-29911C6BC55F}"/>
          </ac:spMkLst>
        </pc:spChg>
        <pc:spChg chg="add del">
          <ac:chgData name="Shikha Shethia" userId="47b3a058-8704-435c-a672-d87d78778a28" providerId="ADAL" clId="{11F1F5B0-91AD-4C9D-AB4F-65086B192639}" dt="2025-04-24T01:00:01.192" v="73" actId="26606"/>
          <ac:spMkLst>
            <pc:docMk/>
            <pc:sldMk cId="1828748559" sldId="378"/>
            <ac:spMk id="250888" creationId="{847A4152-8E41-4D1C-B88C-57C5C430A69E}"/>
          </ac:spMkLst>
        </pc:spChg>
        <pc:spChg chg="add del">
          <ac:chgData name="Shikha Shethia" userId="47b3a058-8704-435c-a672-d87d78778a28" providerId="ADAL" clId="{11F1F5B0-91AD-4C9D-AB4F-65086B192639}" dt="2025-04-24T01:00:01.192" v="73" actId="26606"/>
          <ac:spMkLst>
            <pc:docMk/>
            <pc:sldMk cId="1828748559" sldId="378"/>
            <ac:spMk id="250889" creationId="{999F76F5-72D4-4814-9169-8F535AEEB809}"/>
          </ac:spMkLst>
        </pc:spChg>
        <pc:spChg chg="add del">
          <ac:chgData name="Shikha Shethia" userId="47b3a058-8704-435c-a672-d87d78778a28" providerId="ADAL" clId="{11F1F5B0-91AD-4C9D-AB4F-65086B192639}" dt="2025-04-24T00:59:28.936" v="69"/>
          <ac:spMkLst>
            <pc:docMk/>
            <pc:sldMk cId="1828748559" sldId="378"/>
            <ac:spMk id="250890" creationId="{DAF1966E-FD40-4A4A-B61B-C4DF7FA05F06}"/>
          </ac:spMkLst>
        </pc:spChg>
        <pc:spChg chg="add del">
          <ac:chgData name="Shikha Shethia" userId="47b3a058-8704-435c-a672-d87d78778a28" providerId="ADAL" clId="{11F1F5B0-91AD-4C9D-AB4F-65086B192639}" dt="2025-04-24T01:00:01.192" v="73" actId="26606"/>
          <ac:spMkLst>
            <pc:docMk/>
            <pc:sldMk cId="1828748559" sldId="378"/>
            <ac:spMk id="250891" creationId="{C6202988-4466-42C5-B33A-AFABF051B4FE}"/>
          </ac:spMkLst>
        </pc:spChg>
        <pc:spChg chg="add del">
          <ac:chgData name="Shikha Shethia" userId="47b3a058-8704-435c-a672-d87d78778a28" providerId="ADAL" clId="{11F1F5B0-91AD-4C9D-AB4F-65086B192639}" dt="2025-04-24T00:59:28.936" v="69"/>
          <ac:spMkLst>
            <pc:docMk/>
            <pc:sldMk cId="1828748559" sldId="378"/>
            <ac:spMk id="250892" creationId="{047BFA19-D45E-416B-A404-7AF2F3F27017}"/>
          </ac:spMkLst>
        </pc:spChg>
        <pc:spChg chg="add del">
          <ac:chgData name="Shikha Shethia" userId="47b3a058-8704-435c-a672-d87d78778a28" providerId="ADAL" clId="{11F1F5B0-91AD-4C9D-AB4F-65086B192639}" dt="2025-04-24T01:00:07.912" v="75" actId="26606"/>
          <ac:spMkLst>
            <pc:docMk/>
            <pc:sldMk cId="1828748559" sldId="378"/>
            <ac:spMk id="250893" creationId="{29369C1F-C4A4-40B4-B6E0-2858C840F618}"/>
          </ac:spMkLst>
        </pc:spChg>
        <pc:spChg chg="add del">
          <ac:chgData name="Shikha Shethia" userId="47b3a058-8704-435c-a672-d87d78778a28" providerId="ADAL" clId="{11F1F5B0-91AD-4C9D-AB4F-65086B192639}" dt="2025-04-24T00:59:28.936" v="69"/>
          <ac:spMkLst>
            <pc:docMk/>
            <pc:sldMk cId="1828748559" sldId="378"/>
            <ac:spMk id="250894" creationId="{8E0105E7-23DB-4CF2-8258-FF47C7620F6E}"/>
          </ac:spMkLst>
        </pc:spChg>
        <pc:spChg chg="add del">
          <ac:chgData name="Shikha Shethia" userId="47b3a058-8704-435c-a672-d87d78778a28" providerId="ADAL" clId="{11F1F5B0-91AD-4C9D-AB4F-65086B192639}" dt="2025-04-24T00:59:28.936" v="69"/>
          <ac:spMkLst>
            <pc:docMk/>
            <pc:sldMk cId="1828748559" sldId="378"/>
            <ac:spMk id="250896" creationId="{074B4F7D-14B2-478B-8BF5-01E4E0C5D263}"/>
          </ac:spMkLst>
        </pc:spChg>
        <pc:spChg chg="add">
          <ac:chgData name="Shikha Shethia" userId="47b3a058-8704-435c-a672-d87d78778a28" providerId="ADAL" clId="{11F1F5B0-91AD-4C9D-AB4F-65086B192639}" dt="2025-04-24T01:00:07.974" v="76" actId="26606"/>
          <ac:spMkLst>
            <pc:docMk/>
            <pc:sldMk cId="1828748559" sldId="378"/>
            <ac:spMk id="250899" creationId="{B7328C2D-38F0-4C80-9EA5-A1AD0D6B2022}"/>
          </ac:spMkLst>
        </pc:spChg>
        <pc:grpChg chg="add">
          <ac:chgData name="Shikha Shethia" userId="47b3a058-8704-435c-a672-d87d78778a28" providerId="ADAL" clId="{11F1F5B0-91AD-4C9D-AB4F-65086B192639}" dt="2025-04-24T01:00:07.974" v="76" actId="26606"/>
          <ac:grpSpMkLst>
            <pc:docMk/>
            <pc:sldMk cId="1828748559" sldId="378"/>
            <ac:grpSpMk id="250900" creationId="{BD17E249-48D0-476B-A642-A5D58DD39A22}"/>
          </ac:grpSpMkLst>
        </pc:grpChg>
        <pc:picChg chg="add del">
          <ac:chgData name="Shikha Shethia" userId="47b3a058-8704-435c-a672-d87d78778a28" providerId="ADAL" clId="{11F1F5B0-91AD-4C9D-AB4F-65086B192639}" dt="2025-04-24T01:00:07.912" v="75" actId="26606"/>
          <ac:picMkLst>
            <pc:docMk/>
            <pc:sldMk cId="1828748559" sldId="378"/>
            <ac:picMk id="250895" creationId="{D2C6A0EE-D2D9-448F-B083-7DEEB674BA77}"/>
          </ac:picMkLst>
        </pc:picChg>
        <pc:cxnChg chg="add del">
          <ac:chgData name="Shikha Shethia" userId="47b3a058-8704-435c-a672-d87d78778a28" providerId="ADAL" clId="{11F1F5B0-91AD-4C9D-AB4F-65086B192639}" dt="2025-04-24T01:00:07.912" v="75" actId="26606"/>
          <ac:cxnSpMkLst>
            <pc:docMk/>
            <pc:sldMk cId="1828748559" sldId="378"/>
            <ac:cxnSpMk id="250897" creationId="{96DC9B3E-DC68-4FF2-9781-CB1E626F5526}"/>
          </ac:cxnSpMkLst>
        </pc:cxnChg>
        <pc:cxnChg chg="add">
          <ac:chgData name="Shikha Shethia" userId="47b3a058-8704-435c-a672-d87d78778a28" providerId="ADAL" clId="{11F1F5B0-91AD-4C9D-AB4F-65086B192639}" dt="2025-04-24T01:00:07.974" v="76" actId="26606"/>
          <ac:cxnSpMkLst>
            <pc:docMk/>
            <pc:sldMk cId="1828748559" sldId="378"/>
            <ac:cxnSpMk id="250898" creationId="{0B65B193-F600-4C1B-9DBF-09D94CDB08D8}"/>
          </ac:cxnSpMkLst>
        </pc:cxnChg>
      </pc:sldChg>
      <pc:sldChg chg="add del">
        <pc:chgData name="Shikha Shethia" userId="47b3a058-8704-435c-a672-d87d78778a28" providerId="ADAL" clId="{11F1F5B0-91AD-4C9D-AB4F-65086B192639}" dt="2025-04-24T01:09:31.851" v="166"/>
        <pc:sldMkLst>
          <pc:docMk/>
          <pc:sldMk cId="222482269" sldId="379"/>
        </pc:sldMkLst>
      </pc:sldChg>
      <pc:sldChg chg="delSp add del setBg delDesignElem">
        <pc:chgData name="Shikha Shethia" userId="47b3a058-8704-435c-a672-d87d78778a28" providerId="ADAL" clId="{11F1F5B0-91AD-4C9D-AB4F-65086B192639}" dt="2025-04-24T00:59:01.610" v="65" actId="47"/>
        <pc:sldMkLst>
          <pc:docMk/>
          <pc:sldMk cId="969734942" sldId="379"/>
        </pc:sldMkLst>
        <pc:spChg chg="del">
          <ac:chgData name="Shikha Shethia" userId="47b3a058-8704-435c-a672-d87d78778a28" providerId="ADAL" clId="{11F1F5B0-91AD-4C9D-AB4F-65086B192639}" dt="2025-04-24T00:58:22.519" v="62"/>
          <ac:spMkLst>
            <pc:docMk/>
            <pc:sldMk cId="969734942" sldId="379"/>
            <ac:spMk id="250890" creationId="{DCA745D7-328B-7477-0957-26F9AD743CB2}"/>
          </ac:spMkLst>
        </pc:spChg>
        <pc:spChg chg="del">
          <ac:chgData name="Shikha Shethia" userId="47b3a058-8704-435c-a672-d87d78778a28" providerId="ADAL" clId="{11F1F5B0-91AD-4C9D-AB4F-65086B192639}" dt="2025-04-24T00:58:22.519" v="62"/>
          <ac:spMkLst>
            <pc:docMk/>
            <pc:sldMk cId="969734942" sldId="379"/>
            <ac:spMk id="250892" creationId="{C21C638F-0FA8-0861-7F58-7A6984CBA053}"/>
          </ac:spMkLst>
        </pc:spChg>
        <pc:spChg chg="del">
          <ac:chgData name="Shikha Shethia" userId="47b3a058-8704-435c-a672-d87d78778a28" providerId="ADAL" clId="{11F1F5B0-91AD-4C9D-AB4F-65086B192639}" dt="2025-04-24T00:58:22.519" v="62"/>
          <ac:spMkLst>
            <pc:docMk/>
            <pc:sldMk cId="969734942" sldId="379"/>
            <ac:spMk id="250894" creationId="{DD8E4683-00E1-E49F-C127-EF2DA927FD95}"/>
          </ac:spMkLst>
        </pc:spChg>
        <pc:spChg chg="del">
          <ac:chgData name="Shikha Shethia" userId="47b3a058-8704-435c-a672-d87d78778a28" providerId="ADAL" clId="{11F1F5B0-91AD-4C9D-AB4F-65086B192639}" dt="2025-04-24T00:58:22.519" v="62"/>
          <ac:spMkLst>
            <pc:docMk/>
            <pc:sldMk cId="969734942" sldId="379"/>
            <ac:spMk id="250896" creationId="{4B2DDE23-2943-F268-6605-AB1DEE31F4BB}"/>
          </ac:spMkLst>
        </pc:spChg>
      </pc:sldChg>
      <pc:sldChg chg="addSp delSp modSp add mod setBg">
        <pc:chgData name="Shikha Shethia" userId="47b3a058-8704-435c-a672-d87d78778a28" providerId="ADAL" clId="{11F1F5B0-91AD-4C9D-AB4F-65086B192639}" dt="2025-04-24T02:41:43.219" v="1166" actId="1076"/>
        <pc:sldMkLst>
          <pc:docMk/>
          <pc:sldMk cId="2814275081" sldId="379"/>
        </pc:sldMkLst>
        <pc:spChg chg="mod">
          <ac:chgData name="Shikha Shethia" userId="47b3a058-8704-435c-a672-d87d78778a28" providerId="ADAL" clId="{11F1F5B0-91AD-4C9D-AB4F-65086B192639}" dt="2025-04-24T02:38:51.536" v="1155" actId="26606"/>
          <ac:spMkLst>
            <pc:docMk/>
            <pc:sldMk cId="2814275081" sldId="379"/>
            <ac:spMk id="2" creationId="{F1E8D3D8-348C-5708-7A00-1120851D1E60}"/>
          </ac:spMkLst>
        </pc:spChg>
        <pc:spChg chg="add del mod">
          <ac:chgData name="Shikha Shethia" userId="47b3a058-8704-435c-a672-d87d78778a28" providerId="ADAL" clId="{11F1F5B0-91AD-4C9D-AB4F-65086B192639}" dt="2025-04-24T02:38:51.536" v="1155" actId="26606"/>
          <ac:spMkLst>
            <pc:docMk/>
            <pc:sldMk cId="2814275081" sldId="379"/>
            <ac:spMk id="3" creationId="{CB34EAA4-46CE-537D-0303-EA25F4C4352D}"/>
          </ac:spMkLst>
        </pc:spChg>
        <pc:spChg chg="add mod">
          <ac:chgData name="Shikha Shethia" userId="47b3a058-8704-435c-a672-d87d78778a28" providerId="ADAL" clId="{11F1F5B0-91AD-4C9D-AB4F-65086B192639}" dt="2025-04-24T02:41:43.219" v="1166" actId="1076"/>
          <ac:spMkLst>
            <pc:docMk/>
            <pc:sldMk cId="2814275081" sldId="379"/>
            <ac:spMk id="4" creationId="{17750CDC-A24D-4270-3EEB-0F134E024EE2}"/>
          </ac:spMkLst>
        </pc:spChg>
        <pc:spChg chg="add del">
          <ac:chgData name="Shikha Shethia" userId="47b3a058-8704-435c-a672-d87d78778a28" providerId="ADAL" clId="{11F1F5B0-91AD-4C9D-AB4F-65086B192639}" dt="2025-04-24T02:38:44.954" v="1148" actId="26606"/>
          <ac:spMkLst>
            <pc:docMk/>
            <pc:sldMk cId="2814275081" sldId="379"/>
            <ac:spMk id="8" creationId="{52BE4420-3B5F-4549-8B4A-77855B8215EC}"/>
          </ac:spMkLst>
        </pc:spChg>
        <pc:spChg chg="add del">
          <ac:chgData name="Shikha Shethia" userId="47b3a058-8704-435c-a672-d87d78778a28" providerId="ADAL" clId="{11F1F5B0-91AD-4C9D-AB4F-65086B192639}" dt="2025-04-24T02:36:34.310" v="1133" actId="26606"/>
          <ac:spMkLst>
            <pc:docMk/>
            <pc:sldMk cId="2814275081" sldId="379"/>
            <ac:spMk id="9" creationId="{52BE4420-3B5F-4549-8B4A-77855B8215EC}"/>
          </ac:spMkLst>
        </pc:spChg>
        <pc:spChg chg="add del">
          <ac:chgData name="Shikha Shethia" userId="47b3a058-8704-435c-a672-d87d78778a28" providerId="ADAL" clId="{11F1F5B0-91AD-4C9D-AB4F-65086B192639}" dt="2025-04-24T02:38:44.954" v="1148" actId="26606"/>
          <ac:spMkLst>
            <pc:docMk/>
            <pc:sldMk cId="2814275081" sldId="379"/>
            <ac:spMk id="10" creationId="{A75876F6-95D4-48CB-8E3E-4401A96E25A4}"/>
          </ac:spMkLst>
        </pc:spChg>
        <pc:spChg chg="add del">
          <ac:chgData name="Shikha Shethia" userId="47b3a058-8704-435c-a672-d87d78778a28" providerId="ADAL" clId="{11F1F5B0-91AD-4C9D-AB4F-65086B192639}" dt="2025-04-24T02:36:34.310" v="1133" actId="26606"/>
          <ac:spMkLst>
            <pc:docMk/>
            <pc:sldMk cId="2814275081" sldId="379"/>
            <ac:spMk id="11" creationId="{A75876F6-95D4-48CB-8E3E-4401A96E25A4}"/>
          </ac:spMkLst>
        </pc:spChg>
        <pc:spChg chg="add del">
          <ac:chgData name="Shikha Shethia" userId="47b3a058-8704-435c-a672-d87d78778a28" providerId="ADAL" clId="{11F1F5B0-91AD-4C9D-AB4F-65086B192639}" dt="2025-04-24T02:38:44.954" v="1148" actId="26606"/>
          <ac:spMkLst>
            <pc:docMk/>
            <pc:sldMk cId="2814275081" sldId="379"/>
            <ac:spMk id="12" creationId="{D1B84719-90BB-4D0C-92D8-61DC5512B34B}"/>
          </ac:spMkLst>
        </pc:spChg>
        <pc:spChg chg="add del">
          <ac:chgData name="Shikha Shethia" userId="47b3a058-8704-435c-a672-d87d78778a28" providerId="ADAL" clId="{11F1F5B0-91AD-4C9D-AB4F-65086B192639}" dt="2025-04-24T02:36:34.310" v="1133" actId="26606"/>
          <ac:spMkLst>
            <pc:docMk/>
            <pc:sldMk cId="2814275081" sldId="379"/>
            <ac:spMk id="13" creationId="{D1B84719-90BB-4D0C-92D8-61DC5512B34B}"/>
          </ac:spMkLst>
        </pc:spChg>
        <pc:spChg chg="add del">
          <ac:chgData name="Shikha Shethia" userId="47b3a058-8704-435c-a672-d87d78778a28" providerId="ADAL" clId="{11F1F5B0-91AD-4C9D-AB4F-65086B192639}" dt="2025-04-24T02:38:44.954" v="1148" actId="26606"/>
          <ac:spMkLst>
            <pc:docMk/>
            <pc:sldMk cId="2814275081" sldId="379"/>
            <ac:spMk id="14" creationId="{7B407EC4-5D16-4845-9840-4E28622B6568}"/>
          </ac:spMkLst>
        </pc:spChg>
        <pc:spChg chg="add del">
          <ac:chgData name="Shikha Shethia" userId="47b3a058-8704-435c-a672-d87d78778a28" providerId="ADAL" clId="{11F1F5B0-91AD-4C9D-AB4F-65086B192639}" dt="2025-04-24T02:36:34.310" v="1133" actId="26606"/>
          <ac:spMkLst>
            <pc:docMk/>
            <pc:sldMk cId="2814275081" sldId="379"/>
            <ac:spMk id="15" creationId="{7B407EC4-5D16-4845-9840-4E28622B6568}"/>
          </ac:spMkLst>
        </pc:spChg>
        <pc:spChg chg="add del">
          <ac:chgData name="Shikha Shethia" userId="47b3a058-8704-435c-a672-d87d78778a28" providerId="ADAL" clId="{11F1F5B0-91AD-4C9D-AB4F-65086B192639}" dt="2025-04-24T02:38:47.663" v="1152" actId="26606"/>
          <ac:spMkLst>
            <pc:docMk/>
            <pc:sldMk cId="2814275081" sldId="379"/>
            <ac:spMk id="20" creationId="{52BE4420-3B5F-4549-8B4A-77855B8215EC}"/>
          </ac:spMkLst>
        </pc:spChg>
        <pc:spChg chg="add del">
          <ac:chgData name="Shikha Shethia" userId="47b3a058-8704-435c-a672-d87d78778a28" providerId="ADAL" clId="{11F1F5B0-91AD-4C9D-AB4F-65086B192639}" dt="2025-04-24T02:38:47.663" v="1152" actId="26606"/>
          <ac:spMkLst>
            <pc:docMk/>
            <pc:sldMk cId="2814275081" sldId="379"/>
            <ac:spMk id="21" creationId="{A75876F6-95D4-48CB-8E3E-4401A96E25A4}"/>
          </ac:spMkLst>
        </pc:spChg>
        <pc:spChg chg="add del">
          <ac:chgData name="Shikha Shethia" userId="47b3a058-8704-435c-a672-d87d78778a28" providerId="ADAL" clId="{11F1F5B0-91AD-4C9D-AB4F-65086B192639}" dt="2025-04-24T02:38:47.663" v="1152" actId="26606"/>
          <ac:spMkLst>
            <pc:docMk/>
            <pc:sldMk cId="2814275081" sldId="379"/>
            <ac:spMk id="22" creationId="{D1B84719-90BB-4D0C-92D8-61DC5512B34B}"/>
          </ac:spMkLst>
        </pc:spChg>
        <pc:spChg chg="add del">
          <ac:chgData name="Shikha Shethia" userId="47b3a058-8704-435c-a672-d87d78778a28" providerId="ADAL" clId="{11F1F5B0-91AD-4C9D-AB4F-65086B192639}" dt="2025-04-24T02:38:47.663" v="1152" actId="26606"/>
          <ac:spMkLst>
            <pc:docMk/>
            <pc:sldMk cId="2814275081" sldId="379"/>
            <ac:spMk id="23" creationId="{7B407EC4-5D16-4845-9840-4E28622B6568}"/>
          </ac:spMkLst>
        </pc:spChg>
        <pc:grpChg chg="add del">
          <ac:chgData name="Shikha Shethia" userId="47b3a058-8704-435c-a672-d87d78778a28" providerId="ADAL" clId="{11F1F5B0-91AD-4C9D-AB4F-65086B192639}" dt="2025-04-24T02:38:51.485" v="1154" actId="26606"/>
          <ac:grpSpMkLst>
            <pc:docMk/>
            <pc:sldMk cId="2814275081" sldId="379"/>
            <ac:grpSpMk id="26" creationId="{E7DEDD00-5E71-418B-9C3C-9B71B018221A}"/>
          </ac:grpSpMkLst>
        </pc:grpChg>
        <pc:grpChg chg="add">
          <ac:chgData name="Shikha Shethia" userId="47b3a058-8704-435c-a672-d87d78778a28" providerId="ADAL" clId="{11F1F5B0-91AD-4C9D-AB4F-65086B192639}" dt="2025-04-24T02:38:51.536" v="1155" actId="26606"/>
          <ac:grpSpMkLst>
            <pc:docMk/>
            <pc:sldMk cId="2814275081" sldId="379"/>
            <ac:grpSpMk id="33" creationId="{E7DEDD00-5E71-418B-9C3C-9B71B018221A}"/>
          </ac:grpSpMkLst>
        </pc:grpChg>
        <pc:graphicFrameChg chg="add del">
          <ac:chgData name="Shikha Shethia" userId="47b3a058-8704-435c-a672-d87d78778a28" providerId="ADAL" clId="{11F1F5B0-91AD-4C9D-AB4F-65086B192639}" dt="2025-04-24T02:36:34.310" v="1133" actId="26606"/>
          <ac:graphicFrameMkLst>
            <pc:docMk/>
            <pc:sldMk cId="2814275081" sldId="379"/>
            <ac:graphicFrameMk id="5" creationId="{92F4980B-1726-9CE3-9D4C-3B7AF63C7D1A}"/>
          </ac:graphicFrameMkLst>
        </pc:graphicFrameChg>
        <pc:graphicFrameChg chg="add del">
          <ac:chgData name="Shikha Shethia" userId="47b3a058-8704-435c-a672-d87d78778a28" providerId="ADAL" clId="{11F1F5B0-91AD-4C9D-AB4F-65086B192639}" dt="2025-04-24T02:38:41.582" v="1146" actId="26606"/>
          <ac:graphicFrameMkLst>
            <pc:docMk/>
            <pc:sldMk cId="2814275081" sldId="379"/>
            <ac:graphicFrameMk id="6" creationId="{FF4B0057-EC65-EE8E-FCCD-945E5774EB44}"/>
          </ac:graphicFrameMkLst>
        </pc:graphicFrameChg>
        <pc:graphicFrameChg chg="add del">
          <ac:chgData name="Shikha Shethia" userId="47b3a058-8704-435c-a672-d87d78778a28" providerId="ADAL" clId="{11F1F5B0-91AD-4C9D-AB4F-65086B192639}" dt="2025-04-24T02:38:44.954" v="1148" actId="26606"/>
          <ac:graphicFrameMkLst>
            <pc:docMk/>
            <pc:sldMk cId="2814275081" sldId="379"/>
            <ac:graphicFrameMk id="16" creationId="{5E822DAE-5D2E-2CAA-6382-8BD27D76E402}"/>
          </ac:graphicFrameMkLst>
        </pc:graphicFrameChg>
        <pc:graphicFrameChg chg="add del">
          <ac:chgData name="Shikha Shethia" userId="47b3a058-8704-435c-a672-d87d78778a28" providerId="ADAL" clId="{11F1F5B0-91AD-4C9D-AB4F-65086B192639}" dt="2025-04-24T02:37:04.822" v="1135" actId="26606"/>
          <ac:graphicFrameMkLst>
            <pc:docMk/>
            <pc:sldMk cId="2814275081" sldId="379"/>
            <ac:graphicFrameMk id="17" creationId="{2DF463E8-3AB3-C9CD-194C-0C7A704BADCD}"/>
          </ac:graphicFrameMkLst>
        </pc:graphicFrameChg>
        <pc:graphicFrameChg chg="add del">
          <ac:chgData name="Shikha Shethia" userId="47b3a058-8704-435c-a672-d87d78778a28" providerId="ADAL" clId="{11F1F5B0-91AD-4C9D-AB4F-65086B192639}" dt="2025-04-24T02:38:45.741" v="1150" actId="26606"/>
          <ac:graphicFrameMkLst>
            <pc:docMk/>
            <pc:sldMk cId="2814275081" sldId="379"/>
            <ac:graphicFrameMk id="18" creationId="{FF4B0057-EC65-EE8E-FCCD-945E5774EB44}"/>
          </ac:graphicFrameMkLst>
        </pc:graphicFrameChg>
        <pc:graphicFrameChg chg="add del">
          <ac:chgData name="Shikha Shethia" userId="47b3a058-8704-435c-a672-d87d78778a28" providerId="ADAL" clId="{11F1F5B0-91AD-4C9D-AB4F-65086B192639}" dt="2025-04-24T02:38:47.663" v="1152" actId="26606"/>
          <ac:graphicFrameMkLst>
            <pc:docMk/>
            <pc:sldMk cId="2814275081" sldId="379"/>
            <ac:graphicFrameMk id="24" creationId="{5E822DAE-5D2E-2CAA-6382-8BD27D76E402}"/>
          </ac:graphicFrameMkLst>
        </pc:graphicFrameChg>
        <pc:graphicFrameChg chg="add del">
          <ac:chgData name="Shikha Shethia" userId="47b3a058-8704-435c-a672-d87d78778a28" providerId="ADAL" clId="{11F1F5B0-91AD-4C9D-AB4F-65086B192639}" dt="2025-04-24T02:38:51.485" v="1154" actId="26606"/>
          <ac:graphicFrameMkLst>
            <pc:docMk/>
            <pc:sldMk cId="2814275081" sldId="379"/>
            <ac:graphicFrameMk id="31" creationId="{9E815816-C840-809A-C12C-140DF2882BAF}"/>
          </ac:graphicFrameMkLst>
        </pc:graphicFrameChg>
        <pc:graphicFrameChg chg="add">
          <ac:chgData name="Shikha Shethia" userId="47b3a058-8704-435c-a672-d87d78778a28" providerId="ADAL" clId="{11F1F5B0-91AD-4C9D-AB4F-65086B192639}" dt="2025-04-24T02:38:51.536" v="1155" actId="26606"/>
          <ac:graphicFrameMkLst>
            <pc:docMk/>
            <pc:sldMk cId="2814275081" sldId="379"/>
            <ac:graphicFrameMk id="38" creationId="{741360E3-AF14-FFB7-64C7-D1A5D89946FA}"/>
          </ac:graphicFrameMkLst>
        </pc:graphicFrameChg>
      </pc:sldChg>
      <pc:sldChg chg="delSp add del setBg delDesignElem">
        <pc:chgData name="Shikha Shethia" userId="47b3a058-8704-435c-a672-d87d78778a28" providerId="ADAL" clId="{11F1F5B0-91AD-4C9D-AB4F-65086B192639}" dt="2025-04-24T00:59:13.376" v="66" actId="47"/>
        <pc:sldMkLst>
          <pc:docMk/>
          <pc:sldMk cId="470207511" sldId="380"/>
        </pc:sldMkLst>
        <pc:spChg chg="del">
          <ac:chgData name="Shikha Shethia" userId="47b3a058-8704-435c-a672-d87d78778a28" providerId="ADAL" clId="{11F1F5B0-91AD-4C9D-AB4F-65086B192639}" dt="2025-04-24T00:58:58.669" v="64"/>
          <ac:spMkLst>
            <pc:docMk/>
            <pc:sldMk cId="470207511" sldId="380"/>
            <ac:spMk id="250890" creationId="{5BC10BF8-14E7-F527-02D9-A026FA0427D4}"/>
          </ac:spMkLst>
        </pc:spChg>
        <pc:spChg chg="del">
          <ac:chgData name="Shikha Shethia" userId="47b3a058-8704-435c-a672-d87d78778a28" providerId="ADAL" clId="{11F1F5B0-91AD-4C9D-AB4F-65086B192639}" dt="2025-04-24T00:58:58.669" v="64"/>
          <ac:spMkLst>
            <pc:docMk/>
            <pc:sldMk cId="470207511" sldId="380"/>
            <ac:spMk id="250892" creationId="{E38E5424-CFD1-D4F0-36E0-624FB9F2C737}"/>
          </ac:spMkLst>
        </pc:spChg>
        <pc:spChg chg="del">
          <ac:chgData name="Shikha Shethia" userId="47b3a058-8704-435c-a672-d87d78778a28" providerId="ADAL" clId="{11F1F5B0-91AD-4C9D-AB4F-65086B192639}" dt="2025-04-24T00:58:58.669" v="64"/>
          <ac:spMkLst>
            <pc:docMk/>
            <pc:sldMk cId="470207511" sldId="380"/>
            <ac:spMk id="250894" creationId="{CAC3D203-FF5F-0314-98C7-48764DB559FD}"/>
          </ac:spMkLst>
        </pc:spChg>
        <pc:spChg chg="del">
          <ac:chgData name="Shikha Shethia" userId="47b3a058-8704-435c-a672-d87d78778a28" providerId="ADAL" clId="{11F1F5B0-91AD-4C9D-AB4F-65086B192639}" dt="2025-04-24T00:58:58.669" v="64"/>
          <ac:spMkLst>
            <pc:docMk/>
            <pc:sldMk cId="470207511" sldId="380"/>
            <ac:spMk id="250896" creationId="{F716FD44-29CF-14A6-3FFF-6338F2E548D8}"/>
          </ac:spMkLst>
        </pc:spChg>
      </pc:sldChg>
      <pc:sldChg chg="modSp add mod ord">
        <pc:chgData name="Shikha Shethia" userId="47b3a058-8704-435c-a672-d87d78778a28" providerId="ADAL" clId="{11F1F5B0-91AD-4C9D-AB4F-65086B192639}" dt="2025-04-24T02:55:11.770" v="1350" actId="20577"/>
        <pc:sldMkLst>
          <pc:docMk/>
          <pc:sldMk cId="2667994426" sldId="380"/>
        </pc:sldMkLst>
        <pc:spChg chg="mod">
          <ac:chgData name="Shikha Shethia" userId="47b3a058-8704-435c-a672-d87d78778a28" providerId="ADAL" clId="{11F1F5B0-91AD-4C9D-AB4F-65086B192639}" dt="2025-04-24T02:42:20.897" v="1207" actId="20577"/>
          <ac:spMkLst>
            <pc:docMk/>
            <pc:sldMk cId="2667994426" sldId="380"/>
            <ac:spMk id="2" creationId="{84728BAD-A64D-A3F1-7FDC-706746E4EE5B}"/>
          </ac:spMkLst>
        </pc:spChg>
        <pc:spChg chg="mod">
          <ac:chgData name="Shikha Shethia" userId="47b3a058-8704-435c-a672-d87d78778a28" providerId="ADAL" clId="{11F1F5B0-91AD-4C9D-AB4F-65086B192639}" dt="2025-04-24T02:55:11.770" v="1350" actId="20577"/>
          <ac:spMkLst>
            <pc:docMk/>
            <pc:sldMk cId="2667994426" sldId="380"/>
            <ac:spMk id="3" creationId="{55E3EA76-AE6C-DBEB-B373-30FB5DA27413}"/>
          </ac:spMkLst>
        </pc:spChg>
      </pc:sldChg>
      <pc:sldChg chg="modSp add del mod">
        <pc:chgData name="Shikha Shethia" userId="47b3a058-8704-435c-a672-d87d78778a28" providerId="ADAL" clId="{11F1F5B0-91AD-4C9D-AB4F-65086B192639}" dt="2025-04-24T03:13:01.911" v="1360" actId="47"/>
        <pc:sldMkLst>
          <pc:docMk/>
          <pc:sldMk cId="1333996838" sldId="381"/>
        </pc:sldMkLst>
        <pc:spChg chg="mod">
          <ac:chgData name="Shikha Shethia" userId="47b3a058-8704-435c-a672-d87d78778a28" providerId="ADAL" clId="{11F1F5B0-91AD-4C9D-AB4F-65086B192639}" dt="2025-04-24T03:04:06.369" v="1352" actId="6549"/>
          <ac:spMkLst>
            <pc:docMk/>
            <pc:sldMk cId="1333996838" sldId="381"/>
            <ac:spMk id="2" creationId="{E0D5A170-C2EF-DB23-B8F5-634ED93BA1F4}"/>
          </ac:spMkLst>
        </pc:spChg>
      </pc:sldChg>
      <pc:sldChg chg="addSp delSp modSp add mod ord setBg delDesignElem">
        <pc:chgData name="Shikha Shethia" userId="47b3a058-8704-435c-a672-d87d78778a28" providerId="ADAL" clId="{11F1F5B0-91AD-4C9D-AB4F-65086B192639}" dt="2025-04-24T03:13:14.031" v="1363" actId="1076"/>
        <pc:sldMkLst>
          <pc:docMk/>
          <pc:sldMk cId="2931813765" sldId="382"/>
        </pc:sldMkLst>
        <pc:spChg chg="del mod">
          <ac:chgData name="Shikha Shethia" userId="47b3a058-8704-435c-a672-d87d78778a28" providerId="ADAL" clId="{11F1F5B0-91AD-4C9D-AB4F-65086B192639}" dt="2025-04-24T03:12:50.676" v="1359" actId="478"/>
          <ac:spMkLst>
            <pc:docMk/>
            <pc:sldMk cId="2931813765" sldId="382"/>
            <ac:spMk id="4" creationId="{00B95B7B-3151-4730-422F-F2C19783B2EF}"/>
          </ac:spMkLst>
        </pc:spChg>
        <pc:spChg chg="add mod">
          <ac:chgData name="Shikha Shethia" userId="47b3a058-8704-435c-a672-d87d78778a28" providerId="ADAL" clId="{11F1F5B0-91AD-4C9D-AB4F-65086B192639}" dt="2025-04-24T03:13:14.031" v="1363" actId="1076"/>
          <ac:spMkLst>
            <pc:docMk/>
            <pc:sldMk cId="2931813765" sldId="382"/>
            <ac:spMk id="5" creationId="{1D8FF6D1-DF5E-DF80-390E-C834E985B8D7}"/>
          </ac:spMkLst>
        </pc:spChg>
        <pc:grpChg chg="del">
          <ac:chgData name="Shikha Shethia" userId="47b3a058-8704-435c-a672-d87d78778a28" providerId="ADAL" clId="{11F1F5B0-91AD-4C9D-AB4F-65086B192639}" dt="2025-04-24T03:12:30.347" v="1354"/>
          <ac:grpSpMkLst>
            <pc:docMk/>
            <pc:sldMk cId="2931813765" sldId="382"/>
            <ac:grpSpMk id="33" creationId="{D7CEEFAA-20AF-57C5-8438-9A752967006F}"/>
          </ac:grpSpMkLst>
        </pc:grpChg>
        <pc:graphicFrameChg chg="del">
          <ac:chgData name="Shikha Shethia" userId="47b3a058-8704-435c-a672-d87d78778a28" providerId="ADAL" clId="{11F1F5B0-91AD-4C9D-AB4F-65086B192639}" dt="2025-04-24T03:12:47.603" v="1357" actId="478"/>
          <ac:graphicFrameMkLst>
            <pc:docMk/>
            <pc:sldMk cId="2931813765" sldId="382"/>
            <ac:graphicFrameMk id="38" creationId="{07DDD969-76F7-953A-7FC7-4BE680F9D36B}"/>
          </ac:graphicFrameMkLst>
        </pc:graphicFrameChg>
      </pc:sldChg>
      <pc:sldChg chg="modSp add mod">
        <pc:chgData name="Shikha Shethia" userId="47b3a058-8704-435c-a672-d87d78778a28" providerId="ADAL" clId="{11F1F5B0-91AD-4C9D-AB4F-65086B192639}" dt="2025-04-24T05:04:37.674" v="1942" actId="20577"/>
        <pc:sldMkLst>
          <pc:docMk/>
          <pc:sldMk cId="1241918194" sldId="383"/>
        </pc:sldMkLst>
        <pc:spChg chg="mod">
          <ac:chgData name="Shikha Shethia" userId="47b3a058-8704-435c-a672-d87d78778a28" providerId="ADAL" clId="{11F1F5B0-91AD-4C9D-AB4F-65086B192639}" dt="2025-04-24T05:04:37.674" v="1942" actId="20577"/>
          <ac:spMkLst>
            <pc:docMk/>
            <pc:sldMk cId="1241918194" sldId="383"/>
            <ac:spMk id="3" creationId="{49321AF9-6DEB-143D-4CB1-4F21FCD9A633}"/>
          </ac:spMkLst>
        </pc:spChg>
      </pc:sldChg>
    </pc:docChg>
  </pc:docChgLst>
  <pc:docChgLst>
    <pc:chgData name="~ Prabhjot  Kaur" userId="2f24766d-5540-41cb-9927-302e862b58af" providerId="ADAL" clId="{7234BFCB-B039-5141-BE70-6D1B1D3C2E13}"/>
    <pc:docChg chg="undo custSel modSld">
      <pc:chgData name="~ Prabhjot  Kaur" userId="2f24766d-5540-41cb-9927-302e862b58af" providerId="ADAL" clId="{7234BFCB-B039-5141-BE70-6D1B1D3C2E13}" dt="2025-04-30T22:55:16.141" v="1" actId="15"/>
      <pc:docMkLst>
        <pc:docMk/>
      </pc:docMkLst>
      <pc:sldChg chg="modSp mod">
        <pc:chgData name="~ Prabhjot  Kaur" userId="2f24766d-5540-41cb-9927-302e862b58af" providerId="ADAL" clId="{7234BFCB-B039-5141-BE70-6D1B1D3C2E13}" dt="2025-04-30T22:55:16.141" v="1" actId="15"/>
        <pc:sldMkLst>
          <pc:docMk/>
          <pc:sldMk cId="1163813000" sldId="395"/>
        </pc:sldMkLst>
        <pc:spChg chg="mod">
          <ac:chgData name="~ Prabhjot  Kaur" userId="2f24766d-5540-41cb-9927-302e862b58af" providerId="ADAL" clId="{7234BFCB-B039-5141-BE70-6D1B1D3C2E13}" dt="2025-04-30T22:55:16.141" v="1" actId="15"/>
          <ac:spMkLst>
            <pc:docMk/>
            <pc:sldMk cId="1163813000" sldId="395"/>
            <ac:spMk id="6" creationId="{5B69BE9B-D2F4-A99A-BA1D-6589B4F26E88}"/>
          </ac:spMkLst>
        </pc:spChg>
      </pc:sldChg>
    </pc:docChg>
  </pc:docChgLst>
  <pc:docChgLst>
    <pc:chgData name="Shikha Shethia" userId="S::shikha.shethia@futureskills.co.nz::18e3e2a2-0349-4937-a54d-b40040399c9e" providerId="AD" clId="Web-{E238137D-F00A-9FEE-5AE1-BD5948FC2C6D}"/>
    <pc:docChg chg="modSld">
      <pc:chgData name="Shikha Shethia" userId="S::shikha.shethia@futureskills.co.nz::18e3e2a2-0349-4937-a54d-b40040399c9e" providerId="AD" clId="Web-{E238137D-F00A-9FEE-5AE1-BD5948FC2C6D}" dt="2025-04-30T23:58:50.567" v="3" actId="20577"/>
      <pc:docMkLst>
        <pc:docMk/>
      </pc:docMkLst>
      <pc:sldChg chg="modSp">
        <pc:chgData name="Shikha Shethia" userId="S::shikha.shethia@futureskills.co.nz::18e3e2a2-0349-4937-a54d-b40040399c9e" providerId="AD" clId="Web-{E238137D-F00A-9FEE-5AE1-BD5948FC2C6D}" dt="2025-04-30T23:58:50.567" v="3" actId="20577"/>
        <pc:sldMkLst>
          <pc:docMk/>
          <pc:sldMk cId="1241918194" sldId="383"/>
        </pc:sldMkLst>
        <pc:spChg chg="mod">
          <ac:chgData name="Shikha Shethia" userId="S::shikha.shethia@futureskills.co.nz::18e3e2a2-0349-4937-a54d-b40040399c9e" providerId="AD" clId="Web-{E238137D-F00A-9FEE-5AE1-BD5948FC2C6D}" dt="2025-04-30T23:58:50.567" v="3" actId="20577"/>
          <ac:spMkLst>
            <pc:docMk/>
            <pc:sldMk cId="1241918194" sldId="383"/>
            <ac:spMk id="3" creationId="{49321AF9-6DEB-143D-4CB1-4F21FCD9A63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Z"/>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6B379F-13FC-4598-829D-ED789C1888EB}" type="datetimeFigureOut">
              <a:rPr lang="en-NZ" smtClean="0"/>
              <a:pPr/>
              <a:t>30/04/2025</a:t>
            </a:fld>
            <a:endParaRPr lang="en-NZ"/>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Z"/>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Z"/>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855711-52B7-476C-8529-DAA085EE7DFD}" type="slidenum">
              <a:rPr lang="en-NZ" smtClean="0"/>
              <a:pPr/>
              <a:t>‹#›</a:t>
            </a:fld>
            <a:endParaRPr lang="en-NZ"/>
          </a:p>
        </p:txBody>
      </p:sp>
    </p:spTree>
    <p:extLst>
      <p:ext uri="{BB962C8B-B14F-4D97-AF65-F5344CB8AC3E}">
        <p14:creationId xmlns:p14="http://schemas.microsoft.com/office/powerpoint/2010/main" val="17025346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2274235-44D4-8041-9AED-2346C0EE1F3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ヒラギノ角ゴ Pro W3" panose="020B0300000000000000" pitchFamily="34" charset="-128"/>
              </a:defRPr>
            </a:lvl3pPr>
            <a:lvl4pPr marL="1600200" indent="-228600">
              <a:spcBef>
                <a:spcPct val="30000"/>
              </a:spcBef>
              <a:defRPr sz="1200">
                <a:solidFill>
                  <a:schemeClr val="tx1"/>
                </a:solidFill>
                <a:latin typeface="Calibri" panose="020F0502020204030204" pitchFamily="34" charset="0"/>
                <a:ea typeface="ヒラギノ角ゴ Pro W3" panose="020B0300000000000000"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8E359EA-D287-A449-8193-A941D891FBD4}" type="slidenum">
              <a:rPr lang="en-US" altLang="en-US" smtClean="0">
                <a:solidFill>
                  <a:srgbClr val="AE2B21"/>
                </a:solidFill>
                <a:latin typeface="Tahoma" panose="020B0604030504040204" pitchFamily="34" charset="0"/>
                <a:ea typeface="ヒラギノ角ゴ Pro W3" panose="020B0300000000000000" pitchFamily="34" charset="-128"/>
              </a:rPr>
              <a:pPr>
                <a:spcBef>
                  <a:spcPct val="0"/>
                </a:spcBef>
              </a:pPr>
              <a:t>2</a:t>
            </a:fld>
            <a:endParaRPr lang="en-US" altLang="en-US">
              <a:solidFill>
                <a:srgbClr val="AE2B21"/>
              </a:solidFill>
              <a:latin typeface="Tahoma" panose="020B0604030504040204" pitchFamily="34" charset="0"/>
              <a:ea typeface="ヒラギノ角ゴ Pro W3" panose="020B0300000000000000" pitchFamily="34" charset="-128"/>
            </a:endParaRPr>
          </a:p>
        </p:txBody>
      </p:sp>
      <p:sp>
        <p:nvSpPr>
          <p:cNvPr id="10243" name="Rectangle 2">
            <a:extLst>
              <a:ext uri="{FF2B5EF4-FFF2-40B4-BE49-F238E27FC236}">
                <a16:creationId xmlns:a16="http://schemas.microsoft.com/office/drawing/2014/main" id="{F996F1FA-75A8-5948-AC02-8CDBC372FC9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4" name="Rectangle 3">
            <a:extLst>
              <a:ext uri="{FF2B5EF4-FFF2-40B4-BE49-F238E27FC236}">
                <a16:creationId xmlns:a16="http://schemas.microsoft.com/office/drawing/2014/main" id="{EE8FDB57-2814-6E4B-B97F-790DCEB224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Gill Sans" panose="020B0502020104020203" pitchFamily="34" charset="-79"/>
              <a:ea typeface="ＭＳ Ｐゴシック" panose="020B0600070205080204" pitchFamily="34" charset="-128"/>
            </a:endParaRPr>
          </a:p>
        </p:txBody>
      </p:sp>
    </p:spTree>
    <p:extLst>
      <p:ext uri="{BB962C8B-B14F-4D97-AF65-F5344CB8AC3E}">
        <p14:creationId xmlns:p14="http://schemas.microsoft.com/office/powerpoint/2010/main" val="30157329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2274235-44D4-8041-9AED-2346C0EE1F3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ヒラギノ角ゴ Pro W3" panose="020B0300000000000000" pitchFamily="34" charset="-128"/>
              </a:defRPr>
            </a:lvl3pPr>
            <a:lvl4pPr marL="1600200" indent="-228600">
              <a:spcBef>
                <a:spcPct val="30000"/>
              </a:spcBef>
              <a:defRPr sz="1200">
                <a:solidFill>
                  <a:schemeClr val="tx1"/>
                </a:solidFill>
                <a:latin typeface="Calibri" panose="020F0502020204030204" pitchFamily="34" charset="0"/>
                <a:ea typeface="ヒラギノ角ゴ Pro W3" panose="020B0300000000000000"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8E359EA-D287-A449-8193-A941D891FBD4}" type="slidenum">
              <a:rPr lang="en-US" altLang="en-US" smtClean="0">
                <a:solidFill>
                  <a:srgbClr val="AE2B21"/>
                </a:solidFill>
                <a:latin typeface="Tahoma" panose="020B0604030504040204" pitchFamily="34" charset="0"/>
                <a:ea typeface="ヒラギノ角ゴ Pro W3" panose="020B0300000000000000" pitchFamily="34" charset="-128"/>
              </a:rPr>
              <a:pPr>
                <a:spcBef>
                  <a:spcPct val="0"/>
                </a:spcBef>
              </a:pPr>
              <a:t>3</a:t>
            </a:fld>
            <a:endParaRPr lang="en-US" altLang="en-US">
              <a:solidFill>
                <a:srgbClr val="AE2B21"/>
              </a:solidFill>
              <a:latin typeface="Tahoma" panose="020B0604030504040204" pitchFamily="34" charset="0"/>
              <a:ea typeface="ヒラギノ角ゴ Pro W3" panose="020B0300000000000000" pitchFamily="34" charset="-128"/>
            </a:endParaRPr>
          </a:p>
        </p:txBody>
      </p:sp>
      <p:sp>
        <p:nvSpPr>
          <p:cNvPr id="10243" name="Rectangle 2">
            <a:extLst>
              <a:ext uri="{FF2B5EF4-FFF2-40B4-BE49-F238E27FC236}">
                <a16:creationId xmlns:a16="http://schemas.microsoft.com/office/drawing/2014/main" id="{F996F1FA-75A8-5948-AC02-8CDBC372FC9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4" name="Rectangle 3">
            <a:extLst>
              <a:ext uri="{FF2B5EF4-FFF2-40B4-BE49-F238E27FC236}">
                <a16:creationId xmlns:a16="http://schemas.microsoft.com/office/drawing/2014/main" id="{EE8FDB57-2814-6E4B-B97F-790DCEB224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Gill Sans" panose="020B0502020104020203" pitchFamily="34" charset="-79"/>
              <a:ea typeface="ＭＳ Ｐゴシック" panose="020B0600070205080204" pitchFamily="34" charset="-128"/>
            </a:endParaRPr>
          </a:p>
        </p:txBody>
      </p:sp>
    </p:spTree>
    <p:extLst>
      <p:ext uri="{BB962C8B-B14F-4D97-AF65-F5344CB8AC3E}">
        <p14:creationId xmlns:p14="http://schemas.microsoft.com/office/powerpoint/2010/main" val="32445016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2274235-44D4-8041-9AED-2346C0EE1F3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ヒラギノ角ゴ Pro W3" panose="020B0300000000000000" pitchFamily="34" charset="-128"/>
              </a:defRPr>
            </a:lvl3pPr>
            <a:lvl4pPr marL="1600200" indent="-228600">
              <a:spcBef>
                <a:spcPct val="30000"/>
              </a:spcBef>
              <a:defRPr sz="1200">
                <a:solidFill>
                  <a:schemeClr val="tx1"/>
                </a:solidFill>
                <a:latin typeface="Calibri" panose="020F0502020204030204" pitchFamily="34" charset="0"/>
                <a:ea typeface="ヒラギノ角ゴ Pro W3" panose="020B0300000000000000"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8E359EA-D287-A449-8193-A941D891FBD4}" type="slidenum">
              <a:rPr lang="en-US" altLang="en-US" smtClean="0">
                <a:solidFill>
                  <a:srgbClr val="AE2B21"/>
                </a:solidFill>
                <a:latin typeface="Tahoma" panose="020B0604030504040204" pitchFamily="34" charset="0"/>
                <a:ea typeface="ヒラギノ角ゴ Pro W3" panose="020B0300000000000000" pitchFamily="34" charset="-128"/>
              </a:rPr>
              <a:pPr>
                <a:spcBef>
                  <a:spcPct val="0"/>
                </a:spcBef>
              </a:pPr>
              <a:t>4</a:t>
            </a:fld>
            <a:endParaRPr lang="en-US" altLang="en-US">
              <a:solidFill>
                <a:srgbClr val="AE2B21"/>
              </a:solidFill>
              <a:latin typeface="Tahoma" panose="020B0604030504040204" pitchFamily="34" charset="0"/>
              <a:ea typeface="ヒラギノ角ゴ Pro W3" panose="020B0300000000000000" pitchFamily="34" charset="-128"/>
            </a:endParaRPr>
          </a:p>
        </p:txBody>
      </p:sp>
      <p:sp>
        <p:nvSpPr>
          <p:cNvPr id="10243" name="Rectangle 2">
            <a:extLst>
              <a:ext uri="{FF2B5EF4-FFF2-40B4-BE49-F238E27FC236}">
                <a16:creationId xmlns:a16="http://schemas.microsoft.com/office/drawing/2014/main" id="{F996F1FA-75A8-5948-AC02-8CDBC372FC9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4" name="Rectangle 3">
            <a:extLst>
              <a:ext uri="{FF2B5EF4-FFF2-40B4-BE49-F238E27FC236}">
                <a16:creationId xmlns:a16="http://schemas.microsoft.com/office/drawing/2014/main" id="{EE8FDB57-2814-6E4B-B97F-790DCEB224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Gill Sans" panose="020B0502020104020203" pitchFamily="34" charset="-79"/>
              <a:ea typeface="ＭＳ Ｐゴシック" panose="020B0600070205080204" pitchFamily="34" charset="-128"/>
            </a:endParaRPr>
          </a:p>
        </p:txBody>
      </p:sp>
    </p:spTree>
    <p:extLst>
      <p:ext uri="{BB962C8B-B14F-4D97-AF65-F5344CB8AC3E}">
        <p14:creationId xmlns:p14="http://schemas.microsoft.com/office/powerpoint/2010/main" val="32445016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2274235-44D4-8041-9AED-2346C0EE1F3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ヒラギノ角ゴ Pro W3" panose="020B0300000000000000" pitchFamily="34" charset="-128"/>
              </a:defRPr>
            </a:lvl3pPr>
            <a:lvl4pPr marL="1600200" indent="-228600">
              <a:spcBef>
                <a:spcPct val="30000"/>
              </a:spcBef>
              <a:defRPr sz="1200">
                <a:solidFill>
                  <a:schemeClr val="tx1"/>
                </a:solidFill>
                <a:latin typeface="Calibri" panose="020F0502020204030204" pitchFamily="34" charset="0"/>
                <a:ea typeface="ヒラギノ角ゴ Pro W3" panose="020B0300000000000000"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8E359EA-D287-A449-8193-A941D891FBD4}" type="slidenum">
              <a:rPr lang="en-US" altLang="en-US" smtClean="0">
                <a:solidFill>
                  <a:srgbClr val="AE2B21"/>
                </a:solidFill>
                <a:latin typeface="Tahoma" panose="020B0604030504040204" pitchFamily="34" charset="0"/>
                <a:ea typeface="ヒラギノ角ゴ Pro W3" panose="020B0300000000000000" pitchFamily="34" charset="-128"/>
              </a:rPr>
              <a:pPr>
                <a:spcBef>
                  <a:spcPct val="0"/>
                </a:spcBef>
              </a:pPr>
              <a:t>5</a:t>
            </a:fld>
            <a:endParaRPr lang="en-US" altLang="en-US">
              <a:solidFill>
                <a:srgbClr val="AE2B21"/>
              </a:solidFill>
              <a:latin typeface="Tahoma" panose="020B0604030504040204" pitchFamily="34" charset="0"/>
              <a:ea typeface="ヒラギノ角ゴ Pro W3" panose="020B0300000000000000" pitchFamily="34" charset="-128"/>
            </a:endParaRPr>
          </a:p>
        </p:txBody>
      </p:sp>
      <p:sp>
        <p:nvSpPr>
          <p:cNvPr id="10243" name="Rectangle 2">
            <a:extLst>
              <a:ext uri="{FF2B5EF4-FFF2-40B4-BE49-F238E27FC236}">
                <a16:creationId xmlns:a16="http://schemas.microsoft.com/office/drawing/2014/main" id="{F996F1FA-75A8-5948-AC02-8CDBC372FC9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4" name="Rectangle 3">
            <a:extLst>
              <a:ext uri="{FF2B5EF4-FFF2-40B4-BE49-F238E27FC236}">
                <a16:creationId xmlns:a16="http://schemas.microsoft.com/office/drawing/2014/main" id="{EE8FDB57-2814-6E4B-B97F-790DCEB224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Gill Sans" panose="020B0502020104020203" pitchFamily="34" charset="-79"/>
              <a:ea typeface="ＭＳ Ｐゴシック" panose="020B0600070205080204" pitchFamily="34" charset="-128"/>
            </a:endParaRPr>
          </a:p>
        </p:txBody>
      </p:sp>
    </p:spTree>
    <p:extLst>
      <p:ext uri="{BB962C8B-B14F-4D97-AF65-F5344CB8AC3E}">
        <p14:creationId xmlns:p14="http://schemas.microsoft.com/office/powerpoint/2010/main" val="32445016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2274235-44D4-8041-9AED-2346C0EE1F3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ヒラギノ角ゴ Pro W3" panose="020B0300000000000000" pitchFamily="34" charset="-128"/>
              </a:defRPr>
            </a:lvl3pPr>
            <a:lvl4pPr marL="1600200" indent="-228600">
              <a:spcBef>
                <a:spcPct val="30000"/>
              </a:spcBef>
              <a:defRPr sz="1200">
                <a:solidFill>
                  <a:schemeClr val="tx1"/>
                </a:solidFill>
                <a:latin typeface="Calibri" panose="020F0502020204030204" pitchFamily="34" charset="0"/>
                <a:ea typeface="ヒラギノ角ゴ Pro W3" panose="020B0300000000000000"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8E359EA-D287-A449-8193-A941D891FBD4}" type="slidenum">
              <a:rPr lang="en-US" altLang="en-US" smtClean="0">
                <a:solidFill>
                  <a:srgbClr val="AE2B21"/>
                </a:solidFill>
                <a:latin typeface="Tahoma" panose="020B0604030504040204" pitchFamily="34" charset="0"/>
                <a:ea typeface="ヒラギノ角ゴ Pro W3" panose="020B0300000000000000" pitchFamily="34" charset="-128"/>
              </a:rPr>
              <a:pPr>
                <a:spcBef>
                  <a:spcPct val="0"/>
                </a:spcBef>
              </a:pPr>
              <a:t>6</a:t>
            </a:fld>
            <a:endParaRPr lang="en-US" altLang="en-US">
              <a:solidFill>
                <a:srgbClr val="AE2B21"/>
              </a:solidFill>
              <a:latin typeface="Tahoma" panose="020B0604030504040204" pitchFamily="34" charset="0"/>
              <a:ea typeface="ヒラギノ角ゴ Pro W3" panose="020B0300000000000000" pitchFamily="34" charset="-128"/>
            </a:endParaRPr>
          </a:p>
        </p:txBody>
      </p:sp>
      <p:sp>
        <p:nvSpPr>
          <p:cNvPr id="10243" name="Rectangle 2">
            <a:extLst>
              <a:ext uri="{FF2B5EF4-FFF2-40B4-BE49-F238E27FC236}">
                <a16:creationId xmlns:a16="http://schemas.microsoft.com/office/drawing/2014/main" id="{F996F1FA-75A8-5948-AC02-8CDBC372FC9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4" name="Rectangle 3">
            <a:extLst>
              <a:ext uri="{FF2B5EF4-FFF2-40B4-BE49-F238E27FC236}">
                <a16:creationId xmlns:a16="http://schemas.microsoft.com/office/drawing/2014/main" id="{EE8FDB57-2814-6E4B-B97F-790DCEB224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Gill Sans" panose="020B0502020104020203" pitchFamily="34" charset="-79"/>
              <a:ea typeface="ＭＳ Ｐゴシック" panose="020B0600070205080204" pitchFamily="34" charset="-128"/>
            </a:endParaRPr>
          </a:p>
        </p:txBody>
      </p:sp>
    </p:spTree>
    <p:extLst>
      <p:ext uri="{BB962C8B-B14F-4D97-AF65-F5344CB8AC3E}">
        <p14:creationId xmlns:p14="http://schemas.microsoft.com/office/powerpoint/2010/main" val="32445016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2274235-44D4-8041-9AED-2346C0EE1F3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ヒラギノ角ゴ Pro W3" panose="020B0300000000000000" pitchFamily="34" charset="-128"/>
              </a:defRPr>
            </a:lvl3pPr>
            <a:lvl4pPr marL="1600200" indent="-228600">
              <a:spcBef>
                <a:spcPct val="30000"/>
              </a:spcBef>
              <a:defRPr sz="1200">
                <a:solidFill>
                  <a:schemeClr val="tx1"/>
                </a:solidFill>
                <a:latin typeface="Calibri" panose="020F0502020204030204" pitchFamily="34" charset="0"/>
                <a:ea typeface="ヒラギノ角ゴ Pro W3" panose="020B0300000000000000"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8E359EA-D287-A449-8193-A941D891FBD4}" type="slidenum">
              <a:rPr lang="en-US" altLang="en-US" smtClean="0">
                <a:solidFill>
                  <a:srgbClr val="AE2B21"/>
                </a:solidFill>
                <a:latin typeface="Tahoma" panose="020B0604030504040204" pitchFamily="34" charset="0"/>
                <a:ea typeface="ヒラギノ角ゴ Pro W3" panose="020B0300000000000000" pitchFamily="34" charset="-128"/>
              </a:rPr>
              <a:pPr>
                <a:spcBef>
                  <a:spcPct val="0"/>
                </a:spcBef>
              </a:pPr>
              <a:t>7</a:t>
            </a:fld>
            <a:endParaRPr lang="en-US" altLang="en-US">
              <a:solidFill>
                <a:srgbClr val="AE2B21"/>
              </a:solidFill>
              <a:latin typeface="Tahoma" panose="020B0604030504040204" pitchFamily="34" charset="0"/>
              <a:ea typeface="ヒラギノ角ゴ Pro W3" panose="020B0300000000000000" pitchFamily="34" charset="-128"/>
            </a:endParaRPr>
          </a:p>
        </p:txBody>
      </p:sp>
      <p:sp>
        <p:nvSpPr>
          <p:cNvPr id="10243" name="Rectangle 2">
            <a:extLst>
              <a:ext uri="{FF2B5EF4-FFF2-40B4-BE49-F238E27FC236}">
                <a16:creationId xmlns:a16="http://schemas.microsoft.com/office/drawing/2014/main" id="{F996F1FA-75A8-5948-AC02-8CDBC372FC9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4" name="Rectangle 3">
            <a:extLst>
              <a:ext uri="{FF2B5EF4-FFF2-40B4-BE49-F238E27FC236}">
                <a16:creationId xmlns:a16="http://schemas.microsoft.com/office/drawing/2014/main" id="{EE8FDB57-2814-6E4B-B97F-790DCEB224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Gill Sans" panose="020B0502020104020203" pitchFamily="34" charset="-79"/>
              <a:ea typeface="ＭＳ Ｐゴシック" panose="020B0600070205080204" pitchFamily="34" charset="-128"/>
            </a:endParaRPr>
          </a:p>
        </p:txBody>
      </p:sp>
    </p:spTree>
    <p:extLst>
      <p:ext uri="{BB962C8B-B14F-4D97-AF65-F5344CB8AC3E}">
        <p14:creationId xmlns:p14="http://schemas.microsoft.com/office/powerpoint/2010/main" val="32445016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2274235-44D4-8041-9AED-2346C0EE1F3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ヒラギノ角ゴ Pro W3" panose="020B0300000000000000" pitchFamily="34" charset="-128"/>
              </a:defRPr>
            </a:lvl3pPr>
            <a:lvl4pPr marL="1600200" indent="-228600">
              <a:spcBef>
                <a:spcPct val="30000"/>
              </a:spcBef>
              <a:defRPr sz="1200">
                <a:solidFill>
                  <a:schemeClr val="tx1"/>
                </a:solidFill>
                <a:latin typeface="Calibri" panose="020F0502020204030204" pitchFamily="34" charset="0"/>
                <a:ea typeface="ヒラギノ角ゴ Pro W3" panose="020B0300000000000000"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8E359EA-D287-A449-8193-A941D891FBD4}" type="slidenum">
              <a:rPr lang="en-US" altLang="en-US" smtClean="0">
                <a:solidFill>
                  <a:srgbClr val="AE2B21"/>
                </a:solidFill>
                <a:latin typeface="Tahoma" panose="020B0604030504040204" pitchFamily="34" charset="0"/>
                <a:ea typeface="ヒラギノ角ゴ Pro W3" panose="020B0300000000000000" pitchFamily="34" charset="-128"/>
              </a:rPr>
              <a:pPr>
                <a:spcBef>
                  <a:spcPct val="0"/>
                </a:spcBef>
              </a:pPr>
              <a:t>8</a:t>
            </a:fld>
            <a:endParaRPr lang="en-US" altLang="en-US">
              <a:solidFill>
                <a:srgbClr val="AE2B21"/>
              </a:solidFill>
              <a:latin typeface="Tahoma" panose="020B0604030504040204" pitchFamily="34" charset="0"/>
              <a:ea typeface="ヒラギノ角ゴ Pro W3" panose="020B0300000000000000" pitchFamily="34" charset="-128"/>
            </a:endParaRPr>
          </a:p>
        </p:txBody>
      </p:sp>
      <p:sp>
        <p:nvSpPr>
          <p:cNvPr id="10243" name="Rectangle 2">
            <a:extLst>
              <a:ext uri="{FF2B5EF4-FFF2-40B4-BE49-F238E27FC236}">
                <a16:creationId xmlns:a16="http://schemas.microsoft.com/office/drawing/2014/main" id="{F996F1FA-75A8-5948-AC02-8CDBC372FC9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4" name="Rectangle 3">
            <a:extLst>
              <a:ext uri="{FF2B5EF4-FFF2-40B4-BE49-F238E27FC236}">
                <a16:creationId xmlns:a16="http://schemas.microsoft.com/office/drawing/2014/main" id="{EE8FDB57-2814-6E4B-B97F-790DCEB224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Gill Sans" panose="020B0502020104020203" pitchFamily="34" charset="-79"/>
              <a:ea typeface="ＭＳ Ｐゴシック" panose="020B0600070205080204" pitchFamily="34" charset="-128"/>
            </a:endParaRPr>
          </a:p>
        </p:txBody>
      </p:sp>
    </p:spTree>
    <p:extLst>
      <p:ext uri="{BB962C8B-B14F-4D97-AF65-F5344CB8AC3E}">
        <p14:creationId xmlns:p14="http://schemas.microsoft.com/office/powerpoint/2010/main" val="32445016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2274235-44D4-8041-9AED-2346C0EE1F3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ヒラギノ角ゴ Pro W3" panose="020B0300000000000000" pitchFamily="34" charset="-128"/>
              </a:defRPr>
            </a:lvl3pPr>
            <a:lvl4pPr marL="1600200" indent="-228600">
              <a:spcBef>
                <a:spcPct val="30000"/>
              </a:spcBef>
              <a:defRPr sz="1200">
                <a:solidFill>
                  <a:schemeClr val="tx1"/>
                </a:solidFill>
                <a:latin typeface="Calibri" panose="020F0502020204030204" pitchFamily="34" charset="0"/>
                <a:ea typeface="ヒラギノ角ゴ Pro W3" panose="020B0300000000000000"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8E359EA-D287-A449-8193-A941D891FBD4}" type="slidenum">
              <a:rPr lang="en-US" altLang="en-US" smtClean="0">
                <a:solidFill>
                  <a:srgbClr val="AE2B21"/>
                </a:solidFill>
                <a:latin typeface="Tahoma" panose="020B0604030504040204" pitchFamily="34" charset="0"/>
                <a:ea typeface="ヒラギノ角ゴ Pro W3" panose="020B0300000000000000" pitchFamily="34" charset="-128"/>
              </a:rPr>
              <a:pPr>
                <a:spcBef>
                  <a:spcPct val="0"/>
                </a:spcBef>
              </a:pPr>
              <a:t>9</a:t>
            </a:fld>
            <a:endParaRPr lang="en-US" altLang="en-US">
              <a:solidFill>
                <a:srgbClr val="AE2B21"/>
              </a:solidFill>
              <a:latin typeface="Tahoma" panose="020B0604030504040204" pitchFamily="34" charset="0"/>
              <a:ea typeface="ヒラギノ角ゴ Pro W3" panose="020B0300000000000000" pitchFamily="34" charset="-128"/>
            </a:endParaRPr>
          </a:p>
        </p:txBody>
      </p:sp>
      <p:sp>
        <p:nvSpPr>
          <p:cNvPr id="10243" name="Rectangle 2">
            <a:extLst>
              <a:ext uri="{FF2B5EF4-FFF2-40B4-BE49-F238E27FC236}">
                <a16:creationId xmlns:a16="http://schemas.microsoft.com/office/drawing/2014/main" id="{F996F1FA-75A8-5948-AC02-8CDBC372FC9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4" name="Rectangle 3">
            <a:extLst>
              <a:ext uri="{FF2B5EF4-FFF2-40B4-BE49-F238E27FC236}">
                <a16:creationId xmlns:a16="http://schemas.microsoft.com/office/drawing/2014/main" id="{EE8FDB57-2814-6E4B-B97F-790DCEB224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Gill Sans" panose="020B0502020104020203" pitchFamily="34" charset="-79"/>
              <a:ea typeface="ＭＳ Ｐゴシック" panose="020B0600070205080204" pitchFamily="34" charset="-128"/>
            </a:endParaRPr>
          </a:p>
        </p:txBody>
      </p:sp>
    </p:spTree>
    <p:extLst>
      <p:ext uri="{BB962C8B-B14F-4D97-AF65-F5344CB8AC3E}">
        <p14:creationId xmlns:p14="http://schemas.microsoft.com/office/powerpoint/2010/main" val="32445016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2274235-44D4-8041-9AED-2346C0EE1F3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ヒラギノ角ゴ Pro W3" panose="020B0300000000000000" pitchFamily="34" charset="-128"/>
              </a:defRPr>
            </a:lvl3pPr>
            <a:lvl4pPr marL="1600200" indent="-228600">
              <a:spcBef>
                <a:spcPct val="30000"/>
              </a:spcBef>
              <a:defRPr sz="1200">
                <a:solidFill>
                  <a:schemeClr val="tx1"/>
                </a:solidFill>
                <a:latin typeface="Calibri" panose="020F0502020204030204" pitchFamily="34" charset="0"/>
                <a:ea typeface="ヒラギノ角ゴ Pro W3" panose="020B0300000000000000"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8E359EA-D287-A449-8193-A941D891FBD4}" type="slidenum">
              <a:rPr lang="en-US" altLang="en-US" smtClean="0">
                <a:solidFill>
                  <a:srgbClr val="AE2B21"/>
                </a:solidFill>
                <a:latin typeface="Tahoma" panose="020B0604030504040204" pitchFamily="34" charset="0"/>
                <a:ea typeface="ヒラギノ角ゴ Pro W3" panose="020B0300000000000000" pitchFamily="34" charset="-128"/>
              </a:rPr>
              <a:pPr>
                <a:spcBef>
                  <a:spcPct val="0"/>
                </a:spcBef>
              </a:pPr>
              <a:t>10</a:t>
            </a:fld>
            <a:endParaRPr lang="en-US" altLang="en-US">
              <a:solidFill>
                <a:srgbClr val="AE2B21"/>
              </a:solidFill>
              <a:latin typeface="Tahoma" panose="020B0604030504040204" pitchFamily="34" charset="0"/>
              <a:ea typeface="ヒラギノ角ゴ Pro W3" panose="020B0300000000000000" pitchFamily="34" charset="-128"/>
            </a:endParaRPr>
          </a:p>
        </p:txBody>
      </p:sp>
      <p:sp>
        <p:nvSpPr>
          <p:cNvPr id="10243" name="Rectangle 2">
            <a:extLst>
              <a:ext uri="{FF2B5EF4-FFF2-40B4-BE49-F238E27FC236}">
                <a16:creationId xmlns:a16="http://schemas.microsoft.com/office/drawing/2014/main" id="{F996F1FA-75A8-5948-AC02-8CDBC372FC9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4" name="Rectangle 3">
            <a:extLst>
              <a:ext uri="{FF2B5EF4-FFF2-40B4-BE49-F238E27FC236}">
                <a16:creationId xmlns:a16="http://schemas.microsoft.com/office/drawing/2014/main" id="{EE8FDB57-2814-6E4B-B97F-790DCEB224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Gill Sans" panose="020B0502020104020203" pitchFamily="34" charset="-79"/>
              <a:ea typeface="ＭＳ Ｐゴシック" panose="020B0600070205080204" pitchFamily="34" charset="-128"/>
            </a:endParaRPr>
          </a:p>
        </p:txBody>
      </p:sp>
    </p:spTree>
    <p:extLst>
      <p:ext uri="{BB962C8B-B14F-4D97-AF65-F5344CB8AC3E}">
        <p14:creationId xmlns:p14="http://schemas.microsoft.com/office/powerpoint/2010/main" val="32445016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2274235-44D4-8041-9AED-2346C0EE1F3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ヒラギノ角ゴ Pro W3" panose="020B0300000000000000" pitchFamily="34" charset="-128"/>
              </a:defRPr>
            </a:lvl3pPr>
            <a:lvl4pPr marL="1600200" indent="-228600">
              <a:spcBef>
                <a:spcPct val="30000"/>
              </a:spcBef>
              <a:defRPr sz="1200">
                <a:solidFill>
                  <a:schemeClr val="tx1"/>
                </a:solidFill>
                <a:latin typeface="Calibri" panose="020F0502020204030204" pitchFamily="34" charset="0"/>
                <a:ea typeface="ヒラギノ角ゴ Pro W3" panose="020B0300000000000000"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8E359EA-D287-A449-8193-A941D891FBD4}" type="slidenum">
              <a:rPr lang="en-US" altLang="en-US" smtClean="0">
                <a:solidFill>
                  <a:srgbClr val="AE2B21"/>
                </a:solidFill>
                <a:latin typeface="Tahoma" panose="020B0604030504040204" pitchFamily="34" charset="0"/>
                <a:ea typeface="ヒラギノ角ゴ Pro W3" panose="020B0300000000000000" pitchFamily="34" charset="-128"/>
              </a:rPr>
              <a:pPr>
                <a:spcBef>
                  <a:spcPct val="0"/>
                </a:spcBef>
              </a:pPr>
              <a:t>11</a:t>
            </a:fld>
            <a:endParaRPr lang="en-US" altLang="en-US">
              <a:solidFill>
                <a:srgbClr val="AE2B21"/>
              </a:solidFill>
              <a:latin typeface="Tahoma" panose="020B0604030504040204" pitchFamily="34" charset="0"/>
              <a:ea typeface="ヒラギノ角ゴ Pro W3" panose="020B0300000000000000" pitchFamily="34" charset="-128"/>
            </a:endParaRPr>
          </a:p>
        </p:txBody>
      </p:sp>
      <p:sp>
        <p:nvSpPr>
          <p:cNvPr id="10243" name="Rectangle 2">
            <a:extLst>
              <a:ext uri="{FF2B5EF4-FFF2-40B4-BE49-F238E27FC236}">
                <a16:creationId xmlns:a16="http://schemas.microsoft.com/office/drawing/2014/main" id="{F996F1FA-75A8-5948-AC02-8CDBC372FC9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4" name="Rectangle 3">
            <a:extLst>
              <a:ext uri="{FF2B5EF4-FFF2-40B4-BE49-F238E27FC236}">
                <a16:creationId xmlns:a16="http://schemas.microsoft.com/office/drawing/2014/main" id="{EE8FDB57-2814-6E4B-B97F-790DCEB224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Gill Sans" panose="020B0502020104020203" pitchFamily="34" charset="-79"/>
              <a:ea typeface="ＭＳ Ｐゴシック" panose="020B0600070205080204" pitchFamily="34" charset="-128"/>
            </a:endParaRPr>
          </a:p>
        </p:txBody>
      </p:sp>
    </p:spTree>
    <p:extLst>
      <p:ext uri="{BB962C8B-B14F-4D97-AF65-F5344CB8AC3E}">
        <p14:creationId xmlns:p14="http://schemas.microsoft.com/office/powerpoint/2010/main" val="32445016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2274235-44D4-8041-9AED-2346C0EE1F3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ヒラギノ角ゴ Pro W3" panose="020B0300000000000000" pitchFamily="34" charset="-128"/>
              </a:defRPr>
            </a:lvl3pPr>
            <a:lvl4pPr marL="1600200" indent="-228600">
              <a:spcBef>
                <a:spcPct val="30000"/>
              </a:spcBef>
              <a:defRPr sz="1200">
                <a:solidFill>
                  <a:schemeClr val="tx1"/>
                </a:solidFill>
                <a:latin typeface="Calibri" panose="020F0502020204030204" pitchFamily="34" charset="0"/>
                <a:ea typeface="ヒラギノ角ゴ Pro W3" panose="020B0300000000000000"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8E359EA-D287-A449-8193-A941D891FBD4}" type="slidenum">
              <a:rPr lang="en-US" altLang="en-US" smtClean="0">
                <a:solidFill>
                  <a:srgbClr val="AE2B21"/>
                </a:solidFill>
                <a:latin typeface="Tahoma" panose="020B0604030504040204" pitchFamily="34" charset="0"/>
                <a:ea typeface="ヒラギノ角ゴ Pro W3" panose="020B0300000000000000" pitchFamily="34" charset="-128"/>
              </a:rPr>
              <a:pPr>
                <a:spcBef>
                  <a:spcPct val="0"/>
                </a:spcBef>
              </a:pPr>
              <a:t>12</a:t>
            </a:fld>
            <a:endParaRPr lang="en-US" altLang="en-US">
              <a:solidFill>
                <a:srgbClr val="AE2B21"/>
              </a:solidFill>
              <a:latin typeface="Tahoma" panose="020B0604030504040204" pitchFamily="34" charset="0"/>
              <a:ea typeface="ヒラギノ角ゴ Pro W3" panose="020B0300000000000000" pitchFamily="34" charset="-128"/>
            </a:endParaRPr>
          </a:p>
        </p:txBody>
      </p:sp>
      <p:sp>
        <p:nvSpPr>
          <p:cNvPr id="10243" name="Rectangle 2">
            <a:extLst>
              <a:ext uri="{FF2B5EF4-FFF2-40B4-BE49-F238E27FC236}">
                <a16:creationId xmlns:a16="http://schemas.microsoft.com/office/drawing/2014/main" id="{F996F1FA-75A8-5948-AC02-8CDBC372FC9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4" name="Rectangle 3">
            <a:extLst>
              <a:ext uri="{FF2B5EF4-FFF2-40B4-BE49-F238E27FC236}">
                <a16:creationId xmlns:a16="http://schemas.microsoft.com/office/drawing/2014/main" id="{EE8FDB57-2814-6E4B-B97F-790DCEB224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Gill Sans" panose="020B0502020104020203" pitchFamily="34" charset="-79"/>
              <a:ea typeface="ＭＳ Ｐゴシック" panose="020B0600070205080204" pitchFamily="34" charset="-128"/>
            </a:endParaRPr>
          </a:p>
        </p:txBody>
      </p:sp>
    </p:spTree>
    <p:extLst>
      <p:ext uri="{BB962C8B-B14F-4D97-AF65-F5344CB8AC3E}">
        <p14:creationId xmlns:p14="http://schemas.microsoft.com/office/powerpoint/2010/main" val="32445016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2274235-44D4-8041-9AED-2346C0EE1F3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ヒラギノ角ゴ Pro W3" panose="020B0300000000000000" pitchFamily="34" charset="-128"/>
              </a:defRPr>
            </a:lvl3pPr>
            <a:lvl4pPr marL="1600200" indent="-228600">
              <a:spcBef>
                <a:spcPct val="30000"/>
              </a:spcBef>
              <a:defRPr sz="1200">
                <a:solidFill>
                  <a:schemeClr val="tx1"/>
                </a:solidFill>
                <a:latin typeface="Calibri" panose="020F0502020204030204" pitchFamily="34" charset="0"/>
                <a:ea typeface="ヒラギノ角ゴ Pro W3" panose="020B0300000000000000"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8E359EA-D287-A449-8193-A941D891FBD4}" type="slidenum">
              <a:rPr lang="en-US" altLang="en-US" smtClean="0">
                <a:solidFill>
                  <a:srgbClr val="AE2B21"/>
                </a:solidFill>
                <a:latin typeface="Tahoma" panose="020B0604030504040204" pitchFamily="34" charset="0"/>
                <a:ea typeface="ヒラギノ角ゴ Pro W3" panose="020B0300000000000000" pitchFamily="34" charset="-128"/>
              </a:rPr>
              <a:pPr>
                <a:spcBef>
                  <a:spcPct val="0"/>
                </a:spcBef>
              </a:pPr>
              <a:t>13</a:t>
            </a:fld>
            <a:endParaRPr lang="en-US" altLang="en-US">
              <a:solidFill>
                <a:srgbClr val="AE2B21"/>
              </a:solidFill>
              <a:latin typeface="Tahoma" panose="020B0604030504040204" pitchFamily="34" charset="0"/>
              <a:ea typeface="ヒラギノ角ゴ Pro W3" panose="020B0300000000000000" pitchFamily="34" charset="-128"/>
            </a:endParaRPr>
          </a:p>
        </p:txBody>
      </p:sp>
      <p:sp>
        <p:nvSpPr>
          <p:cNvPr id="10243" name="Rectangle 2">
            <a:extLst>
              <a:ext uri="{FF2B5EF4-FFF2-40B4-BE49-F238E27FC236}">
                <a16:creationId xmlns:a16="http://schemas.microsoft.com/office/drawing/2014/main" id="{F996F1FA-75A8-5948-AC02-8CDBC372FC9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4" name="Rectangle 3">
            <a:extLst>
              <a:ext uri="{FF2B5EF4-FFF2-40B4-BE49-F238E27FC236}">
                <a16:creationId xmlns:a16="http://schemas.microsoft.com/office/drawing/2014/main" id="{EE8FDB57-2814-6E4B-B97F-790DCEB224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Gill Sans" panose="020B0502020104020203" pitchFamily="34" charset="-79"/>
              <a:ea typeface="ＭＳ Ｐゴシック" panose="020B0600070205080204" pitchFamily="34" charset="-128"/>
            </a:endParaRPr>
          </a:p>
        </p:txBody>
      </p:sp>
    </p:spTree>
    <p:extLst>
      <p:ext uri="{BB962C8B-B14F-4D97-AF65-F5344CB8AC3E}">
        <p14:creationId xmlns:p14="http://schemas.microsoft.com/office/powerpoint/2010/main" val="324450164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7983232" y="5037663"/>
            <a:ext cx="897467" cy="279400"/>
          </a:xfrm>
        </p:spPr>
        <p:txBody>
          <a:bodyPr/>
          <a:lstStyle/>
          <a:p>
            <a:fld id="{613B87A2-D943-4A8B-97AA-5AEC9A7D0511}" type="datetimeFigureOut">
              <a:rPr lang="en-NZ" smtClean="0"/>
              <a:pPr/>
              <a:t>30/04/2025</a:t>
            </a:fld>
            <a:endParaRPr lang="en-NZ"/>
          </a:p>
        </p:txBody>
      </p:sp>
      <p:sp>
        <p:nvSpPr>
          <p:cNvPr id="5" name="Footer Placeholder 4"/>
          <p:cNvSpPr>
            <a:spLocks noGrp="1"/>
          </p:cNvSpPr>
          <p:nvPr>
            <p:ph type="ftr" sz="quarter" idx="11"/>
          </p:nvPr>
        </p:nvSpPr>
        <p:spPr>
          <a:xfrm>
            <a:off x="2692397" y="5037663"/>
            <a:ext cx="5214635" cy="279400"/>
          </a:xfrm>
        </p:spPr>
        <p:txBody>
          <a:bodyPr/>
          <a:lstStyle/>
          <a:p>
            <a:endParaRPr lang="en-NZ"/>
          </a:p>
        </p:txBody>
      </p:sp>
      <p:sp>
        <p:nvSpPr>
          <p:cNvPr id="6" name="Slide Number Placeholder 5"/>
          <p:cNvSpPr>
            <a:spLocks noGrp="1"/>
          </p:cNvSpPr>
          <p:nvPr>
            <p:ph type="sldNum" sz="quarter" idx="12"/>
          </p:nvPr>
        </p:nvSpPr>
        <p:spPr>
          <a:xfrm>
            <a:off x="8956900" y="5037663"/>
            <a:ext cx="551167" cy="279400"/>
          </a:xfrm>
        </p:spPr>
        <p:txBody>
          <a:bodyPr/>
          <a:lstStyle/>
          <a:p>
            <a:fld id="{6AAB0B02-0CF5-44A0-BA25-9077EFE85C5F}" type="slidenum">
              <a:rPr lang="en-NZ" smtClean="0"/>
              <a:pPr/>
              <a:t>‹#›</a:t>
            </a:fld>
            <a:endParaRPr lang="en-NZ"/>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88375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13B87A2-D943-4A8B-97AA-5AEC9A7D0511}" type="datetimeFigureOut">
              <a:rPr lang="en-NZ" smtClean="0"/>
              <a:pPr/>
              <a:t>30/04/2025</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6AAB0B02-0CF5-44A0-BA25-9077EFE85C5F}" type="slidenum">
              <a:rPr lang="en-NZ" smtClean="0"/>
              <a:pPr/>
              <a:t>‹#›</a:t>
            </a:fld>
            <a:endParaRPr lang="en-NZ"/>
          </a:p>
        </p:txBody>
      </p:sp>
    </p:spTree>
    <p:extLst>
      <p:ext uri="{BB962C8B-B14F-4D97-AF65-F5344CB8AC3E}">
        <p14:creationId xmlns:p14="http://schemas.microsoft.com/office/powerpoint/2010/main" val="3285274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3B87A2-D943-4A8B-97AA-5AEC9A7D0511}" type="datetimeFigureOut">
              <a:rPr lang="en-NZ" smtClean="0"/>
              <a:pPr/>
              <a:t>30/04/2025</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6AAB0B02-0CF5-44A0-BA25-9077EFE85C5F}" type="slidenum">
              <a:rPr lang="en-NZ" smtClean="0"/>
              <a:pPr/>
              <a:t>‹#›</a:t>
            </a:fld>
            <a:endParaRPr lang="en-NZ"/>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156313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13B87A2-D943-4A8B-97AA-5AEC9A7D0511}" type="datetimeFigureOut">
              <a:rPr lang="en-NZ" smtClean="0"/>
              <a:pPr/>
              <a:t>30/04/2025</a:t>
            </a:fld>
            <a:endParaRPr lang="en-NZ"/>
          </a:p>
        </p:txBody>
      </p:sp>
      <p:sp>
        <p:nvSpPr>
          <p:cNvPr id="6" name="Footer Placeholder 5"/>
          <p:cNvSpPr>
            <a:spLocks noGrp="1"/>
          </p:cNvSpPr>
          <p:nvPr>
            <p:ph type="ftr" sz="quarter" idx="11"/>
          </p:nvPr>
        </p:nvSpPr>
        <p:spPr/>
        <p:txBody>
          <a:bodyPr/>
          <a:lstStyle/>
          <a:p>
            <a:endParaRPr lang="en-NZ"/>
          </a:p>
        </p:txBody>
      </p:sp>
      <p:sp>
        <p:nvSpPr>
          <p:cNvPr id="7" name="Slide Number Placeholder 6"/>
          <p:cNvSpPr>
            <a:spLocks noGrp="1"/>
          </p:cNvSpPr>
          <p:nvPr>
            <p:ph type="sldNum" sz="quarter" idx="12"/>
          </p:nvPr>
        </p:nvSpPr>
        <p:spPr/>
        <p:txBody>
          <a:bodyPr/>
          <a:lstStyle/>
          <a:p>
            <a:fld id="{6AAB0B02-0CF5-44A0-BA25-9077EFE85C5F}" type="slidenum">
              <a:rPr lang="en-NZ" smtClean="0"/>
              <a:pPr/>
              <a:t>‹#›</a:t>
            </a:fld>
            <a:endParaRPr lang="en-NZ"/>
          </a:p>
        </p:txBody>
      </p:sp>
    </p:spTree>
    <p:extLst>
      <p:ext uri="{BB962C8B-B14F-4D97-AF65-F5344CB8AC3E}">
        <p14:creationId xmlns:p14="http://schemas.microsoft.com/office/powerpoint/2010/main" val="40921382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13B87A2-D943-4A8B-97AA-5AEC9A7D0511}" type="datetimeFigureOut">
              <a:rPr lang="en-NZ" smtClean="0"/>
              <a:pPr/>
              <a:t>30/04/2025</a:t>
            </a:fld>
            <a:endParaRPr lang="en-NZ"/>
          </a:p>
        </p:txBody>
      </p:sp>
      <p:sp>
        <p:nvSpPr>
          <p:cNvPr id="8" name="Footer Placeholder 7"/>
          <p:cNvSpPr>
            <a:spLocks noGrp="1"/>
          </p:cNvSpPr>
          <p:nvPr>
            <p:ph type="ftr" sz="quarter" idx="11"/>
          </p:nvPr>
        </p:nvSpPr>
        <p:spPr/>
        <p:txBody>
          <a:bodyPr/>
          <a:lstStyle/>
          <a:p>
            <a:endParaRPr lang="en-NZ"/>
          </a:p>
        </p:txBody>
      </p:sp>
      <p:sp>
        <p:nvSpPr>
          <p:cNvPr id="9" name="Slide Number Placeholder 8"/>
          <p:cNvSpPr>
            <a:spLocks noGrp="1"/>
          </p:cNvSpPr>
          <p:nvPr>
            <p:ph type="sldNum" sz="quarter" idx="12"/>
          </p:nvPr>
        </p:nvSpPr>
        <p:spPr/>
        <p:txBody>
          <a:bodyPr/>
          <a:lstStyle/>
          <a:p>
            <a:fld id="{6AAB0B02-0CF5-44A0-BA25-9077EFE85C5F}" type="slidenum">
              <a:rPr lang="en-NZ" smtClean="0"/>
              <a:pPr/>
              <a:t>‹#›</a:t>
            </a:fld>
            <a:endParaRPr lang="en-NZ"/>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91086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13B87A2-D943-4A8B-97AA-5AEC9A7D0511}" type="datetimeFigureOut">
              <a:rPr lang="en-NZ" smtClean="0"/>
              <a:pPr/>
              <a:t>30/04/2025</a:t>
            </a:fld>
            <a:endParaRPr lang="en-NZ"/>
          </a:p>
        </p:txBody>
      </p:sp>
      <p:sp>
        <p:nvSpPr>
          <p:cNvPr id="4" name="Footer Placeholder 3"/>
          <p:cNvSpPr>
            <a:spLocks noGrp="1"/>
          </p:cNvSpPr>
          <p:nvPr>
            <p:ph type="ftr" sz="quarter" idx="11"/>
          </p:nvPr>
        </p:nvSpPr>
        <p:spPr/>
        <p:txBody>
          <a:bodyPr/>
          <a:lstStyle/>
          <a:p>
            <a:endParaRPr lang="en-NZ"/>
          </a:p>
        </p:txBody>
      </p:sp>
      <p:sp>
        <p:nvSpPr>
          <p:cNvPr id="5" name="Slide Number Placeholder 4"/>
          <p:cNvSpPr>
            <a:spLocks noGrp="1"/>
          </p:cNvSpPr>
          <p:nvPr>
            <p:ph type="sldNum" sz="quarter" idx="12"/>
          </p:nvPr>
        </p:nvSpPr>
        <p:spPr/>
        <p:txBody>
          <a:bodyPr/>
          <a:lstStyle/>
          <a:p>
            <a:fld id="{6AAB0B02-0CF5-44A0-BA25-9077EFE85C5F}" type="slidenum">
              <a:rPr lang="en-NZ" smtClean="0"/>
              <a:pPr/>
              <a:t>‹#›</a:t>
            </a:fld>
            <a:endParaRPr lang="en-NZ"/>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88144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13B87A2-D943-4A8B-97AA-5AEC9A7D0511}" type="datetimeFigureOut">
              <a:rPr lang="en-NZ" smtClean="0"/>
              <a:pPr/>
              <a:t>30/04/2025</a:t>
            </a:fld>
            <a:endParaRPr lang="en-NZ"/>
          </a:p>
        </p:txBody>
      </p:sp>
      <p:sp>
        <p:nvSpPr>
          <p:cNvPr id="3" name="Footer Placeholder 2"/>
          <p:cNvSpPr>
            <a:spLocks noGrp="1"/>
          </p:cNvSpPr>
          <p:nvPr>
            <p:ph type="ftr" sz="quarter" idx="11"/>
          </p:nvPr>
        </p:nvSpPr>
        <p:spPr/>
        <p:txBody>
          <a:bodyPr/>
          <a:lstStyle/>
          <a:p>
            <a:endParaRPr lang="en-NZ"/>
          </a:p>
        </p:txBody>
      </p:sp>
      <p:sp>
        <p:nvSpPr>
          <p:cNvPr id="4" name="Slide Number Placeholder 3"/>
          <p:cNvSpPr>
            <a:spLocks noGrp="1"/>
          </p:cNvSpPr>
          <p:nvPr>
            <p:ph type="sldNum" sz="quarter" idx="12"/>
          </p:nvPr>
        </p:nvSpPr>
        <p:spPr/>
        <p:txBody>
          <a:bodyPr/>
          <a:lstStyle/>
          <a:p>
            <a:fld id="{6AAB0B02-0CF5-44A0-BA25-9077EFE85C5F}" type="slidenum">
              <a:rPr lang="en-NZ" smtClean="0"/>
              <a:pPr/>
              <a:t>‹#›</a:t>
            </a:fld>
            <a:endParaRPr lang="en-NZ"/>
          </a:p>
        </p:txBody>
      </p:sp>
    </p:spTree>
    <p:extLst>
      <p:ext uri="{BB962C8B-B14F-4D97-AF65-F5344CB8AC3E}">
        <p14:creationId xmlns:p14="http://schemas.microsoft.com/office/powerpoint/2010/main" val="3925185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13B87A2-D943-4A8B-97AA-5AEC9A7D0511}" type="datetimeFigureOut">
              <a:rPr lang="en-NZ" smtClean="0"/>
              <a:pPr/>
              <a:t>30/04/2025</a:t>
            </a:fld>
            <a:endParaRPr lang="en-NZ"/>
          </a:p>
        </p:txBody>
      </p:sp>
      <p:sp>
        <p:nvSpPr>
          <p:cNvPr id="6" name="Footer Placeholder 5"/>
          <p:cNvSpPr>
            <a:spLocks noGrp="1"/>
          </p:cNvSpPr>
          <p:nvPr>
            <p:ph type="ftr" sz="quarter" idx="11"/>
          </p:nvPr>
        </p:nvSpPr>
        <p:spPr/>
        <p:txBody>
          <a:bodyPr/>
          <a:lstStyle/>
          <a:p>
            <a:endParaRPr lang="en-NZ"/>
          </a:p>
        </p:txBody>
      </p:sp>
      <p:sp>
        <p:nvSpPr>
          <p:cNvPr id="7" name="Slide Number Placeholder 6"/>
          <p:cNvSpPr>
            <a:spLocks noGrp="1"/>
          </p:cNvSpPr>
          <p:nvPr>
            <p:ph type="sldNum" sz="quarter" idx="12"/>
          </p:nvPr>
        </p:nvSpPr>
        <p:spPr/>
        <p:txBody>
          <a:bodyPr/>
          <a:lstStyle/>
          <a:p>
            <a:fld id="{6AAB0B02-0CF5-44A0-BA25-9077EFE85C5F}" type="slidenum">
              <a:rPr lang="en-NZ" smtClean="0"/>
              <a:pPr/>
              <a:t>‹#›</a:t>
            </a:fld>
            <a:endParaRPr lang="en-NZ"/>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26920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13B87A2-D943-4A8B-97AA-5AEC9A7D0511}" type="datetimeFigureOut">
              <a:rPr lang="en-NZ" smtClean="0"/>
              <a:pPr/>
              <a:t>30/04/2025</a:t>
            </a:fld>
            <a:endParaRPr lang="en-NZ"/>
          </a:p>
        </p:txBody>
      </p:sp>
      <p:sp>
        <p:nvSpPr>
          <p:cNvPr id="6" name="Footer Placeholder 5"/>
          <p:cNvSpPr>
            <a:spLocks noGrp="1"/>
          </p:cNvSpPr>
          <p:nvPr>
            <p:ph type="ftr" sz="quarter" idx="11"/>
          </p:nvPr>
        </p:nvSpPr>
        <p:spPr/>
        <p:txBody>
          <a:bodyPr/>
          <a:lstStyle/>
          <a:p>
            <a:endParaRPr lang="en-NZ"/>
          </a:p>
        </p:txBody>
      </p:sp>
      <p:sp>
        <p:nvSpPr>
          <p:cNvPr id="7" name="Slide Number Placeholder 6"/>
          <p:cNvSpPr>
            <a:spLocks noGrp="1"/>
          </p:cNvSpPr>
          <p:nvPr>
            <p:ph type="sldNum" sz="quarter" idx="12"/>
          </p:nvPr>
        </p:nvSpPr>
        <p:spPr/>
        <p:txBody>
          <a:bodyPr/>
          <a:lstStyle/>
          <a:p>
            <a:fld id="{6AAB0B02-0CF5-44A0-BA25-9077EFE85C5F}" type="slidenum">
              <a:rPr lang="en-NZ" smtClean="0"/>
              <a:pPr/>
              <a:t>‹#›</a:t>
            </a:fld>
            <a:endParaRPr lang="en-NZ"/>
          </a:p>
        </p:txBody>
      </p:sp>
    </p:spTree>
    <p:extLst>
      <p:ext uri="{BB962C8B-B14F-4D97-AF65-F5344CB8AC3E}">
        <p14:creationId xmlns:p14="http://schemas.microsoft.com/office/powerpoint/2010/main" val="624199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13B87A2-D943-4A8B-97AA-5AEC9A7D0511}" type="datetimeFigureOut">
              <a:rPr lang="en-NZ" smtClean="0"/>
              <a:pPr/>
              <a:t>30/04/2025</a:t>
            </a:fld>
            <a:endParaRPr lang="en-NZ"/>
          </a:p>
        </p:txBody>
      </p:sp>
      <p:sp>
        <p:nvSpPr>
          <p:cNvPr id="6" name="Footer Placeholder 5"/>
          <p:cNvSpPr>
            <a:spLocks noGrp="1"/>
          </p:cNvSpPr>
          <p:nvPr>
            <p:ph type="ftr" sz="quarter" idx="11"/>
          </p:nvPr>
        </p:nvSpPr>
        <p:spPr/>
        <p:txBody>
          <a:bodyPr/>
          <a:lstStyle/>
          <a:p>
            <a:endParaRPr lang="en-NZ"/>
          </a:p>
        </p:txBody>
      </p:sp>
      <p:sp>
        <p:nvSpPr>
          <p:cNvPr id="7" name="Slide Number Placeholder 6"/>
          <p:cNvSpPr>
            <a:spLocks noGrp="1"/>
          </p:cNvSpPr>
          <p:nvPr>
            <p:ph type="sldNum" sz="quarter" idx="12"/>
          </p:nvPr>
        </p:nvSpPr>
        <p:spPr/>
        <p:txBody>
          <a:bodyPr/>
          <a:lstStyle/>
          <a:p>
            <a:fld id="{6AAB0B02-0CF5-44A0-BA25-9077EFE85C5F}" type="slidenum">
              <a:rPr lang="en-NZ" smtClean="0"/>
              <a:pPr/>
              <a:t>‹#›</a:t>
            </a:fld>
            <a:endParaRPr lang="en-NZ"/>
          </a:p>
        </p:txBody>
      </p:sp>
    </p:spTree>
    <p:extLst>
      <p:ext uri="{BB962C8B-B14F-4D97-AF65-F5344CB8AC3E}">
        <p14:creationId xmlns:p14="http://schemas.microsoft.com/office/powerpoint/2010/main" val="9371792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3B87A2-D943-4A8B-97AA-5AEC9A7D0511}" type="datetimeFigureOut">
              <a:rPr lang="en-NZ" smtClean="0"/>
              <a:pPr/>
              <a:t>30/04/2025</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6AAB0B02-0CF5-44A0-BA25-9077EFE85C5F}" type="slidenum">
              <a:rPr lang="en-NZ" smtClean="0"/>
              <a:pPr/>
              <a:t>‹#›</a:t>
            </a:fld>
            <a:endParaRPr lang="en-NZ"/>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411465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3B87A2-D943-4A8B-97AA-5AEC9A7D0511}" type="datetimeFigureOut">
              <a:rPr lang="en-NZ" smtClean="0"/>
              <a:pPr/>
              <a:t>30/04/2025</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6AAB0B02-0CF5-44A0-BA25-9077EFE85C5F}" type="slidenum">
              <a:rPr lang="en-NZ" smtClean="0"/>
              <a:pPr/>
              <a:t>‹#›</a:t>
            </a:fld>
            <a:endParaRPr lang="en-NZ"/>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83269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3B87A2-D943-4A8B-97AA-5AEC9A7D0511}" type="datetimeFigureOut">
              <a:rPr lang="en-NZ" smtClean="0"/>
              <a:pPr/>
              <a:t>30/04/2025</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6AAB0B02-0CF5-44A0-BA25-9077EFE85C5F}" type="slidenum">
              <a:rPr lang="en-NZ" smtClean="0"/>
              <a:pPr/>
              <a:t>‹#›</a:t>
            </a:fld>
            <a:endParaRPr lang="en-NZ"/>
          </a:p>
        </p:txBody>
      </p:sp>
    </p:spTree>
    <p:extLst>
      <p:ext uri="{BB962C8B-B14F-4D97-AF65-F5344CB8AC3E}">
        <p14:creationId xmlns:p14="http://schemas.microsoft.com/office/powerpoint/2010/main" val="10921109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3B87A2-D943-4A8B-97AA-5AEC9A7D0511}" type="datetimeFigureOut">
              <a:rPr lang="en-NZ" smtClean="0"/>
              <a:pPr/>
              <a:t>30/04/2025</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6AAB0B02-0CF5-44A0-BA25-9077EFE85C5F}" type="slidenum">
              <a:rPr lang="en-NZ" smtClean="0"/>
              <a:pPr/>
              <a:t>‹#›</a:t>
            </a:fld>
            <a:endParaRPr lang="en-NZ"/>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613896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3B87A2-D943-4A8B-97AA-5AEC9A7D0511}" type="datetimeFigureOut">
              <a:rPr lang="en-NZ" smtClean="0"/>
              <a:pPr/>
              <a:t>30/04/2025</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6AAB0B02-0CF5-44A0-BA25-9077EFE85C5F}" type="slidenum">
              <a:rPr lang="en-NZ" smtClean="0"/>
              <a:pPr/>
              <a:t>‹#›</a:t>
            </a:fld>
            <a:endParaRPr lang="en-NZ"/>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722224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13B87A2-D943-4A8B-97AA-5AEC9A7D0511}" type="datetimeFigureOut">
              <a:rPr lang="en-NZ" smtClean="0"/>
              <a:pPr/>
              <a:t>30/04/2025</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6AAB0B02-0CF5-44A0-BA25-9077EFE85C5F}" type="slidenum">
              <a:rPr lang="en-NZ" smtClean="0"/>
              <a:pPr/>
              <a:t>‹#›</a:t>
            </a:fld>
            <a:endParaRPr lang="en-NZ"/>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71573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13B87A2-D943-4A8B-97AA-5AEC9A7D0511}" type="datetimeFigureOut">
              <a:rPr lang="en-NZ" smtClean="0"/>
              <a:pPr/>
              <a:t>30/04/2025</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6AAB0B02-0CF5-44A0-BA25-9077EFE85C5F}" type="slidenum">
              <a:rPr lang="en-NZ" smtClean="0"/>
              <a:pPr/>
              <a:t>‹#›</a:t>
            </a:fld>
            <a:endParaRPr lang="en-NZ"/>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126762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cstate="print">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cstate="print">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13B87A2-D943-4A8B-97AA-5AEC9A7D0511}" type="datetimeFigureOut">
              <a:rPr lang="en-NZ" smtClean="0"/>
              <a:pPr/>
              <a:t>30/04/2025</a:t>
            </a:fld>
            <a:endParaRPr lang="en-NZ"/>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NZ"/>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AAB0B02-0CF5-44A0-BA25-9077EFE85C5F}" type="slidenum">
              <a:rPr lang="en-NZ" smtClean="0"/>
              <a:pPr/>
              <a:t>‹#›</a:t>
            </a:fld>
            <a:endParaRPr lang="en-NZ"/>
          </a:p>
        </p:txBody>
      </p:sp>
    </p:spTree>
    <p:extLst>
      <p:ext uri="{BB962C8B-B14F-4D97-AF65-F5344CB8AC3E}">
        <p14:creationId xmlns:p14="http://schemas.microsoft.com/office/powerpoint/2010/main" val="22377471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jpe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jpeg"/></Relationships>
</file>

<file path=ppt/slides/_rels/slide3.xml.rels><?xml version="1.0" encoding="UTF-8" standalone="yes"?>
<Relationships xmlns="http://schemas.openxmlformats.org/package/2006/relationships"><Relationship Id="rId3" Type="http://schemas.openxmlformats.org/officeDocument/2006/relationships/hyperlink" Target="https://www.youtube.com/watch?v=-psusaPKLg0"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cstate="print"/>
          <a:stretch/>
        </a:blipFill>
        <a:effectLst/>
      </p:bgPr>
    </p:bg>
    <p:spTree>
      <p:nvGrpSpPr>
        <p:cNvPr id="1" name=""/>
        <p:cNvGrpSpPr/>
        <p:nvPr/>
      </p:nvGrpSpPr>
      <p:grpSpPr>
        <a:xfrm>
          <a:off x="0" y="0"/>
          <a:ext cx="0" cy="0"/>
          <a:chOff x="0" y="0"/>
          <a:chExt cx="0" cy="0"/>
        </a:xfrm>
      </p:grpSpPr>
      <p:sp useBgFill="1">
        <p:nvSpPr>
          <p:cNvPr id="2052" name="Rectangle 2051">
            <a:extLst>
              <a:ext uri="{FF2B5EF4-FFF2-40B4-BE49-F238E27FC236}">
                <a16:creationId xmlns:a16="http://schemas.microsoft.com/office/drawing/2014/main" id="{8B226A40-22CC-40E5-9EC4-5163536C6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53" name="Group 2052">
            <a:extLst>
              <a:ext uri="{FF2B5EF4-FFF2-40B4-BE49-F238E27FC236}">
                <a16:creationId xmlns:a16="http://schemas.microsoft.com/office/drawing/2014/main" id="{6BB9B7D3-101C-4F55-A956-62DA4AAD40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786"/>
            <a:ext cx="12229962" cy="6856214"/>
            <a:chOff x="-15736" y="0"/>
            <a:chExt cx="12229962" cy="6856214"/>
          </a:xfrm>
        </p:grpSpPr>
        <p:pic>
          <p:nvPicPr>
            <p:cNvPr id="2058" name="Picture 2057">
              <a:extLst>
                <a:ext uri="{FF2B5EF4-FFF2-40B4-BE49-F238E27FC236}">
                  <a16:creationId xmlns:a16="http://schemas.microsoft.com/office/drawing/2014/main" id="{53BD5441-821C-4091-8DDD-A4A56A6FC8BB}"/>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054" name="Rectangle 2053">
              <a:extLst>
                <a:ext uri="{FF2B5EF4-FFF2-40B4-BE49-F238E27FC236}">
                  <a16:creationId xmlns:a16="http://schemas.microsoft.com/office/drawing/2014/main" id="{AFC6E877-1BD2-4856-8FFD-250D27C158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NZ"/>
            </a:p>
          </p:txBody>
        </p:sp>
        <p:pic>
          <p:nvPicPr>
            <p:cNvPr id="2060" name="Picture 2059">
              <a:extLst>
                <a:ext uri="{FF2B5EF4-FFF2-40B4-BE49-F238E27FC236}">
                  <a16:creationId xmlns:a16="http://schemas.microsoft.com/office/drawing/2014/main" id="{F64C008A-2A32-4626-A83A-16A984F886F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cstate="print">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2061" name="Picture 2060">
              <a:extLst>
                <a:ext uri="{FF2B5EF4-FFF2-40B4-BE49-F238E27FC236}">
                  <a16:creationId xmlns:a16="http://schemas.microsoft.com/office/drawing/2014/main" id="{875D67EF-62E2-43F5-8005-7A7A319D05A5}"/>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cstate="print">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标题 1">
            <a:extLst>
              <a:ext uri="{FF2B5EF4-FFF2-40B4-BE49-F238E27FC236}">
                <a16:creationId xmlns:a16="http://schemas.microsoft.com/office/drawing/2014/main" id="{49BBFCA9-33B3-1540-904F-A1E7F6D079F4}"/>
              </a:ext>
            </a:extLst>
          </p:cNvPr>
          <p:cNvSpPr>
            <a:spLocks noGrp="1"/>
          </p:cNvSpPr>
          <p:nvPr>
            <p:ph type="ctrTitle"/>
          </p:nvPr>
        </p:nvSpPr>
        <p:spPr>
          <a:xfrm>
            <a:off x="1102619" y="4404852"/>
            <a:ext cx="9989677" cy="1054745"/>
          </a:xfrm>
        </p:spPr>
        <p:txBody>
          <a:bodyPr>
            <a:normAutofit/>
          </a:bodyPr>
          <a:lstStyle/>
          <a:p>
            <a:r>
              <a:rPr lang="en-US" altLang="zh-CN" sz="5000" b="1">
                <a:latin typeface="Arial" panose="020B0604020202020204" pitchFamily="34" charset="0"/>
                <a:cs typeface="Arial" panose="020B0604020202020204" pitchFamily="34" charset="0"/>
              </a:rPr>
              <a:t>MAMC01901</a:t>
            </a:r>
            <a:r>
              <a:rPr lang="zh-CN" altLang="en-US" sz="5000" b="1">
                <a:latin typeface="Arial" panose="020B0604020202020204" pitchFamily="34" charset="0"/>
                <a:cs typeface="Arial" panose="020B0604020202020204" pitchFamily="34" charset="0"/>
              </a:rPr>
              <a:t> </a:t>
            </a:r>
            <a:r>
              <a:rPr lang="en-NZ" altLang="zh-CN" sz="5000" b="1">
                <a:latin typeface="Arial" panose="020B0604020202020204" pitchFamily="34" charset="0"/>
                <a:cs typeface="Arial" panose="020B0604020202020204" pitchFamily="34" charset="0"/>
              </a:rPr>
              <a:t>Business Analysis</a:t>
            </a:r>
            <a:endParaRPr lang="en-AU" sz="5000"/>
          </a:p>
        </p:txBody>
      </p:sp>
      <p:sp>
        <p:nvSpPr>
          <p:cNvPr id="3" name="副标题 2">
            <a:extLst>
              <a:ext uri="{FF2B5EF4-FFF2-40B4-BE49-F238E27FC236}">
                <a16:creationId xmlns:a16="http://schemas.microsoft.com/office/drawing/2014/main" id="{AC93C8EE-593C-F74F-990D-83AA3B6C8156}"/>
              </a:ext>
            </a:extLst>
          </p:cNvPr>
          <p:cNvSpPr>
            <a:spLocks noGrp="1"/>
          </p:cNvSpPr>
          <p:nvPr>
            <p:ph type="subTitle" idx="1"/>
          </p:nvPr>
        </p:nvSpPr>
        <p:spPr>
          <a:xfrm>
            <a:off x="1298448" y="5565530"/>
            <a:ext cx="9603727" cy="405501"/>
          </a:xfrm>
        </p:spPr>
        <p:txBody>
          <a:bodyPr>
            <a:normAutofit/>
          </a:bodyPr>
          <a:lstStyle/>
          <a:p>
            <a:pPr>
              <a:lnSpc>
                <a:spcPct val="90000"/>
              </a:lnSpc>
              <a:defRPr/>
            </a:pPr>
            <a:r>
              <a:rPr lang="en-US" altLang="zh-CN">
                <a:latin typeface="Arial" panose="020B0604020202020204" pitchFamily="34" charset="0"/>
                <a:cs typeface="Arial" panose="020B0604020202020204" pitchFamily="34" charset="0"/>
              </a:rPr>
              <a:t>Week</a:t>
            </a:r>
            <a:r>
              <a:rPr lang="zh-CN" altLang="en-US">
                <a:latin typeface="Arial" panose="020B0604020202020204" pitchFamily="34" charset="0"/>
                <a:cs typeface="Arial" panose="020B0604020202020204" pitchFamily="34" charset="0"/>
              </a:rPr>
              <a:t> </a:t>
            </a:r>
            <a:r>
              <a:rPr lang="en-US" altLang="zh-CN">
                <a:latin typeface="Arial" panose="020B0604020202020204" pitchFamily="34" charset="0"/>
                <a:cs typeface="Arial" panose="020B0604020202020204" pitchFamily="34" charset="0"/>
              </a:rPr>
              <a:t>1</a:t>
            </a:r>
            <a:r>
              <a:rPr lang="zh-CN" altLang="en-US">
                <a:latin typeface="Arial" panose="020B0604020202020204" pitchFamily="34" charset="0"/>
                <a:cs typeface="Arial" panose="020B0604020202020204" pitchFamily="34" charset="0"/>
              </a:rPr>
              <a:t> </a:t>
            </a:r>
            <a:r>
              <a:rPr lang="en-US" altLang="zh-CN">
                <a:latin typeface="Arial" panose="020B0604020202020204" pitchFamily="34" charset="0"/>
                <a:cs typeface="Arial" panose="020B0604020202020204" pitchFamily="34" charset="0"/>
              </a:rPr>
              <a:t>(Session</a:t>
            </a:r>
            <a:r>
              <a:rPr lang="zh-CN" altLang="en-US">
                <a:latin typeface="Arial" panose="020B0604020202020204" pitchFamily="34" charset="0"/>
                <a:cs typeface="Arial" panose="020B0604020202020204" pitchFamily="34" charset="0"/>
              </a:rPr>
              <a:t>  </a:t>
            </a:r>
            <a:r>
              <a:rPr lang="en-US" altLang="zh-CN">
                <a:latin typeface="Arial" panose="020B0604020202020204" pitchFamily="34" charset="0"/>
                <a:cs typeface="Arial" panose="020B0604020202020204" pitchFamily="34" charset="0"/>
              </a:rPr>
              <a:t>2): Introduction to Business Analysts</a:t>
            </a:r>
          </a:p>
        </p:txBody>
      </p:sp>
      <p:sp>
        <p:nvSpPr>
          <p:cNvPr id="2063" name="Rectangle 2062">
            <a:extLst>
              <a:ext uri="{FF2B5EF4-FFF2-40B4-BE49-F238E27FC236}">
                <a16:creationId xmlns:a16="http://schemas.microsoft.com/office/drawing/2014/main" id="{9D2CA3DB-2141-4DE2-9F8A-9E5561DDFD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11086" y="1092200"/>
            <a:ext cx="8962768" cy="3128346"/>
          </a:xfrm>
          <a:prstGeom prst="rect">
            <a:avLst/>
          </a:prstGeom>
          <a:solidFill>
            <a:schemeClr val="bg1"/>
          </a:solidFill>
          <a:ln w="57150" cmpd="thickThin">
            <a:solidFill>
              <a:schemeClr val="tx1">
                <a:lumMod val="50000"/>
                <a:lumOff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Kia Ora sign art, carved of wood– TroubleMaker.co.nz">
            <a:extLst>
              <a:ext uri="{FF2B5EF4-FFF2-40B4-BE49-F238E27FC236}">
                <a16:creationId xmlns:a16="http://schemas.microsoft.com/office/drawing/2014/main" id="{B262EEE1-457B-56DE-8B21-312BA4D4F99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6180744" y="1467334"/>
            <a:ext cx="4227694" cy="2378077"/>
          </a:xfrm>
          <a:prstGeom prst="rect">
            <a:avLst/>
          </a:prstGeom>
          <a:noFill/>
          <a:extLst>
            <a:ext uri="{909E8E84-426E-40DD-AFC4-6F175D3DCCD1}">
              <a14:hiddenFill xmlns:a14="http://schemas.microsoft.com/office/drawing/2010/main">
                <a:solidFill>
                  <a:srgbClr val="FFFFFF"/>
                </a:solidFill>
              </a14:hiddenFill>
            </a:ext>
          </a:extLst>
        </p:spPr>
      </p:pic>
      <p:cxnSp>
        <p:nvCxnSpPr>
          <p:cNvPr id="2065" name="Straight Connector 2064">
            <a:extLst>
              <a:ext uri="{FF2B5EF4-FFF2-40B4-BE49-F238E27FC236}">
                <a16:creationId xmlns:a16="http://schemas.microsoft.com/office/drawing/2014/main" id="{1214B64F-D291-4308-B071-A2678ED782A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164080" y="5518838"/>
            <a:ext cx="7863840" cy="0"/>
          </a:xfrm>
          <a:prstGeom prst="line">
            <a:avLst/>
          </a:prstGeom>
        </p:spPr>
        <p:style>
          <a:lnRef idx="2">
            <a:schemeClr val="accent1"/>
          </a:lnRef>
          <a:fillRef idx="0">
            <a:schemeClr val="accent1"/>
          </a:fillRef>
          <a:effectRef idx="1">
            <a:schemeClr val="accent1"/>
          </a:effectRef>
          <a:fontRef idx="minor">
            <a:schemeClr val="tx1"/>
          </a:fontRef>
        </p:style>
      </p:cxnSp>
      <p:pic>
        <p:nvPicPr>
          <p:cNvPr id="6" name="Picture 5">
            <a:extLst>
              <a:ext uri="{FF2B5EF4-FFF2-40B4-BE49-F238E27FC236}">
                <a16:creationId xmlns:a16="http://schemas.microsoft.com/office/drawing/2014/main" id="{0747DBC0-6181-FB00-4C94-606735BE6CEA}"/>
              </a:ext>
            </a:extLst>
          </p:cNvPr>
          <p:cNvPicPr>
            <a:picLocks noChangeAspect="1"/>
          </p:cNvPicPr>
          <p:nvPr/>
        </p:nvPicPr>
        <p:blipFill>
          <a:blip r:embed="rId6" cstate="print"/>
          <a:stretch>
            <a:fillRect/>
          </a:stretch>
        </p:blipFill>
        <p:spPr>
          <a:xfrm>
            <a:off x="1642272" y="1999772"/>
            <a:ext cx="4478499" cy="1016695"/>
          </a:xfrm>
          <a:prstGeom prst="rect">
            <a:avLst/>
          </a:prstGeom>
        </p:spPr>
      </p:pic>
    </p:spTree>
    <p:extLst>
      <p:ext uri="{BB962C8B-B14F-4D97-AF65-F5344CB8AC3E}">
        <p14:creationId xmlns:p14="http://schemas.microsoft.com/office/powerpoint/2010/main" val="15415305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cstate="print"/>
          <a:stretch/>
        </a:blipFill>
        <a:effectLst/>
      </p:bgPr>
    </p:bg>
    <p:spTree>
      <p:nvGrpSpPr>
        <p:cNvPr id="1" name=""/>
        <p:cNvGrpSpPr/>
        <p:nvPr/>
      </p:nvGrpSpPr>
      <p:grpSpPr>
        <a:xfrm>
          <a:off x="0" y="0"/>
          <a:ext cx="0" cy="0"/>
          <a:chOff x="0" y="0"/>
          <a:chExt cx="0" cy="0"/>
        </a:xfrm>
      </p:grpSpPr>
      <p:sp useBgFill="1">
        <p:nvSpPr>
          <p:cNvPr id="250899" name="Rectangle 250898">
            <a:extLst>
              <a:ext uri="{FF2B5EF4-FFF2-40B4-BE49-F238E27FC236}">
                <a16:creationId xmlns:a16="http://schemas.microsoft.com/office/drawing/2014/main" id="{B7328C2D-38F0-4C80-9EA5-A1AD0D6B2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4" cstate="print"/>
            <a:stretch/>
          </a:blipFill>
          <a:ln w="15875" cap="flat" cmpd="sng" algn="ctr">
            <a:solidFill>
              <a:srgbClr val="B15E28">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Garamond" panose="02020404030301010803"/>
              <a:ea typeface="+mn-ea"/>
              <a:cs typeface="+mn-cs"/>
            </a:endParaRPr>
          </a:p>
        </p:txBody>
      </p:sp>
      <p:grpSp>
        <p:nvGrpSpPr>
          <p:cNvPr id="250900" name="Group 250899">
            <a:extLst>
              <a:ext uri="{FF2B5EF4-FFF2-40B4-BE49-F238E27FC236}">
                <a16:creationId xmlns:a16="http://schemas.microsoft.com/office/drawing/2014/main" id="{BD17E249-48D0-476B-A642-A5D58DD39A2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825" cy="6856215"/>
            <a:chOff x="0" y="0"/>
            <a:chExt cx="12188825" cy="6856215"/>
          </a:xfrm>
        </p:grpSpPr>
        <p:pic>
          <p:nvPicPr>
            <p:cNvPr id="250901" name="Picture 250900">
              <a:extLst>
                <a:ext uri="{FF2B5EF4-FFF2-40B4-BE49-F238E27FC236}">
                  <a16:creationId xmlns:a16="http://schemas.microsoft.com/office/drawing/2014/main" id="{7E4B7EC7-DE5B-4F27-839A-7CDF49C61816}"/>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5"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50902" name="Rectangle 250901">
              <a:extLst>
                <a:ext uri="{FF2B5EF4-FFF2-40B4-BE49-F238E27FC236}">
                  <a16:creationId xmlns:a16="http://schemas.microsoft.com/office/drawing/2014/main" id="{DDA01082-3C8F-4602-8DA7-C82DF70956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cmpd="sng" algn="ctr">
              <a:solidFill>
                <a:schemeClr val="accent1"/>
              </a:solidFill>
              <a:prstDash val="solid"/>
              <a:miter lim="800000"/>
            </a:ln>
            <a:effectLst>
              <a:innerShdw blurRad="25400" dist="12700" dir="13500000">
                <a:srgbClr val="000000">
                  <a:alpha val="45000"/>
                </a:srgbClr>
              </a:innerShdw>
            </a:effectLst>
          </p:spPr>
          <p:txBody>
            <a:bodyPr/>
            <a:lstStyle/>
            <a:p>
              <a:endParaRPr lang="en-NZ"/>
            </a:p>
          </p:txBody>
        </p:sp>
        <p:pic>
          <p:nvPicPr>
            <p:cNvPr id="250903" name="Picture 250902">
              <a:extLst>
                <a:ext uri="{FF2B5EF4-FFF2-40B4-BE49-F238E27FC236}">
                  <a16:creationId xmlns:a16="http://schemas.microsoft.com/office/drawing/2014/main" id="{1A21B48A-5892-4DD2-B2E1-91BD42A44CB9}"/>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6" cstate="print">
              <a:extLst>
                <a:ext uri="{28A0092B-C50C-407E-A947-70E740481C1C}">
                  <a14:useLocalDpi xmlns:a14="http://schemas.microsoft.com/office/drawing/2010/main" val="0"/>
                </a:ext>
              </a:extLst>
            </a:blip>
            <a:srcRect r="5093"/>
            <a:stretch/>
          </p:blipFill>
          <p:spPr>
            <a:xfrm rot="5400000">
              <a:off x="5706471" y="76265"/>
              <a:ext cx="758952" cy="606425"/>
            </a:xfrm>
            <a:prstGeom prst="rect">
              <a:avLst/>
            </a:prstGeom>
          </p:spPr>
        </p:pic>
        <p:pic>
          <p:nvPicPr>
            <p:cNvPr id="250904" name="Picture 250903">
              <a:extLst>
                <a:ext uri="{FF2B5EF4-FFF2-40B4-BE49-F238E27FC236}">
                  <a16:creationId xmlns:a16="http://schemas.microsoft.com/office/drawing/2014/main" id="{BE083B53-5B4C-4C29-BDFD-A28B754A59D6}"/>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6" cstate="print">
              <a:extLst>
                <a:ext uri="{28A0092B-C50C-407E-A947-70E740481C1C}">
                  <a14:useLocalDpi xmlns:a14="http://schemas.microsoft.com/office/drawing/2010/main" val="0"/>
                </a:ext>
              </a:extLst>
            </a:blip>
            <a:srcRect r="5093"/>
            <a:stretch/>
          </p:blipFill>
          <p:spPr>
            <a:xfrm rot="5400000">
              <a:off x="5706470" y="6173526"/>
              <a:ext cx="758952" cy="606425"/>
            </a:xfrm>
            <a:prstGeom prst="rect">
              <a:avLst/>
            </a:prstGeom>
          </p:spPr>
        </p:pic>
      </p:grpSp>
      <p:sp>
        <p:nvSpPr>
          <p:cNvPr id="250885" name="Rectangle 5">
            <a:extLst>
              <a:ext uri="{FF2B5EF4-FFF2-40B4-BE49-F238E27FC236}">
                <a16:creationId xmlns:a16="http://schemas.microsoft.com/office/drawing/2014/main" id="{E3635AB3-6134-EF4F-954E-CDEA56CFB99B}"/>
              </a:ext>
            </a:extLst>
          </p:cNvPr>
          <p:cNvSpPr>
            <a:spLocks noGrp="1" noChangeArrowheads="1"/>
          </p:cNvSpPr>
          <p:nvPr>
            <p:ph type="title"/>
          </p:nvPr>
        </p:nvSpPr>
        <p:spPr>
          <a:xfrm>
            <a:off x="1295402" y="982132"/>
            <a:ext cx="9601196" cy="1303867"/>
          </a:xfrm>
        </p:spPr>
        <p:txBody>
          <a:bodyPr>
            <a:normAutofit/>
          </a:bodyPr>
          <a:lstStyle/>
          <a:p>
            <a:r>
              <a:rPr lang="en-US" altLang="zh-CN" b="1">
                <a:latin typeface="Arial" panose="020B0604020202020204" pitchFamily="34" charset="0"/>
                <a:ea typeface="ヒラギノ角ゴ Pro W3" panose="020B0300000000000000" pitchFamily="34" charset="-128"/>
                <a:cs typeface="Arial" panose="020B0604020202020204" pitchFamily="34" charset="0"/>
              </a:rPr>
              <a:t>Agenda</a:t>
            </a:r>
            <a:endParaRPr lang="en-US" altLang="en-US" b="1">
              <a:latin typeface="Arial" panose="020B0604020202020204" pitchFamily="34" charset="0"/>
              <a:ea typeface="ヒラギノ角ゴ Pro W3" panose="020B0300000000000000" pitchFamily="34" charset="-128"/>
              <a:cs typeface="Arial" panose="020B0604020202020204" pitchFamily="34" charset="0"/>
            </a:endParaRPr>
          </a:p>
        </p:txBody>
      </p:sp>
      <p:cxnSp>
        <p:nvCxnSpPr>
          <p:cNvPr id="250898" name="Straight Connector 250897">
            <a:extLst>
              <a:ext uri="{FF2B5EF4-FFF2-40B4-BE49-F238E27FC236}">
                <a16:creationId xmlns:a16="http://schemas.microsoft.com/office/drawing/2014/main" id="{0B65B193-F600-4C1B-9DBF-09D94CDB08D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83042" y="2400639"/>
            <a:ext cx="9273858" cy="0"/>
          </a:xfrm>
          <a:prstGeom prst="line">
            <a:avLst/>
          </a:prstGeom>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C214F149-7B7A-1832-375F-486A7576785E}"/>
              </a:ext>
            </a:extLst>
          </p:cNvPr>
          <p:cNvSpPr>
            <a:spLocks noGrp="1"/>
          </p:cNvSpPr>
          <p:nvPr>
            <p:ph idx="1"/>
          </p:nvPr>
        </p:nvSpPr>
        <p:spPr>
          <a:xfrm>
            <a:off x="1295401" y="2556932"/>
            <a:ext cx="9601196" cy="3318936"/>
          </a:xfrm>
        </p:spPr>
        <p:txBody>
          <a:bodyPr>
            <a:normAutofit/>
          </a:bodyPr>
          <a:lstStyle/>
          <a:p>
            <a:pPr lvl="1"/>
            <a:r>
              <a:rPr lang="en-NZ" sz="2800">
                <a:solidFill>
                  <a:schemeClr val="tx1"/>
                </a:solidFill>
                <a:latin typeface="Arial" pitchFamily="34" charset="0"/>
                <a:cs typeface="Arial" pitchFamily="34" charset="0"/>
              </a:rPr>
              <a:t>Who is a business analyst?</a:t>
            </a:r>
          </a:p>
          <a:p>
            <a:pPr lvl="1"/>
            <a:r>
              <a:rPr lang="en-NZ" sz="2800">
                <a:solidFill>
                  <a:schemeClr val="tx1"/>
                </a:solidFill>
                <a:latin typeface="Arial" pitchFamily="34" charset="0"/>
                <a:cs typeface="Arial" pitchFamily="34" charset="0"/>
              </a:rPr>
              <a:t>What are the different types of business analysts?</a:t>
            </a:r>
          </a:p>
          <a:p>
            <a:pPr lvl="1"/>
            <a:r>
              <a:rPr lang="en-NZ" sz="2800">
                <a:solidFill>
                  <a:schemeClr val="tx1"/>
                </a:solidFill>
                <a:latin typeface="Arial" pitchFamily="34" charset="0"/>
                <a:cs typeface="Arial" pitchFamily="34" charset="0"/>
              </a:rPr>
              <a:t>Role of a business analyst in relation to the business analysis life cycle</a:t>
            </a:r>
          </a:p>
          <a:p>
            <a:pPr lvl="1"/>
            <a:r>
              <a:rPr lang="en-NZ" sz="2800">
                <a:solidFill>
                  <a:schemeClr val="tx1"/>
                </a:solidFill>
                <a:latin typeface="Arial" pitchFamily="34" charset="0"/>
                <a:cs typeface="Arial" pitchFamily="34" charset="0"/>
              </a:rPr>
              <a:t>Assessment 1 requirements</a:t>
            </a:r>
          </a:p>
          <a:p>
            <a:pPr lvl="1">
              <a:buNone/>
            </a:pPr>
            <a:endParaRPr lang="en-NZ"/>
          </a:p>
          <a:p>
            <a:pPr lvl="1"/>
            <a:endParaRPr lang="en-NZ"/>
          </a:p>
        </p:txBody>
      </p:sp>
    </p:spTree>
    <p:extLst>
      <p:ext uri="{BB962C8B-B14F-4D97-AF65-F5344CB8AC3E}">
        <p14:creationId xmlns:p14="http://schemas.microsoft.com/office/powerpoint/2010/main" val="182874855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accel="50000" decel="50000" fill="hold" grpId="0" nodeType="afterEffect">
                                  <p:stCondLst>
                                    <p:cond delay="0"/>
                                  </p:stCondLst>
                                  <p:childTnLst>
                                    <p:set>
                                      <p:cBhvr>
                                        <p:cTn id="6" dur="1" fill="hold">
                                          <p:stCondLst>
                                            <p:cond delay="0"/>
                                          </p:stCondLst>
                                        </p:cTn>
                                        <p:tgtEl>
                                          <p:spTgt spid="250885"/>
                                        </p:tgtEl>
                                        <p:attrNameLst>
                                          <p:attrName>style.visibility</p:attrName>
                                        </p:attrNameLst>
                                      </p:cBhvr>
                                      <p:to>
                                        <p:strVal val="visible"/>
                                      </p:to>
                                    </p:set>
                                    <p:anim calcmode="lin" valueType="num">
                                      <p:cBhvr additive="base">
                                        <p:cTn id="7" dur="500" fill="hold"/>
                                        <p:tgtEl>
                                          <p:spTgt spid="250885"/>
                                        </p:tgtEl>
                                        <p:attrNameLst>
                                          <p:attrName>ppt_x</p:attrName>
                                        </p:attrNameLst>
                                      </p:cBhvr>
                                      <p:tavLst>
                                        <p:tav tm="0">
                                          <p:val>
                                            <p:strVal val="1+#ppt_w/2"/>
                                          </p:val>
                                        </p:tav>
                                        <p:tav tm="100000">
                                          <p:val>
                                            <p:strVal val="#ppt_x"/>
                                          </p:val>
                                        </p:tav>
                                      </p:tavLst>
                                    </p:anim>
                                    <p:anim calcmode="lin" valueType="num">
                                      <p:cBhvr additive="base">
                                        <p:cTn id="8" dur="500" fill="hold"/>
                                        <p:tgtEl>
                                          <p:spTgt spid="2508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5" name="Rectangle 5">
            <a:extLst>
              <a:ext uri="{FF2B5EF4-FFF2-40B4-BE49-F238E27FC236}">
                <a16:creationId xmlns:a16="http://schemas.microsoft.com/office/drawing/2014/main" id="{E3635AB3-6134-EF4F-954E-CDEA56CFB99B}"/>
              </a:ext>
            </a:extLst>
          </p:cNvPr>
          <p:cNvSpPr>
            <a:spLocks noGrp="1" noChangeArrowheads="1"/>
          </p:cNvSpPr>
          <p:nvPr>
            <p:ph type="title"/>
          </p:nvPr>
        </p:nvSpPr>
        <p:spPr>
          <a:xfrm>
            <a:off x="2105024" y="961180"/>
            <a:ext cx="7727950" cy="935038"/>
          </a:xfrm>
        </p:spPr>
        <p:txBody>
          <a:bodyPr/>
          <a:lstStyle/>
          <a:p>
            <a:r>
              <a:rPr lang="en-US" altLang="zh-CN" b="1">
                <a:solidFill>
                  <a:schemeClr val="tx1"/>
                </a:solidFill>
                <a:latin typeface="Arial" panose="020B0604020202020204" pitchFamily="34" charset="0"/>
                <a:ea typeface="ヒラギノ角ゴ Pro W3" panose="020B0300000000000000" pitchFamily="34" charset="-128"/>
                <a:cs typeface="Arial" panose="020B0604020202020204" pitchFamily="34" charset="0"/>
              </a:rPr>
              <a:t>Who is a business analyst?</a:t>
            </a:r>
            <a:endParaRPr lang="en-US" altLang="en-US" b="1">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
        <p:nvSpPr>
          <p:cNvPr id="6" name="文本框 5">
            <a:extLst>
              <a:ext uri="{FF2B5EF4-FFF2-40B4-BE49-F238E27FC236}">
                <a16:creationId xmlns:a16="http://schemas.microsoft.com/office/drawing/2014/main" id="{5B69BE9B-D2F4-A99A-BA1D-6589B4F26E88}"/>
              </a:ext>
            </a:extLst>
          </p:cNvPr>
          <p:cNvSpPr txBox="1"/>
          <p:nvPr/>
        </p:nvSpPr>
        <p:spPr>
          <a:xfrm>
            <a:off x="1873711" y="2486025"/>
            <a:ext cx="8727613" cy="2323713"/>
          </a:xfrm>
          <a:prstGeom prst="rect">
            <a:avLst/>
          </a:prstGeom>
          <a:noFill/>
        </p:spPr>
        <p:txBody>
          <a:bodyPr wrap="square">
            <a:spAutoFit/>
          </a:bodyPr>
          <a:lstStyle/>
          <a:p>
            <a:pPr marL="0" indent="0" algn="ctr">
              <a:lnSpc>
                <a:spcPct val="125000"/>
              </a:lnSpc>
              <a:spcBef>
                <a:spcPts val="0"/>
              </a:spcBef>
              <a:buNone/>
            </a:pPr>
            <a:r>
              <a:rPr lang="en-NZ" altLang="zh-CN" sz="2000" b="1">
                <a:solidFill>
                  <a:schemeClr val="tx1"/>
                </a:solidFill>
                <a:latin typeface="Arial" panose="020B0604020202020204" pitchFamily="34" charset="0"/>
                <a:ea typeface="ヒラギノ角ゴ Pro W3" panose="020B0300000000000000" pitchFamily="34" charset="-128"/>
                <a:cs typeface="Arial" panose="020B0604020202020204" pitchFamily="34" charset="0"/>
              </a:rPr>
              <a:t>Who according to you is a business analyst?</a:t>
            </a:r>
          </a:p>
          <a:p>
            <a:pPr marL="0" indent="0" algn="ctr">
              <a:lnSpc>
                <a:spcPct val="125000"/>
              </a:lnSpc>
              <a:spcBef>
                <a:spcPts val="0"/>
              </a:spcBef>
              <a:buNone/>
            </a:pPr>
            <a:endParaRPr lang="en-NZ" altLang="zh-CN" sz="2000" b="1">
              <a:latin typeface="Arial" panose="020B0604020202020204" pitchFamily="34" charset="0"/>
              <a:ea typeface="ヒラギノ角ゴ Pro W3" panose="020B0300000000000000" pitchFamily="34" charset="-128"/>
              <a:cs typeface="Arial" panose="020B0604020202020204" pitchFamily="34" charset="0"/>
            </a:endParaRPr>
          </a:p>
          <a:p>
            <a:pPr marL="0" indent="0" algn="ctr">
              <a:lnSpc>
                <a:spcPct val="125000"/>
              </a:lnSpc>
              <a:spcBef>
                <a:spcPts val="0"/>
              </a:spcBef>
              <a:buNone/>
            </a:pPr>
            <a:endParaRPr lang="en-NZ" altLang="zh-CN" sz="2000" b="1">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a:p>
            <a:pPr algn="ctr">
              <a:lnSpc>
                <a:spcPct val="125000"/>
              </a:lnSpc>
            </a:pPr>
            <a:r>
              <a:rPr lang="en-NZ" altLang="zh-CN" sz="2000" b="1">
                <a:latin typeface="Arial" panose="020B0604020202020204" pitchFamily="34" charset="0"/>
                <a:ea typeface="ヒラギノ角ゴ Pro W3" panose="020B0300000000000000" pitchFamily="34" charset="-128"/>
                <a:cs typeface="Arial" panose="020B0604020202020204" pitchFamily="34" charset="0"/>
                <a:hlinkClick r:id="rId3"/>
              </a:rPr>
              <a:t>https://www.youtube.com/watch?v=-psusaPKLg0</a:t>
            </a:r>
            <a:endParaRPr lang="en-NZ" altLang="zh-CN" sz="2000" b="1">
              <a:latin typeface="Arial" panose="020B0604020202020204" pitchFamily="34" charset="0"/>
              <a:ea typeface="ヒラギノ角ゴ Pro W3" panose="020B0300000000000000" pitchFamily="34" charset="-128"/>
              <a:cs typeface="Arial" panose="020B0604020202020204" pitchFamily="34" charset="0"/>
            </a:endParaRPr>
          </a:p>
          <a:p>
            <a:pPr marL="0" indent="0">
              <a:lnSpc>
                <a:spcPct val="125000"/>
              </a:lnSpc>
              <a:spcBef>
                <a:spcPts val="0"/>
              </a:spcBef>
              <a:buNone/>
            </a:pPr>
            <a:endParaRPr lang="en-NZ" altLang="zh-CN">
              <a:latin typeface="Arial" panose="020B0604020202020204" pitchFamily="34" charset="0"/>
              <a:ea typeface="ヒラギノ角ゴ Pro W3" panose="020B0300000000000000" pitchFamily="34" charset="-128"/>
              <a:cs typeface="Arial" panose="020B0604020202020204" pitchFamily="34" charset="0"/>
            </a:endParaRPr>
          </a:p>
          <a:p>
            <a:pPr marL="0" indent="0">
              <a:lnSpc>
                <a:spcPct val="125000"/>
              </a:lnSpc>
              <a:spcBef>
                <a:spcPts val="0"/>
              </a:spcBef>
              <a:buNone/>
            </a:pPr>
            <a:r>
              <a:rPr lang="en-NZ" altLang="zh-CN" sz="1800">
                <a:solidFill>
                  <a:schemeClr val="tx1"/>
                </a:solidFill>
                <a:latin typeface="Arial" panose="020B0604020202020204" pitchFamily="34" charset="0"/>
                <a:ea typeface="ヒラギノ角ゴ Pro W3" panose="020B0300000000000000" pitchFamily="34" charset="-128"/>
                <a:cs typeface="Arial" panose="020B0604020202020204" pitchFamily="34" charset="0"/>
              </a:rPr>
              <a:t> </a:t>
            </a:r>
            <a:endParaRPr lang="en-US" altLang="zh-CN" sz="1800">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Tree>
    <p:extLst>
      <p:ext uri="{BB962C8B-B14F-4D97-AF65-F5344CB8AC3E}">
        <p14:creationId xmlns:p14="http://schemas.microsoft.com/office/powerpoint/2010/main" val="116381300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accel="50000" decel="50000" fill="hold" grpId="0" nodeType="afterEffect">
                                  <p:stCondLst>
                                    <p:cond delay="0"/>
                                  </p:stCondLst>
                                  <p:childTnLst>
                                    <p:set>
                                      <p:cBhvr>
                                        <p:cTn id="6" dur="1" fill="hold">
                                          <p:stCondLst>
                                            <p:cond delay="0"/>
                                          </p:stCondLst>
                                        </p:cTn>
                                        <p:tgtEl>
                                          <p:spTgt spid="250885"/>
                                        </p:tgtEl>
                                        <p:attrNameLst>
                                          <p:attrName>style.visibility</p:attrName>
                                        </p:attrNameLst>
                                      </p:cBhvr>
                                      <p:to>
                                        <p:strVal val="visible"/>
                                      </p:to>
                                    </p:set>
                                    <p:anim calcmode="lin" valueType="num">
                                      <p:cBhvr additive="base">
                                        <p:cTn id="7" dur="500" fill="hold"/>
                                        <p:tgtEl>
                                          <p:spTgt spid="250885"/>
                                        </p:tgtEl>
                                        <p:attrNameLst>
                                          <p:attrName>ppt_x</p:attrName>
                                        </p:attrNameLst>
                                      </p:cBhvr>
                                      <p:tavLst>
                                        <p:tav tm="0">
                                          <p:val>
                                            <p:strVal val="1+#ppt_w/2"/>
                                          </p:val>
                                        </p:tav>
                                        <p:tav tm="100000">
                                          <p:val>
                                            <p:strVal val="#ppt_x"/>
                                          </p:val>
                                        </p:tav>
                                      </p:tavLst>
                                    </p:anim>
                                    <p:anim calcmode="lin" valueType="num">
                                      <p:cBhvr additive="base">
                                        <p:cTn id="8" dur="500" fill="hold"/>
                                        <p:tgtEl>
                                          <p:spTgt spid="2508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5" name="Rectangle 5">
            <a:extLst>
              <a:ext uri="{FF2B5EF4-FFF2-40B4-BE49-F238E27FC236}">
                <a16:creationId xmlns:a16="http://schemas.microsoft.com/office/drawing/2014/main" id="{E3635AB3-6134-EF4F-954E-CDEA56CFB99B}"/>
              </a:ext>
            </a:extLst>
          </p:cNvPr>
          <p:cNvSpPr>
            <a:spLocks noGrp="1" noChangeArrowheads="1"/>
          </p:cNvSpPr>
          <p:nvPr>
            <p:ph type="title"/>
          </p:nvPr>
        </p:nvSpPr>
        <p:spPr>
          <a:xfrm>
            <a:off x="2119311" y="603993"/>
            <a:ext cx="7727950" cy="935038"/>
          </a:xfrm>
        </p:spPr>
        <p:txBody>
          <a:bodyPr/>
          <a:lstStyle/>
          <a:p>
            <a:r>
              <a:rPr lang="en-US" altLang="zh-CN" b="1">
                <a:solidFill>
                  <a:schemeClr val="tx1"/>
                </a:solidFill>
                <a:latin typeface="Arial" panose="020B0604020202020204" pitchFamily="34" charset="0"/>
                <a:ea typeface="ヒラギノ角ゴ Pro W3" panose="020B0300000000000000" pitchFamily="34" charset="-128"/>
                <a:cs typeface="Arial" panose="020B0604020202020204" pitchFamily="34" charset="0"/>
              </a:rPr>
              <a:t>Who is a business analyst?</a:t>
            </a:r>
            <a:endParaRPr lang="en-US" altLang="en-US" b="1">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
        <p:nvSpPr>
          <p:cNvPr id="6" name="文本框 5">
            <a:extLst>
              <a:ext uri="{FF2B5EF4-FFF2-40B4-BE49-F238E27FC236}">
                <a16:creationId xmlns:a16="http://schemas.microsoft.com/office/drawing/2014/main" id="{5B69BE9B-D2F4-A99A-BA1D-6589B4F26E88}"/>
              </a:ext>
            </a:extLst>
          </p:cNvPr>
          <p:cNvSpPr txBox="1"/>
          <p:nvPr/>
        </p:nvSpPr>
        <p:spPr>
          <a:xfrm>
            <a:off x="1000126" y="1746736"/>
            <a:ext cx="10558462" cy="5216813"/>
          </a:xfrm>
          <a:prstGeom prst="rect">
            <a:avLst/>
          </a:prstGeom>
          <a:noFill/>
        </p:spPr>
        <p:txBody>
          <a:bodyPr wrap="square">
            <a:spAutoFit/>
          </a:bodyPr>
          <a:lstStyle/>
          <a:p>
            <a:pPr>
              <a:buFont typeface="Arial" pitchFamily="34" charset="0"/>
              <a:buChar char="•"/>
            </a:pPr>
            <a:r>
              <a:rPr lang="en-US" b="1">
                <a:latin typeface="Arial" pitchFamily="34" charset="0"/>
                <a:ea typeface="Calibri" pitchFamily="34" charset="0"/>
                <a:cs typeface="Arial" pitchFamily="34" charset="0"/>
              </a:rPr>
              <a:t>A business analyst (BA)</a:t>
            </a:r>
            <a:r>
              <a:rPr lang="en-US">
                <a:latin typeface="Arial" pitchFamily="34" charset="0"/>
                <a:ea typeface="Calibri" pitchFamily="34" charset="0"/>
                <a:cs typeface="Arial" pitchFamily="34" charset="0"/>
              </a:rPr>
              <a:t> is someone who helps </a:t>
            </a:r>
            <a:r>
              <a:rPr lang="en-US" err="1">
                <a:latin typeface="Arial" pitchFamily="34" charset="0"/>
                <a:ea typeface="Calibri" pitchFamily="34" charset="0"/>
                <a:cs typeface="Arial" pitchFamily="34" charset="0"/>
              </a:rPr>
              <a:t>organisations</a:t>
            </a:r>
            <a:r>
              <a:rPr lang="en-US">
                <a:latin typeface="Arial" pitchFamily="34" charset="0"/>
                <a:ea typeface="Calibri" pitchFamily="34" charset="0"/>
                <a:cs typeface="Arial" pitchFamily="34" charset="0"/>
              </a:rPr>
              <a:t> </a:t>
            </a:r>
            <a:r>
              <a:rPr lang="en-US" b="1">
                <a:latin typeface="Arial" pitchFamily="34" charset="0"/>
                <a:ea typeface="Calibri" pitchFamily="34" charset="0"/>
                <a:cs typeface="Arial" pitchFamily="34" charset="0"/>
              </a:rPr>
              <a:t>understand their problems or opportunities</a:t>
            </a:r>
            <a:r>
              <a:rPr lang="en-US">
                <a:latin typeface="Arial" pitchFamily="34" charset="0"/>
                <a:ea typeface="Calibri" pitchFamily="34" charset="0"/>
                <a:cs typeface="Arial" pitchFamily="34" charset="0"/>
              </a:rPr>
              <a:t> and </a:t>
            </a:r>
            <a:r>
              <a:rPr lang="en-US" b="1">
                <a:latin typeface="Arial" pitchFamily="34" charset="0"/>
                <a:ea typeface="Calibri" pitchFamily="34" charset="0"/>
                <a:cs typeface="Arial" pitchFamily="34" charset="0"/>
              </a:rPr>
              <a:t>find better ways to work</a:t>
            </a:r>
            <a:r>
              <a:rPr lang="en-US">
                <a:latin typeface="Arial" pitchFamily="34" charset="0"/>
                <a:ea typeface="Calibri" pitchFamily="34" charset="0"/>
                <a:cs typeface="Arial" pitchFamily="34" charset="0"/>
              </a:rPr>
              <a:t>.</a:t>
            </a:r>
          </a:p>
          <a:p>
            <a:endParaRPr lang="en-US">
              <a:latin typeface="Arial" pitchFamily="34" charset="0"/>
              <a:ea typeface="Calibri" pitchFamily="34" charset="0"/>
              <a:cs typeface="Arial" pitchFamily="34" charset="0"/>
            </a:endParaRPr>
          </a:p>
          <a:p>
            <a:pPr>
              <a:buFont typeface="Arial" pitchFamily="34" charset="0"/>
              <a:buChar char="•"/>
            </a:pPr>
            <a:r>
              <a:rPr lang="en-US">
                <a:latin typeface="Arial" pitchFamily="34" charset="0"/>
                <a:ea typeface="Calibri" pitchFamily="34" charset="0"/>
                <a:cs typeface="Arial" pitchFamily="34" charset="0"/>
              </a:rPr>
              <a:t>They </a:t>
            </a:r>
            <a:r>
              <a:rPr lang="en-US" b="1">
                <a:latin typeface="Arial" pitchFamily="34" charset="0"/>
                <a:ea typeface="Calibri" pitchFamily="34" charset="0"/>
                <a:cs typeface="Arial" pitchFamily="34" charset="0"/>
              </a:rPr>
              <a:t>talk to people</a:t>
            </a:r>
            <a:r>
              <a:rPr lang="en-US">
                <a:latin typeface="Arial" pitchFamily="34" charset="0"/>
                <a:ea typeface="Calibri" pitchFamily="34" charset="0"/>
                <a:cs typeface="Arial" pitchFamily="34" charset="0"/>
              </a:rPr>
              <a:t> inside the </a:t>
            </a:r>
            <a:r>
              <a:rPr lang="en-US" err="1">
                <a:latin typeface="Arial" pitchFamily="34" charset="0"/>
                <a:ea typeface="Calibri" pitchFamily="34" charset="0"/>
                <a:cs typeface="Arial" pitchFamily="34" charset="0"/>
              </a:rPr>
              <a:t>organisation</a:t>
            </a:r>
            <a:r>
              <a:rPr lang="en-US">
                <a:latin typeface="Arial" pitchFamily="34" charset="0"/>
                <a:ea typeface="Calibri" pitchFamily="34" charset="0"/>
                <a:cs typeface="Arial" pitchFamily="34" charset="0"/>
              </a:rPr>
              <a:t> (like managers, staff, customers) to </a:t>
            </a:r>
            <a:r>
              <a:rPr lang="en-US" b="1">
                <a:latin typeface="Arial" pitchFamily="34" charset="0"/>
                <a:ea typeface="Calibri" pitchFamily="34" charset="0"/>
                <a:cs typeface="Arial" pitchFamily="34" charset="0"/>
              </a:rPr>
              <a:t>find out what’s working and what’s not</a:t>
            </a:r>
            <a:r>
              <a:rPr lang="en-US">
                <a:latin typeface="Arial" pitchFamily="34" charset="0"/>
                <a:ea typeface="Calibri" pitchFamily="34" charset="0"/>
                <a:cs typeface="Arial" pitchFamily="34" charset="0"/>
              </a:rPr>
              <a:t>.</a:t>
            </a:r>
          </a:p>
          <a:p>
            <a:pPr>
              <a:buFont typeface="Arial" pitchFamily="34" charset="0"/>
              <a:buChar char="•"/>
            </a:pPr>
            <a:endParaRPr lang="en-US">
              <a:latin typeface="Arial" pitchFamily="34" charset="0"/>
              <a:ea typeface="Calibri" pitchFamily="34" charset="0"/>
              <a:cs typeface="Arial" pitchFamily="34" charset="0"/>
            </a:endParaRPr>
          </a:p>
          <a:p>
            <a:pPr>
              <a:buFont typeface="Arial" pitchFamily="34" charset="0"/>
              <a:buChar char="•"/>
            </a:pPr>
            <a:r>
              <a:rPr lang="en-US">
                <a:latin typeface="Arial" pitchFamily="34" charset="0"/>
                <a:ea typeface="Calibri" pitchFamily="34" charset="0"/>
                <a:cs typeface="Arial" pitchFamily="34" charset="0"/>
              </a:rPr>
              <a:t>They </a:t>
            </a:r>
            <a:r>
              <a:rPr lang="en-US" b="1" err="1">
                <a:latin typeface="Arial" pitchFamily="34" charset="0"/>
                <a:ea typeface="Calibri" pitchFamily="34" charset="0"/>
                <a:cs typeface="Arial" pitchFamily="34" charset="0"/>
              </a:rPr>
              <a:t>analyse</a:t>
            </a:r>
            <a:r>
              <a:rPr lang="en-US" b="1">
                <a:latin typeface="Arial" pitchFamily="34" charset="0"/>
                <a:ea typeface="Calibri" pitchFamily="34" charset="0"/>
                <a:cs typeface="Arial" pitchFamily="34" charset="0"/>
              </a:rPr>
              <a:t> information</a:t>
            </a:r>
            <a:r>
              <a:rPr lang="en-US">
                <a:latin typeface="Arial" pitchFamily="34" charset="0"/>
                <a:ea typeface="Calibri" pitchFamily="34" charset="0"/>
                <a:cs typeface="Arial" pitchFamily="34" charset="0"/>
              </a:rPr>
              <a:t> and </a:t>
            </a:r>
            <a:r>
              <a:rPr lang="en-US" b="1">
                <a:latin typeface="Arial" pitchFamily="34" charset="0"/>
                <a:ea typeface="Calibri" pitchFamily="34" charset="0"/>
                <a:cs typeface="Arial" pitchFamily="34" charset="0"/>
              </a:rPr>
              <a:t>spot patterns</a:t>
            </a:r>
            <a:r>
              <a:rPr lang="en-US">
                <a:latin typeface="Arial" pitchFamily="34" charset="0"/>
                <a:ea typeface="Calibri" pitchFamily="34" charset="0"/>
                <a:cs typeface="Arial" pitchFamily="34" charset="0"/>
              </a:rPr>
              <a:t> to figure out why problems are happening.</a:t>
            </a:r>
          </a:p>
          <a:p>
            <a:pPr>
              <a:buFont typeface="Arial" pitchFamily="34" charset="0"/>
              <a:buChar char="•"/>
            </a:pPr>
            <a:endParaRPr lang="en-US">
              <a:latin typeface="Arial" pitchFamily="34" charset="0"/>
              <a:ea typeface="Calibri" pitchFamily="34" charset="0"/>
              <a:cs typeface="Arial" pitchFamily="34" charset="0"/>
            </a:endParaRPr>
          </a:p>
          <a:p>
            <a:pPr>
              <a:buFont typeface="Arial" pitchFamily="34" charset="0"/>
              <a:buChar char="•"/>
            </a:pPr>
            <a:r>
              <a:rPr lang="en-US">
                <a:latin typeface="Arial" pitchFamily="34" charset="0"/>
                <a:ea typeface="Calibri" pitchFamily="34" charset="0"/>
                <a:cs typeface="Arial" pitchFamily="34" charset="0"/>
              </a:rPr>
              <a:t>They </a:t>
            </a:r>
            <a:r>
              <a:rPr lang="en-US" b="1">
                <a:latin typeface="Arial" pitchFamily="34" charset="0"/>
                <a:ea typeface="Calibri" pitchFamily="34" charset="0"/>
                <a:cs typeface="Arial" pitchFamily="34" charset="0"/>
              </a:rPr>
              <a:t>recommend solutions</a:t>
            </a:r>
            <a:r>
              <a:rPr lang="en-US">
                <a:latin typeface="Arial" pitchFamily="34" charset="0"/>
                <a:ea typeface="Calibri" pitchFamily="34" charset="0"/>
                <a:cs typeface="Arial" pitchFamily="34" charset="0"/>
              </a:rPr>
              <a:t> — like changing a process, introducing new technology, or improving communication.</a:t>
            </a:r>
          </a:p>
          <a:p>
            <a:endParaRPr lang="en-US">
              <a:latin typeface="Arial" pitchFamily="34" charset="0"/>
              <a:ea typeface="Calibri" pitchFamily="34" charset="0"/>
              <a:cs typeface="Arial" pitchFamily="34" charset="0"/>
            </a:endParaRPr>
          </a:p>
          <a:p>
            <a:pPr>
              <a:buFont typeface="Arial" pitchFamily="34" charset="0"/>
              <a:buChar char="•"/>
            </a:pPr>
            <a:r>
              <a:rPr lang="en-US">
                <a:latin typeface="Arial" pitchFamily="34" charset="0"/>
                <a:ea typeface="Calibri" pitchFamily="34" charset="0"/>
                <a:cs typeface="Arial" pitchFamily="34" charset="0"/>
              </a:rPr>
              <a:t>Business analysts </a:t>
            </a:r>
            <a:r>
              <a:rPr lang="en-US" b="1">
                <a:latin typeface="Arial" pitchFamily="34" charset="0"/>
                <a:ea typeface="Calibri" pitchFamily="34" charset="0"/>
                <a:cs typeface="Arial" pitchFamily="34" charset="0"/>
              </a:rPr>
              <a:t>connect the business side and the technical side</a:t>
            </a:r>
            <a:r>
              <a:rPr lang="en-US">
                <a:latin typeface="Arial" pitchFamily="34" charset="0"/>
                <a:ea typeface="Calibri" pitchFamily="34" charset="0"/>
                <a:cs typeface="Arial" pitchFamily="34" charset="0"/>
              </a:rPr>
              <a:t> (for example, helping the IT team understand what the business actually needs).</a:t>
            </a:r>
          </a:p>
          <a:p>
            <a:endParaRPr lang="en-US">
              <a:latin typeface="Arial" pitchFamily="34" charset="0"/>
              <a:ea typeface="Calibri" pitchFamily="34" charset="0"/>
              <a:cs typeface="Arial" pitchFamily="34" charset="0"/>
            </a:endParaRPr>
          </a:p>
          <a:p>
            <a:pPr>
              <a:buFont typeface="Arial" pitchFamily="34" charset="0"/>
              <a:buChar char="•"/>
            </a:pPr>
            <a:r>
              <a:rPr lang="en-US">
                <a:latin typeface="Arial" pitchFamily="34" charset="0"/>
                <a:ea typeface="Calibri" pitchFamily="34" charset="0"/>
                <a:cs typeface="Arial" pitchFamily="34" charset="0"/>
              </a:rPr>
              <a:t>Their goal is to </a:t>
            </a:r>
            <a:r>
              <a:rPr lang="en-US" b="1">
                <a:latin typeface="Arial" pitchFamily="34" charset="0"/>
                <a:ea typeface="Calibri" pitchFamily="34" charset="0"/>
                <a:cs typeface="Arial" pitchFamily="34" charset="0"/>
              </a:rPr>
              <a:t>make the </a:t>
            </a:r>
            <a:r>
              <a:rPr lang="en-US" b="1" err="1">
                <a:latin typeface="Arial" pitchFamily="34" charset="0"/>
                <a:ea typeface="Calibri" pitchFamily="34" charset="0"/>
                <a:cs typeface="Arial" pitchFamily="34" charset="0"/>
              </a:rPr>
              <a:t>organisation</a:t>
            </a:r>
            <a:r>
              <a:rPr lang="en-US" b="1">
                <a:latin typeface="Arial" pitchFamily="34" charset="0"/>
                <a:ea typeface="Calibri" pitchFamily="34" charset="0"/>
                <a:cs typeface="Arial" pitchFamily="34" charset="0"/>
              </a:rPr>
              <a:t> perform better</a:t>
            </a:r>
            <a:r>
              <a:rPr lang="en-US">
                <a:latin typeface="Arial" pitchFamily="34" charset="0"/>
                <a:ea typeface="Calibri" pitchFamily="34" charset="0"/>
                <a:cs typeface="Arial" pitchFamily="34" charset="0"/>
              </a:rPr>
              <a:t> — saving money, making customers happier, or helping teams work more efficiently.</a:t>
            </a:r>
          </a:p>
          <a:p>
            <a:pPr marL="0" indent="0">
              <a:lnSpc>
                <a:spcPct val="125000"/>
              </a:lnSpc>
              <a:spcBef>
                <a:spcPts val="0"/>
              </a:spcBef>
              <a:buNone/>
            </a:pPr>
            <a:endParaRPr lang="en-NZ" altLang="zh-CN">
              <a:latin typeface="Arial" panose="020B0604020202020204" pitchFamily="34" charset="0"/>
              <a:ea typeface="ヒラギノ角ゴ Pro W3" panose="020B0300000000000000" pitchFamily="34" charset="-128"/>
              <a:cs typeface="Arial" panose="020B0604020202020204" pitchFamily="34" charset="0"/>
            </a:endParaRPr>
          </a:p>
          <a:p>
            <a:pPr marL="0" indent="0">
              <a:lnSpc>
                <a:spcPct val="125000"/>
              </a:lnSpc>
              <a:spcBef>
                <a:spcPts val="0"/>
              </a:spcBef>
              <a:buNone/>
            </a:pPr>
            <a:r>
              <a:rPr lang="en-NZ" altLang="zh-CN" sz="1800">
                <a:solidFill>
                  <a:schemeClr val="tx1"/>
                </a:solidFill>
                <a:latin typeface="Arial" panose="020B0604020202020204" pitchFamily="34" charset="0"/>
                <a:ea typeface="ヒラギノ角ゴ Pro W3" panose="020B0300000000000000" pitchFamily="34" charset="-128"/>
                <a:cs typeface="Arial" panose="020B0604020202020204" pitchFamily="34" charset="0"/>
              </a:rPr>
              <a:t> </a:t>
            </a:r>
            <a:endParaRPr lang="en-US" altLang="zh-CN" sz="1800">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Tree>
    <p:extLst>
      <p:ext uri="{BB962C8B-B14F-4D97-AF65-F5344CB8AC3E}">
        <p14:creationId xmlns:p14="http://schemas.microsoft.com/office/powerpoint/2010/main" val="116381300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accel="50000" decel="50000" fill="hold" grpId="0" nodeType="afterEffect">
                                  <p:stCondLst>
                                    <p:cond delay="0"/>
                                  </p:stCondLst>
                                  <p:childTnLst>
                                    <p:set>
                                      <p:cBhvr>
                                        <p:cTn id="6" dur="1" fill="hold">
                                          <p:stCondLst>
                                            <p:cond delay="0"/>
                                          </p:stCondLst>
                                        </p:cTn>
                                        <p:tgtEl>
                                          <p:spTgt spid="250885"/>
                                        </p:tgtEl>
                                        <p:attrNameLst>
                                          <p:attrName>style.visibility</p:attrName>
                                        </p:attrNameLst>
                                      </p:cBhvr>
                                      <p:to>
                                        <p:strVal val="visible"/>
                                      </p:to>
                                    </p:set>
                                    <p:anim calcmode="lin" valueType="num">
                                      <p:cBhvr additive="base">
                                        <p:cTn id="7" dur="500" fill="hold"/>
                                        <p:tgtEl>
                                          <p:spTgt spid="250885"/>
                                        </p:tgtEl>
                                        <p:attrNameLst>
                                          <p:attrName>ppt_x</p:attrName>
                                        </p:attrNameLst>
                                      </p:cBhvr>
                                      <p:tavLst>
                                        <p:tav tm="0">
                                          <p:val>
                                            <p:strVal val="1+#ppt_w/2"/>
                                          </p:val>
                                        </p:tav>
                                        <p:tav tm="100000">
                                          <p:val>
                                            <p:strVal val="#ppt_x"/>
                                          </p:val>
                                        </p:tav>
                                      </p:tavLst>
                                    </p:anim>
                                    <p:anim calcmode="lin" valueType="num">
                                      <p:cBhvr additive="base">
                                        <p:cTn id="8" dur="500" fill="hold"/>
                                        <p:tgtEl>
                                          <p:spTgt spid="2508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5" name="Rectangle 5">
            <a:extLst>
              <a:ext uri="{FF2B5EF4-FFF2-40B4-BE49-F238E27FC236}">
                <a16:creationId xmlns:a16="http://schemas.microsoft.com/office/drawing/2014/main" id="{E3635AB3-6134-EF4F-954E-CDEA56CFB99B}"/>
              </a:ext>
            </a:extLst>
          </p:cNvPr>
          <p:cNvSpPr>
            <a:spLocks noGrp="1" noChangeArrowheads="1"/>
          </p:cNvSpPr>
          <p:nvPr>
            <p:ph type="title"/>
          </p:nvPr>
        </p:nvSpPr>
        <p:spPr>
          <a:xfrm>
            <a:off x="2119311" y="603993"/>
            <a:ext cx="7727950" cy="935038"/>
          </a:xfrm>
        </p:spPr>
        <p:txBody>
          <a:bodyPr/>
          <a:lstStyle/>
          <a:p>
            <a:r>
              <a:rPr lang="en-US" altLang="zh-CN" b="1">
                <a:solidFill>
                  <a:schemeClr val="tx1"/>
                </a:solidFill>
                <a:latin typeface="Arial" panose="020B0604020202020204" pitchFamily="34" charset="0"/>
                <a:ea typeface="ヒラギノ角ゴ Pro W3" panose="020B0300000000000000" pitchFamily="34" charset="-128"/>
                <a:cs typeface="Arial" panose="020B0604020202020204" pitchFamily="34" charset="0"/>
              </a:rPr>
              <a:t>Evolution of the role</a:t>
            </a:r>
            <a:endParaRPr lang="en-US" altLang="en-US" b="1">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
        <p:nvSpPr>
          <p:cNvPr id="6" name="文本框 5">
            <a:extLst>
              <a:ext uri="{FF2B5EF4-FFF2-40B4-BE49-F238E27FC236}">
                <a16:creationId xmlns:a16="http://schemas.microsoft.com/office/drawing/2014/main" id="{5B69BE9B-D2F4-A99A-BA1D-6589B4F26E88}"/>
              </a:ext>
            </a:extLst>
          </p:cNvPr>
          <p:cNvSpPr txBox="1"/>
          <p:nvPr/>
        </p:nvSpPr>
        <p:spPr>
          <a:xfrm>
            <a:off x="1000126" y="1746736"/>
            <a:ext cx="10558462" cy="5182829"/>
          </a:xfrm>
          <a:prstGeom prst="rect">
            <a:avLst/>
          </a:prstGeom>
          <a:noFill/>
        </p:spPr>
        <p:txBody>
          <a:bodyPr wrap="square" lIns="91440" tIns="45720" rIns="91440" bIns="45720" anchor="t">
            <a:spAutoFit/>
          </a:bodyPr>
          <a:lstStyle/>
          <a:p>
            <a:r>
              <a:rPr lang="en-US" b="1">
                <a:latin typeface="Arial"/>
                <a:cs typeface="Arial"/>
              </a:rPr>
              <a:t>Started as problem-finders:</a:t>
            </a:r>
            <a:r>
              <a:rPr lang="en-US">
                <a:latin typeface="Arial"/>
                <a:cs typeface="Arial"/>
              </a:rPr>
              <a:t> Early on, business analysts mostly helped identify problems in systems or processes.</a:t>
            </a:r>
            <a:endParaRPr lang="en-US"/>
          </a:p>
          <a:p>
            <a:endParaRPr lang="en-US" b="1">
              <a:latin typeface="Arial"/>
              <a:cs typeface="Arial"/>
            </a:endParaRPr>
          </a:p>
          <a:p>
            <a:r>
              <a:rPr lang="en-US" b="1">
                <a:latin typeface="Arial"/>
                <a:cs typeface="Arial"/>
              </a:rPr>
              <a:t>Moved to solution designers</a:t>
            </a:r>
            <a:r>
              <a:rPr lang="en-US">
                <a:latin typeface="Arial"/>
                <a:cs typeface="Arial"/>
              </a:rPr>
              <a:t>: Over time, they began helping design and suggest solutions, often working closely with IT teams.</a:t>
            </a:r>
          </a:p>
          <a:p>
            <a:endParaRPr lang="en-US" b="1">
              <a:latin typeface="Arial" pitchFamily="34" charset="0"/>
              <a:cs typeface="Arial" pitchFamily="34" charset="0"/>
            </a:endParaRPr>
          </a:p>
          <a:p>
            <a:r>
              <a:rPr lang="en-US" b="1">
                <a:latin typeface="Arial" pitchFamily="34" charset="0"/>
                <a:cs typeface="Arial" pitchFamily="34" charset="0"/>
              </a:rPr>
              <a:t>Became strategic advisors</a:t>
            </a:r>
            <a:r>
              <a:rPr lang="en-US">
                <a:latin typeface="Arial" pitchFamily="34" charset="0"/>
                <a:cs typeface="Arial" pitchFamily="34" charset="0"/>
              </a:rPr>
              <a:t>: Now, they also help </a:t>
            </a:r>
            <a:r>
              <a:rPr lang="en-US" err="1">
                <a:latin typeface="Arial" pitchFamily="34" charset="0"/>
                <a:cs typeface="Arial" pitchFamily="34" charset="0"/>
              </a:rPr>
              <a:t>organisations</a:t>
            </a:r>
            <a:r>
              <a:rPr lang="en-US">
                <a:latin typeface="Arial" pitchFamily="34" charset="0"/>
                <a:cs typeface="Arial" pitchFamily="34" charset="0"/>
              </a:rPr>
              <a:t> make decisions by </a:t>
            </a:r>
            <a:r>
              <a:rPr lang="en-US" err="1">
                <a:latin typeface="Arial" pitchFamily="34" charset="0"/>
                <a:cs typeface="Arial" pitchFamily="34" charset="0"/>
              </a:rPr>
              <a:t>analysing</a:t>
            </a:r>
            <a:r>
              <a:rPr lang="en-US">
                <a:latin typeface="Arial" pitchFamily="34" charset="0"/>
                <a:cs typeface="Arial" pitchFamily="34" charset="0"/>
              </a:rPr>
              <a:t> data and understanding business needs.</a:t>
            </a:r>
          </a:p>
          <a:p>
            <a:endParaRPr lang="en-US" b="1">
              <a:latin typeface="Arial" pitchFamily="34" charset="0"/>
              <a:cs typeface="Arial" pitchFamily="34" charset="0"/>
            </a:endParaRPr>
          </a:p>
          <a:p>
            <a:r>
              <a:rPr lang="en-US" b="1">
                <a:latin typeface="Arial" pitchFamily="34" charset="0"/>
                <a:cs typeface="Arial" pitchFamily="34" charset="0"/>
              </a:rPr>
              <a:t>Focus more on people and change</a:t>
            </a:r>
            <a:r>
              <a:rPr lang="en-US">
                <a:latin typeface="Arial" pitchFamily="34" charset="0"/>
                <a:cs typeface="Arial" pitchFamily="34" charset="0"/>
              </a:rPr>
              <a:t>: Today’s analysts often work with many teams and help manage change, not just systems.</a:t>
            </a:r>
          </a:p>
          <a:p>
            <a:endParaRPr lang="en-US" b="1">
              <a:latin typeface="Arial" pitchFamily="34" charset="0"/>
              <a:cs typeface="Arial" pitchFamily="34" charset="0"/>
            </a:endParaRPr>
          </a:p>
          <a:p>
            <a:r>
              <a:rPr lang="en-US" b="1">
                <a:latin typeface="Arial" pitchFamily="34" charset="0"/>
                <a:cs typeface="Arial" pitchFamily="34" charset="0"/>
              </a:rPr>
              <a:t>Use digital tools and data</a:t>
            </a:r>
            <a:r>
              <a:rPr lang="en-US">
                <a:latin typeface="Arial" pitchFamily="34" charset="0"/>
                <a:cs typeface="Arial" pitchFamily="34" charset="0"/>
              </a:rPr>
              <a:t>: They now rely heavily on tools like Power BI, AI, and big data to give insights and support innovation.</a:t>
            </a:r>
          </a:p>
          <a:p>
            <a:endParaRPr lang="en-NZ">
              <a:latin typeface="Arial" pitchFamily="34" charset="0"/>
              <a:cs typeface="Arial" pitchFamily="34" charset="0"/>
            </a:endParaRPr>
          </a:p>
          <a:p>
            <a:pPr algn="ctr"/>
            <a:r>
              <a:rPr lang="en-NZ" b="1">
                <a:latin typeface="Arial" pitchFamily="34" charset="0"/>
                <a:cs typeface="Arial" pitchFamily="34" charset="0"/>
              </a:rPr>
              <a:t>From waterfall to agile!</a:t>
            </a:r>
            <a:endParaRPr lang="en-US" b="1">
              <a:latin typeface="Arial" pitchFamily="34" charset="0"/>
              <a:cs typeface="Arial" pitchFamily="34" charset="0"/>
            </a:endParaRPr>
          </a:p>
          <a:p>
            <a:pPr marL="0" indent="0">
              <a:lnSpc>
                <a:spcPct val="125000"/>
              </a:lnSpc>
              <a:spcBef>
                <a:spcPts val="0"/>
              </a:spcBef>
              <a:buNone/>
            </a:pPr>
            <a:endParaRPr lang="en-NZ" altLang="zh-CN">
              <a:latin typeface="Arial" panose="020B0604020202020204" pitchFamily="34" charset="0"/>
              <a:ea typeface="ヒラギノ角ゴ Pro W3" panose="020B0300000000000000" pitchFamily="34" charset="-128"/>
              <a:cs typeface="Arial" panose="020B0604020202020204" pitchFamily="34" charset="0"/>
            </a:endParaRPr>
          </a:p>
          <a:p>
            <a:pPr marL="0" indent="0">
              <a:lnSpc>
                <a:spcPct val="125000"/>
              </a:lnSpc>
              <a:spcBef>
                <a:spcPts val="0"/>
              </a:spcBef>
              <a:buNone/>
            </a:pPr>
            <a:r>
              <a:rPr lang="en-NZ" altLang="zh-CN" sz="1800">
                <a:solidFill>
                  <a:schemeClr val="tx1"/>
                </a:solidFill>
                <a:latin typeface="Arial" panose="020B0604020202020204" pitchFamily="34" charset="0"/>
                <a:ea typeface="ヒラギノ角ゴ Pro W3" panose="020B0300000000000000" pitchFamily="34" charset="-128"/>
                <a:cs typeface="Arial" panose="020B0604020202020204" pitchFamily="34" charset="0"/>
              </a:rPr>
              <a:t> </a:t>
            </a:r>
            <a:endParaRPr lang="en-US" altLang="zh-CN" sz="1800">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Tree>
    <p:extLst>
      <p:ext uri="{BB962C8B-B14F-4D97-AF65-F5344CB8AC3E}">
        <p14:creationId xmlns:p14="http://schemas.microsoft.com/office/powerpoint/2010/main" val="116381300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accel="50000" decel="50000" fill="hold" grpId="0" nodeType="afterEffect">
                                  <p:stCondLst>
                                    <p:cond delay="0"/>
                                  </p:stCondLst>
                                  <p:childTnLst>
                                    <p:set>
                                      <p:cBhvr>
                                        <p:cTn id="6" dur="1" fill="hold">
                                          <p:stCondLst>
                                            <p:cond delay="0"/>
                                          </p:stCondLst>
                                        </p:cTn>
                                        <p:tgtEl>
                                          <p:spTgt spid="250885"/>
                                        </p:tgtEl>
                                        <p:attrNameLst>
                                          <p:attrName>style.visibility</p:attrName>
                                        </p:attrNameLst>
                                      </p:cBhvr>
                                      <p:to>
                                        <p:strVal val="visible"/>
                                      </p:to>
                                    </p:set>
                                    <p:anim calcmode="lin" valueType="num">
                                      <p:cBhvr additive="base">
                                        <p:cTn id="7" dur="500" fill="hold"/>
                                        <p:tgtEl>
                                          <p:spTgt spid="250885"/>
                                        </p:tgtEl>
                                        <p:attrNameLst>
                                          <p:attrName>ppt_x</p:attrName>
                                        </p:attrNameLst>
                                      </p:cBhvr>
                                      <p:tavLst>
                                        <p:tav tm="0">
                                          <p:val>
                                            <p:strVal val="1+#ppt_w/2"/>
                                          </p:val>
                                        </p:tav>
                                        <p:tav tm="100000">
                                          <p:val>
                                            <p:strVal val="#ppt_x"/>
                                          </p:val>
                                        </p:tav>
                                      </p:tavLst>
                                    </p:anim>
                                    <p:anim calcmode="lin" valueType="num">
                                      <p:cBhvr additive="base">
                                        <p:cTn id="8" dur="500" fill="hold"/>
                                        <p:tgtEl>
                                          <p:spTgt spid="2508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5" name="Rectangle 5">
            <a:extLst>
              <a:ext uri="{FF2B5EF4-FFF2-40B4-BE49-F238E27FC236}">
                <a16:creationId xmlns:a16="http://schemas.microsoft.com/office/drawing/2014/main" id="{E3635AB3-6134-EF4F-954E-CDEA56CFB99B}"/>
              </a:ext>
            </a:extLst>
          </p:cNvPr>
          <p:cNvSpPr>
            <a:spLocks noGrp="1" noChangeArrowheads="1"/>
          </p:cNvSpPr>
          <p:nvPr>
            <p:ph type="title"/>
          </p:nvPr>
        </p:nvSpPr>
        <p:spPr>
          <a:xfrm>
            <a:off x="2119311" y="603993"/>
            <a:ext cx="7727950" cy="935038"/>
          </a:xfrm>
        </p:spPr>
        <p:txBody>
          <a:bodyPr>
            <a:normAutofit/>
          </a:bodyPr>
          <a:lstStyle/>
          <a:p>
            <a:r>
              <a:rPr lang="en-NZ" altLang="en-US" b="1">
                <a:solidFill>
                  <a:schemeClr val="tx1"/>
                </a:solidFill>
                <a:latin typeface="Arial" panose="020B0604020202020204" pitchFamily="34" charset="0"/>
                <a:ea typeface="ヒラギノ角ゴ Pro W3" panose="020B0300000000000000" pitchFamily="34" charset="-128"/>
                <a:cs typeface="Arial" panose="020B0604020202020204" pitchFamily="34" charset="0"/>
              </a:rPr>
              <a:t>Types of Business Analysts</a:t>
            </a:r>
            <a:endParaRPr lang="en-US" altLang="en-US" b="1">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
        <p:nvSpPr>
          <p:cNvPr id="6" name="文本框 5">
            <a:extLst>
              <a:ext uri="{FF2B5EF4-FFF2-40B4-BE49-F238E27FC236}">
                <a16:creationId xmlns:a16="http://schemas.microsoft.com/office/drawing/2014/main" id="{5B69BE9B-D2F4-A99A-BA1D-6589B4F26E88}"/>
              </a:ext>
            </a:extLst>
          </p:cNvPr>
          <p:cNvSpPr txBox="1"/>
          <p:nvPr/>
        </p:nvSpPr>
        <p:spPr>
          <a:xfrm>
            <a:off x="1000126" y="1646723"/>
            <a:ext cx="10558462" cy="5563061"/>
          </a:xfrm>
          <a:prstGeom prst="rect">
            <a:avLst/>
          </a:prstGeom>
          <a:noFill/>
        </p:spPr>
        <p:txBody>
          <a:bodyPr wrap="square">
            <a:spAutoFit/>
          </a:bodyPr>
          <a:lstStyle/>
          <a:p>
            <a:pPr marL="0" indent="0">
              <a:lnSpc>
                <a:spcPct val="125000"/>
              </a:lnSpc>
              <a:spcBef>
                <a:spcPts val="0"/>
              </a:spcBef>
              <a:buNone/>
            </a:pPr>
            <a:r>
              <a:rPr lang="en-NZ" altLang="zh-CN" b="1">
                <a:latin typeface="Arial" panose="020B0604020202020204" pitchFamily="34" charset="0"/>
                <a:ea typeface="ヒラギノ角ゴ Pro W3" panose="020B0300000000000000" pitchFamily="34" charset="-128"/>
                <a:cs typeface="Arial" panose="020B0604020202020204" pitchFamily="34" charset="0"/>
              </a:rPr>
              <a:t>According to the BABOK guide (Business Analysis Body of Knowledge), there are different types of analyst roles, depending  on the area that the analyst focuses on. </a:t>
            </a:r>
          </a:p>
          <a:p>
            <a:pPr marL="0" indent="0">
              <a:lnSpc>
                <a:spcPct val="125000"/>
              </a:lnSpc>
              <a:spcBef>
                <a:spcPts val="0"/>
              </a:spcBef>
              <a:buNone/>
            </a:pPr>
            <a:endParaRPr lang="en-NZ" altLang="zh-CN" b="1">
              <a:latin typeface="Arial" panose="020B0604020202020204" pitchFamily="34" charset="0"/>
              <a:ea typeface="ヒラギノ角ゴ Pro W3" panose="020B0300000000000000" pitchFamily="34" charset="-128"/>
              <a:cs typeface="Arial" panose="020B0604020202020204" pitchFamily="34" charset="0"/>
            </a:endParaRPr>
          </a:p>
          <a:p>
            <a:r>
              <a:rPr lang="en-US" b="1">
                <a:latin typeface="Arial" pitchFamily="34" charset="0"/>
                <a:cs typeface="Arial" pitchFamily="34" charset="0"/>
              </a:rPr>
              <a:t>Business Systems Analyst</a:t>
            </a:r>
            <a:endParaRPr lang="en-US">
              <a:latin typeface="Arial" pitchFamily="34" charset="0"/>
              <a:cs typeface="Arial" pitchFamily="34" charset="0"/>
            </a:endParaRPr>
          </a:p>
          <a:p>
            <a:pPr>
              <a:buFont typeface="Arial"/>
              <a:buChar char="•"/>
            </a:pPr>
            <a:r>
              <a:rPr lang="en-US">
                <a:latin typeface="Arial" pitchFamily="34" charset="0"/>
                <a:cs typeface="Arial" pitchFamily="34" charset="0"/>
              </a:rPr>
              <a:t>Focuses more on </a:t>
            </a:r>
            <a:r>
              <a:rPr lang="en-US" b="1">
                <a:latin typeface="Arial" pitchFamily="34" charset="0"/>
                <a:cs typeface="Arial" pitchFamily="34" charset="0"/>
              </a:rPr>
              <a:t>technical systems</a:t>
            </a:r>
            <a:r>
              <a:rPr lang="en-US">
                <a:latin typeface="Arial" pitchFamily="34" charset="0"/>
                <a:cs typeface="Arial" pitchFamily="34" charset="0"/>
              </a:rPr>
              <a:t> and </a:t>
            </a:r>
            <a:r>
              <a:rPr lang="en-US" b="1">
                <a:latin typeface="Arial" pitchFamily="34" charset="0"/>
                <a:cs typeface="Arial" pitchFamily="34" charset="0"/>
              </a:rPr>
              <a:t>IT solutions</a:t>
            </a:r>
            <a:r>
              <a:rPr lang="en-US">
                <a:latin typeface="Arial" pitchFamily="34" charset="0"/>
                <a:cs typeface="Arial" pitchFamily="34" charset="0"/>
              </a:rPr>
              <a:t>.</a:t>
            </a:r>
          </a:p>
          <a:p>
            <a:pPr>
              <a:buFont typeface="Arial"/>
              <a:buChar char="•"/>
            </a:pPr>
            <a:r>
              <a:rPr lang="en-US">
                <a:latin typeface="Arial" pitchFamily="34" charset="0"/>
                <a:cs typeface="Arial" pitchFamily="34" charset="0"/>
              </a:rPr>
              <a:t>Translates business needs into software/system requirements.</a:t>
            </a:r>
          </a:p>
          <a:p>
            <a:endParaRPr lang="en-US">
              <a:latin typeface="Arial" pitchFamily="34" charset="0"/>
              <a:cs typeface="Arial" pitchFamily="34" charset="0"/>
            </a:endParaRPr>
          </a:p>
          <a:p>
            <a:r>
              <a:rPr lang="en-US" b="1">
                <a:latin typeface="Arial" pitchFamily="34" charset="0"/>
                <a:cs typeface="Arial" pitchFamily="34" charset="0"/>
              </a:rPr>
              <a:t>Process Analyst</a:t>
            </a:r>
            <a:endParaRPr lang="en-US">
              <a:latin typeface="Arial" pitchFamily="34" charset="0"/>
              <a:cs typeface="Arial" pitchFamily="34" charset="0"/>
            </a:endParaRPr>
          </a:p>
          <a:p>
            <a:pPr>
              <a:buFont typeface="Arial"/>
              <a:buChar char="•"/>
            </a:pPr>
            <a:r>
              <a:rPr lang="en-US" err="1">
                <a:latin typeface="Arial" pitchFamily="34" charset="0"/>
                <a:cs typeface="Arial" pitchFamily="34" charset="0"/>
              </a:rPr>
              <a:t>Specialises</a:t>
            </a:r>
            <a:r>
              <a:rPr lang="en-US">
                <a:latin typeface="Arial" pitchFamily="34" charset="0"/>
                <a:cs typeface="Arial" pitchFamily="34" charset="0"/>
              </a:rPr>
              <a:t> in </a:t>
            </a:r>
            <a:r>
              <a:rPr lang="en-US" b="1">
                <a:latin typeface="Arial" pitchFamily="34" charset="0"/>
                <a:cs typeface="Arial" pitchFamily="34" charset="0"/>
              </a:rPr>
              <a:t>business processes</a:t>
            </a:r>
            <a:r>
              <a:rPr lang="en-US">
                <a:latin typeface="Arial" pitchFamily="34" charset="0"/>
                <a:cs typeface="Arial" pitchFamily="34" charset="0"/>
              </a:rPr>
              <a:t> (how work flows inside the </a:t>
            </a:r>
            <a:r>
              <a:rPr lang="en-US" err="1">
                <a:latin typeface="Arial" pitchFamily="34" charset="0"/>
                <a:cs typeface="Arial" pitchFamily="34" charset="0"/>
              </a:rPr>
              <a:t>organisation</a:t>
            </a:r>
            <a:r>
              <a:rPr lang="en-US">
                <a:latin typeface="Arial" pitchFamily="34" charset="0"/>
                <a:cs typeface="Arial" pitchFamily="34" charset="0"/>
              </a:rPr>
              <a:t>).</a:t>
            </a:r>
          </a:p>
          <a:p>
            <a:pPr>
              <a:buFont typeface="Arial"/>
              <a:buChar char="•"/>
            </a:pPr>
            <a:r>
              <a:rPr lang="en-US">
                <a:latin typeface="Arial" pitchFamily="34" charset="0"/>
                <a:cs typeface="Arial" pitchFamily="34" charset="0"/>
              </a:rPr>
              <a:t>Works on improving processes to make them faster, cheaper, or better.</a:t>
            </a:r>
          </a:p>
          <a:p>
            <a:endParaRPr lang="en-US">
              <a:latin typeface="Arial" pitchFamily="34" charset="0"/>
              <a:cs typeface="Arial" pitchFamily="34" charset="0"/>
            </a:endParaRPr>
          </a:p>
          <a:p>
            <a:r>
              <a:rPr lang="en-US" b="1">
                <a:latin typeface="Arial" pitchFamily="34" charset="0"/>
                <a:cs typeface="Arial" pitchFamily="34" charset="0"/>
              </a:rPr>
              <a:t>Data Analyst</a:t>
            </a:r>
            <a:endParaRPr lang="en-US">
              <a:latin typeface="Arial" pitchFamily="34" charset="0"/>
              <a:cs typeface="Arial" pitchFamily="34" charset="0"/>
            </a:endParaRPr>
          </a:p>
          <a:p>
            <a:pPr>
              <a:buFont typeface="Arial"/>
              <a:buChar char="•"/>
            </a:pPr>
            <a:r>
              <a:rPr lang="en-US">
                <a:latin typeface="Arial" pitchFamily="34" charset="0"/>
                <a:cs typeface="Arial" pitchFamily="34" charset="0"/>
              </a:rPr>
              <a:t>Works mainly with </a:t>
            </a:r>
            <a:r>
              <a:rPr lang="en-US" b="1">
                <a:latin typeface="Arial" pitchFamily="34" charset="0"/>
                <a:cs typeface="Arial" pitchFamily="34" charset="0"/>
              </a:rPr>
              <a:t>data and information management</a:t>
            </a:r>
            <a:r>
              <a:rPr lang="en-US">
                <a:latin typeface="Arial" pitchFamily="34" charset="0"/>
                <a:cs typeface="Arial" pitchFamily="34" charset="0"/>
              </a:rPr>
              <a:t>.</a:t>
            </a:r>
          </a:p>
          <a:p>
            <a:pPr>
              <a:buFont typeface="Arial"/>
              <a:buChar char="•"/>
            </a:pPr>
            <a:r>
              <a:rPr lang="en-US">
                <a:latin typeface="Arial" pitchFamily="34" charset="0"/>
                <a:cs typeface="Arial" pitchFamily="34" charset="0"/>
              </a:rPr>
              <a:t>Analyses data to help businesses make better decisions.</a:t>
            </a:r>
          </a:p>
          <a:p>
            <a:pPr marL="0" indent="0">
              <a:lnSpc>
                <a:spcPct val="125000"/>
              </a:lnSpc>
              <a:spcBef>
                <a:spcPts val="0"/>
              </a:spcBef>
              <a:buNone/>
            </a:pPr>
            <a:endParaRPr lang="en-NZ" altLang="zh-CN" b="1">
              <a:latin typeface="Arial" panose="020B0604020202020204" pitchFamily="34" charset="0"/>
              <a:ea typeface="ヒラギノ角ゴ Pro W3" panose="020B0300000000000000" pitchFamily="34" charset="-128"/>
              <a:cs typeface="Arial" panose="020B0604020202020204" pitchFamily="34" charset="0"/>
            </a:endParaRPr>
          </a:p>
          <a:p>
            <a:pPr marL="0" indent="0">
              <a:lnSpc>
                <a:spcPct val="125000"/>
              </a:lnSpc>
              <a:spcBef>
                <a:spcPts val="0"/>
              </a:spcBef>
              <a:buNone/>
            </a:pPr>
            <a:endParaRPr lang="en-NZ" altLang="zh-CN">
              <a:latin typeface="Arial" panose="020B0604020202020204" pitchFamily="34" charset="0"/>
              <a:ea typeface="ヒラギノ角ゴ Pro W3" panose="020B0300000000000000" pitchFamily="34" charset="-128"/>
              <a:cs typeface="Arial" panose="020B0604020202020204" pitchFamily="34" charset="0"/>
            </a:endParaRPr>
          </a:p>
          <a:p>
            <a:pPr marL="0" indent="0">
              <a:lnSpc>
                <a:spcPct val="125000"/>
              </a:lnSpc>
              <a:spcBef>
                <a:spcPts val="0"/>
              </a:spcBef>
              <a:buNone/>
            </a:pPr>
            <a:endParaRPr lang="en-NZ" altLang="zh-CN">
              <a:latin typeface="Arial" panose="020B0604020202020204" pitchFamily="34" charset="0"/>
              <a:ea typeface="ヒラギノ角ゴ Pro W3" panose="020B0300000000000000" pitchFamily="34" charset="-128"/>
              <a:cs typeface="Arial" panose="020B0604020202020204" pitchFamily="34" charset="0"/>
            </a:endParaRPr>
          </a:p>
          <a:p>
            <a:pPr marL="0" indent="0">
              <a:lnSpc>
                <a:spcPct val="125000"/>
              </a:lnSpc>
              <a:spcBef>
                <a:spcPts val="0"/>
              </a:spcBef>
              <a:buNone/>
            </a:pPr>
            <a:r>
              <a:rPr lang="en-NZ" altLang="zh-CN" sz="1800">
                <a:solidFill>
                  <a:schemeClr val="tx1"/>
                </a:solidFill>
                <a:latin typeface="Arial" panose="020B0604020202020204" pitchFamily="34" charset="0"/>
                <a:ea typeface="ヒラギノ角ゴ Pro W3" panose="020B0300000000000000" pitchFamily="34" charset="-128"/>
                <a:cs typeface="Arial" panose="020B0604020202020204" pitchFamily="34" charset="0"/>
              </a:rPr>
              <a:t> </a:t>
            </a:r>
            <a:endParaRPr lang="en-US" altLang="zh-CN" sz="1800">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Tree>
    <p:extLst>
      <p:ext uri="{BB962C8B-B14F-4D97-AF65-F5344CB8AC3E}">
        <p14:creationId xmlns:p14="http://schemas.microsoft.com/office/powerpoint/2010/main" val="116381300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accel="50000" decel="50000" fill="hold" grpId="0" nodeType="afterEffect">
                                  <p:stCondLst>
                                    <p:cond delay="0"/>
                                  </p:stCondLst>
                                  <p:childTnLst>
                                    <p:set>
                                      <p:cBhvr>
                                        <p:cTn id="6" dur="1" fill="hold">
                                          <p:stCondLst>
                                            <p:cond delay="0"/>
                                          </p:stCondLst>
                                        </p:cTn>
                                        <p:tgtEl>
                                          <p:spTgt spid="250885"/>
                                        </p:tgtEl>
                                        <p:attrNameLst>
                                          <p:attrName>style.visibility</p:attrName>
                                        </p:attrNameLst>
                                      </p:cBhvr>
                                      <p:to>
                                        <p:strVal val="visible"/>
                                      </p:to>
                                    </p:set>
                                    <p:anim calcmode="lin" valueType="num">
                                      <p:cBhvr additive="base">
                                        <p:cTn id="7" dur="500" fill="hold"/>
                                        <p:tgtEl>
                                          <p:spTgt spid="250885"/>
                                        </p:tgtEl>
                                        <p:attrNameLst>
                                          <p:attrName>ppt_x</p:attrName>
                                        </p:attrNameLst>
                                      </p:cBhvr>
                                      <p:tavLst>
                                        <p:tav tm="0">
                                          <p:val>
                                            <p:strVal val="1+#ppt_w/2"/>
                                          </p:val>
                                        </p:tav>
                                        <p:tav tm="100000">
                                          <p:val>
                                            <p:strVal val="#ppt_x"/>
                                          </p:val>
                                        </p:tav>
                                      </p:tavLst>
                                    </p:anim>
                                    <p:anim calcmode="lin" valueType="num">
                                      <p:cBhvr additive="base">
                                        <p:cTn id="8" dur="500" fill="hold"/>
                                        <p:tgtEl>
                                          <p:spTgt spid="2508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5" name="Rectangle 5">
            <a:extLst>
              <a:ext uri="{FF2B5EF4-FFF2-40B4-BE49-F238E27FC236}">
                <a16:creationId xmlns:a16="http://schemas.microsoft.com/office/drawing/2014/main" id="{E3635AB3-6134-EF4F-954E-CDEA56CFB99B}"/>
              </a:ext>
            </a:extLst>
          </p:cNvPr>
          <p:cNvSpPr>
            <a:spLocks noGrp="1" noChangeArrowheads="1"/>
          </p:cNvSpPr>
          <p:nvPr>
            <p:ph type="title"/>
          </p:nvPr>
        </p:nvSpPr>
        <p:spPr>
          <a:xfrm>
            <a:off x="2119311" y="603993"/>
            <a:ext cx="7727950" cy="935038"/>
          </a:xfrm>
        </p:spPr>
        <p:txBody>
          <a:bodyPr>
            <a:normAutofit/>
          </a:bodyPr>
          <a:lstStyle/>
          <a:p>
            <a:r>
              <a:rPr lang="en-NZ" altLang="en-US" b="1">
                <a:solidFill>
                  <a:schemeClr val="tx1"/>
                </a:solidFill>
                <a:latin typeface="Arial" panose="020B0604020202020204" pitchFamily="34" charset="0"/>
                <a:ea typeface="ヒラギノ角ゴ Pro W3" panose="020B0300000000000000" pitchFamily="34" charset="-128"/>
                <a:cs typeface="Arial" panose="020B0604020202020204" pitchFamily="34" charset="0"/>
              </a:rPr>
              <a:t>Types of Business Analysts</a:t>
            </a:r>
            <a:endParaRPr lang="en-US" altLang="en-US" b="1">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
        <p:nvSpPr>
          <p:cNvPr id="6" name="文本框 5">
            <a:extLst>
              <a:ext uri="{FF2B5EF4-FFF2-40B4-BE49-F238E27FC236}">
                <a16:creationId xmlns:a16="http://schemas.microsoft.com/office/drawing/2014/main" id="{5B69BE9B-D2F4-A99A-BA1D-6589B4F26E88}"/>
              </a:ext>
            </a:extLst>
          </p:cNvPr>
          <p:cNvSpPr txBox="1"/>
          <p:nvPr/>
        </p:nvSpPr>
        <p:spPr>
          <a:xfrm>
            <a:off x="1000126" y="1460986"/>
            <a:ext cx="10558462" cy="6117059"/>
          </a:xfrm>
          <a:prstGeom prst="rect">
            <a:avLst/>
          </a:prstGeom>
          <a:noFill/>
        </p:spPr>
        <p:txBody>
          <a:bodyPr wrap="square">
            <a:spAutoFit/>
          </a:bodyPr>
          <a:lstStyle/>
          <a:p>
            <a:pPr marL="0" indent="0">
              <a:lnSpc>
                <a:spcPct val="125000"/>
              </a:lnSpc>
              <a:spcBef>
                <a:spcPts val="0"/>
              </a:spcBef>
              <a:buNone/>
            </a:pPr>
            <a:r>
              <a:rPr lang="en-NZ" altLang="zh-CN" b="1">
                <a:latin typeface="Arial" panose="020B0604020202020204" pitchFamily="34" charset="0"/>
                <a:ea typeface="ヒラギノ角ゴ Pro W3" panose="020B0300000000000000" pitchFamily="34" charset="-128"/>
                <a:cs typeface="Arial" panose="020B0604020202020204" pitchFamily="34" charset="0"/>
              </a:rPr>
              <a:t>According to the BABOK guide (Business Analysis Body of Knowledge), there are different types of analyst roles, depending  on the area that the analyst focuses on. </a:t>
            </a:r>
          </a:p>
          <a:p>
            <a:pPr marL="0" indent="0">
              <a:lnSpc>
                <a:spcPct val="125000"/>
              </a:lnSpc>
              <a:spcBef>
                <a:spcPts val="0"/>
              </a:spcBef>
              <a:buNone/>
            </a:pPr>
            <a:endParaRPr lang="en-NZ" altLang="zh-CN" b="1">
              <a:latin typeface="Arial" panose="020B0604020202020204" pitchFamily="34" charset="0"/>
              <a:ea typeface="ヒラギノ角ゴ Pro W3" panose="020B0300000000000000" pitchFamily="34" charset="-128"/>
              <a:cs typeface="Arial" panose="020B0604020202020204" pitchFamily="34" charset="0"/>
            </a:endParaRPr>
          </a:p>
          <a:p>
            <a:r>
              <a:rPr lang="en-US" b="1">
                <a:latin typeface="Arial" pitchFamily="34" charset="0"/>
                <a:cs typeface="Arial" pitchFamily="34" charset="0"/>
              </a:rPr>
              <a:t>Enterprise Business Analyst</a:t>
            </a:r>
            <a:endParaRPr lang="en-US">
              <a:latin typeface="Arial" pitchFamily="34" charset="0"/>
              <a:cs typeface="Arial" pitchFamily="34" charset="0"/>
            </a:endParaRPr>
          </a:p>
          <a:p>
            <a:pPr>
              <a:buFont typeface="Arial"/>
              <a:buChar char="•"/>
            </a:pPr>
            <a:r>
              <a:rPr lang="en-US">
                <a:latin typeface="Arial" pitchFamily="34" charset="0"/>
                <a:cs typeface="Arial" pitchFamily="34" charset="0"/>
              </a:rPr>
              <a:t>Works at a </a:t>
            </a:r>
            <a:r>
              <a:rPr lang="en-US" b="1">
                <a:latin typeface="Arial" pitchFamily="34" charset="0"/>
                <a:cs typeface="Arial" pitchFamily="34" charset="0"/>
              </a:rPr>
              <a:t>high, strategic level</a:t>
            </a:r>
            <a:r>
              <a:rPr lang="en-US">
                <a:latin typeface="Arial" pitchFamily="34" charset="0"/>
                <a:cs typeface="Arial" pitchFamily="34" charset="0"/>
              </a:rPr>
              <a:t>.</a:t>
            </a:r>
          </a:p>
          <a:p>
            <a:pPr>
              <a:buFont typeface="Arial"/>
              <a:buChar char="•"/>
            </a:pPr>
            <a:r>
              <a:rPr lang="en-US">
                <a:latin typeface="Arial" pitchFamily="34" charset="0"/>
                <a:cs typeface="Arial" pitchFamily="34" charset="0"/>
              </a:rPr>
              <a:t>Focuses on </a:t>
            </a:r>
            <a:r>
              <a:rPr lang="en-US" b="1">
                <a:latin typeface="Arial" pitchFamily="34" charset="0"/>
                <a:cs typeface="Arial" pitchFamily="34" charset="0"/>
              </a:rPr>
              <a:t>business strategy</a:t>
            </a:r>
            <a:r>
              <a:rPr lang="en-US">
                <a:latin typeface="Arial" pitchFamily="34" charset="0"/>
                <a:cs typeface="Arial" pitchFamily="34" charset="0"/>
              </a:rPr>
              <a:t>, </a:t>
            </a:r>
            <a:r>
              <a:rPr lang="en-US" b="1">
                <a:latin typeface="Arial" pitchFamily="34" charset="0"/>
                <a:cs typeface="Arial" pitchFamily="34" charset="0"/>
              </a:rPr>
              <a:t>change initiatives</a:t>
            </a:r>
            <a:r>
              <a:rPr lang="en-US">
                <a:latin typeface="Arial" pitchFamily="34" charset="0"/>
                <a:cs typeface="Arial" pitchFamily="34" charset="0"/>
              </a:rPr>
              <a:t>, and </a:t>
            </a:r>
            <a:r>
              <a:rPr lang="en-US" b="1">
                <a:latin typeface="Arial" pitchFamily="34" charset="0"/>
                <a:cs typeface="Arial" pitchFamily="34" charset="0"/>
              </a:rPr>
              <a:t>big-picture improvements</a:t>
            </a:r>
            <a:r>
              <a:rPr lang="en-US">
                <a:latin typeface="Arial" pitchFamily="34" charset="0"/>
                <a:cs typeface="Arial" pitchFamily="34" charset="0"/>
              </a:rPr>
              <a:t> across the whole </a:t>
            </a:r>
            <a:r>
              <a:rPr lang="en-US" err="1">
                <a:latin typeface="Arial" pitchFamily="34" charset="0"/>
                <a:cs typeface="Arial" pitchFamily="34" charset="0"/>
              </a:rPr>
              <a:t>organisation</a:t>
            </a:r>
            <a:r>
              <a:rPr lang="en-US">
                <a:latin typeface="Arial" pitchFamily="34" charset="0"/>
                <a:cs typeface="Arial" pitchFamily="34" charset="0"/>
              </a:rPr>
              <a:t>.</a:t>
            </a:r>
          </a:p>
          <a:p>
            <a:endParaRPr lang="en-US">
              <a:latin typeface="Arial" pitchFamily="34" charset="0"/>
              <a:cs typeface="Arial" pitchFamily="34" charset="0"/>
            </a:endParaRPr>
          </a:p>
          <a:p>
            <a:r>
              <a:rPr lang="en-US" b="1">
                <a:latin typeface="Arial" pitchFamily="34" charset="0"/>
                <a:cs typeface="Arial" pitchFamily="34" charset="0"/>
              </a:rPr>
              <a:t>Functional Business Analyst</a:t>
            </a:r>
            <a:endParaRPr lang="en-US">
              <a:latin typeface="Arial" pitchFamily="34" charset="0"/>
              <a:cs typeface="Arial" pitchFamily="34" charset="0"/>
            </a:endParaRPr>
          </a:p>
          <a:p>
            <a:pPr>
              <a:buFont typeface="Arial"/>
              <a:buChar char="•"/>
            </a:pPr>
            <a:r>
              <a:rPr lang="en-US">
                <a:latin typeface="Arial" pitchFamily="34" charset="0"/>
                <a:cs typeface="Arial" pitchFamily="34" charset="0"/>
              </a:rPr>
              <a:t>Focuses on </a:t>
            </a:r>
            <a:r>
              <a:rPr lang="en-US" b="1">
                <a:latin typeface="Arial" pitchFamily="34" charset="0"/>
                <a:cs typeface="Arial" pitchFamily="34" charset="0"/>
              </a:rPr>
              <a:t>one department or function</a:t>
            </a:r>
            <a:r>
              <a:rPr lang="en-US">
                <a:latin typeface="Arial" pitchFamily="34" charset="0"/>
                <a:cs typeface="Arial" pitchFamily="34" charset="0"/>
              </a:rPr>
              <a:t> (like HR, Finance, or Marketing).</a:t>
            </a:r>
          </a:p>
          <a:p>
            <a:pPr>
              <a:buFont typeface="Arial"/>
              <a:buChar char="•"/>
            </a:pPr>
            <a:r>
              <a:rPr lang="en-US">
                <a:latin typeface="Arial" pitchFamily="34" charset="0"/>
                <a:cs typeface="Arial" pitchFamily="34" charset="0"/>
              </a:rPr>
              <a:t>Understands both the business needs and the technical solutions for that area.</a:t>
            </a:r>
          </a:p>
          <a:p>
            <a:endParaRPr lang="en-US">
              <a:latin typeface="Arial" pitchFamily="34" charset="0"/>
              <a:cs typeface="Arial" pitchFamily="34" charset="0"/>
            </a:endParaRPr>
          </a:p>
          <a:p>
            <a:r>
              <a:rPr lang="en-US" b="1">
                <a:latin typeface="Arial" pitchFamily="34" charset="0"/>
                <a:cs typeface="Arial" pitchFamily="34" charset="0"/>
              </a:rPr>
              <a:t>Agile Business Analyst</a:t>
            </a:r>
            <a:endParaRPr lang="en-US">
              <a:latin typeface="Arial" pitchFamily="34" charset="0"/>
              <a:cs typeface="Arial" pitchFamily="34" charset="0"/>
            </a:endParaRPr>
          </a:p>
          <a:p>
            <a:pPr>
              <a:buFont typeface="Arial"/>
              <a:buChar char="•"/>
            </a:pPr>
            <a:r>
              <a:rPr lang="en-US">
                <a:latin typeface="Arial" pitchFamily="34" charset="0"/>
                <a:cs typeface="Arial" pitchFamily="34" charset="0"/>
              </a:rPr>
              <a:t>Works within </a:t>
            </a:r>
            <a:r>
              <a:rPr lang="en-US" b="1">
                <a:latin typeface="Arial" pitchFamily="34" charset="0"/>
                <a:cs typeface="Arial" pitchFamily="34" charset="0"/>
              </a:rPr>
              <a:t>Agile project teams</a:t>
            </a:r>
            <a:r>
              <a:rPr lang="en-US">
                <a:latin typeface="Arial" pitchFamily="34" charset="0"/>
                <a:cs typeface="Arial" pitchFamily="34" charset="0"/>
              </a:rPr>
              <a:t>.</a:t>
            </a:r>
          </a:p>
          <a:p>
            <a:pPr>
              <a:buFont typeface="Arial"/>
              <a:buChar char="•"/>
            </a:pPr>
            <a:r>
              <a:rPr lang="en-US">
                <a:latin typeface="Arial" pitchFamily="34" charset="0"/>
                <a:cs typeface="Arial" pitchFamily="34" charset="0"/>
              </a:rPr>
              <a:t>Helps create and refine requirements quickly as the project moves along (especially using user stories, product backlogs, etc.).</a:t>
            </a:r>
          </a:p>
          <a:p>
            <a:pPr marL="0" indent="0">
              <a:lnSpc>
                <a:spcPct val="125000"/>
              </a:lnSpc>
              <a:spcBef>
                <a:spcPts val="0"/>
              </a:spcBef>
              <a:buNone/>
            </a:pPr>
            <a:endParaRPr lang="en-NZ" altLang="zh-CN" b="1">
              <a:latin typeface="Arial" panose="020B0604020202020204" pitchFamily="34" charset="0"/>
              <a:ea typeface="ヒラギノ角ゴ Pro W3" panose="020B0300000000000000" pitchFamily="34" charset="-128"/>
              <a:cs typeface="Arial" panose="020B0604020202020204" pitchFamily="34" charset="0"/>
            </a:endParaRPr>
          </a:p>
          <a:p>
            <a:pPr marL="0" indent="0">
              <a:lnSpc>
                <a:spcPct val="125000"/>
              </a:lnSpc>
              <a:spcBef>
                <a:spcPts val="0"/>
              </a:spcBef>
              <a:buNone/>
            </a:pPr>
            <a:endParaRPr lang="en-NZ" altLang="zh-CN">
              <a:latin typeface="Arial" panose="020B0604020202020204" pitchFamily="34" charset="0"/>
              <a:ea typeface="ヒラギノ角ゴ Pro W3" panose="020B0300000000000000" pitchFamily="34" charset="-128"/>
              <a:cs typeface="Arial" panose="020B0604020202020204" pitchFamily="34" charset="0"/>
            </a:endParaRPr>
          </a:p>
          <a:p>
            <a:pPr marL="0" indent="0">
              <a:lnSpc>
                <a:spcPct val="125000"/>
              </a:lnSpc>
              <a:spcBef>
                <a:spcPts val="0"/>
              </a:spcBef>
              <a:buNone/>
            </a:pPr>
            <a:endParaRPr lang="en-NZ" altLang="zh-CN">
              <a:latin typeface="Arial" panose="020B0604020202020204" pitchFamily="34" charset="0"/>
              <a:ea typeface="ヒラギノ角ゴ Pro W3" panose="020B0300000000000000" pitchFamily="34" charset="-128"/>
              <a:cs typeface="Arial" panose="020B0604020202020204" pitchFamily="34" charset="0"/>
            </a:endParaRPr>
          </a:p>
          <a:p>
            <a:pPr marL="0" indent="0">
              <a:lnSpc>
                <a:spcPct val="125000"/>
              </a:lnSpc>
              <a:spcBef>
                <a:spcPts val="0"/>
              </a:spcBef>
              <a:buNone/>
            </a:pPr>
            <a:r>
              <a:rPr lang="en-NZ" altLang="zh-CN" sz="1800">
                <a:solidFill>
                  <a:schemeClr val="tx1"/>
                </a:solidFill>
                <a:latin typeface="Arial" panose="020B0604020202020204" pitchFamily="34" charset="0"/>
                <a:ea typeface="ヒラギノ角ゴ Pro W3" panose="020B0300000000000000" pitchFamily="34" charset="-128"/>
                <a:cs typeface="Arial" panose="020B0604020202020204" pitchFamily="34" charset="0"/>
              </a:rPr>
              <a:t> </a:t>
            </a:r>
            <a:endParaRPr lang="en-US" altLang="zh-CN" sz="1800">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Tree>
    <p:extLst>
      <p:ext uri="{BB962C8B-B14F-4D97-AF65-F5344CB8AC3E}">
        <p14:creationId xmlns:p14="http://schemas.microsoft.com/office/powerpoint/2010/main" val="116381300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accel="50000" decel="50000" fill="hold" grpId="0" nodeType="afterEffect">
                                  <p:stCondLst>
                                    <p:cond delay="0"/>
                                  </p:stCondLst>
                                  <p:childTnLst>
                                    <p:set>
                                      <p:cBhvr>
                                        <p:cTn id="6" dur="1" fill="hold">
                                          <p:stCondLst>
                                            <p:cond delay="0"/>
                                          </p:stCondLst>
                                        </p:cTn>
                                        <p:tgtEl>
                                          <p:spTgt spid="250885"/>
                                        </p:tgtEl>
                                        <p:attrNameLst>
                                          <p:attrName>style.visibility</p:attrName>
                                        </p:attrNameLst>
                                      </p:cBhvr>
                                      <p:to>
                                        <p:strVal val="visible"/>
                                      </p:to>
                                    </p:set>
                                    <p:anim calcmode="lin" valueType="num">
                                      <p:cBhvr additive="base">
                                        <p:cTn id="7" dur="500" fill="hold"/>
                                        <p:tgtEl>
                                          <p:spTgt spid="250885"/>
                                        </p:tgtEl>
                                        <p:attrNameLst>
                                          <p:attrName>ppt_x</p:attrName>
                                        </p:attrNameLst>
                                      </p:cBhvr>
                                      <p:tavLst>
                                        <p:tav tm="0">
                                          <p:val>
                                            <p:strVal val="1+#ppt_w/2"/>
                                          </p:val>
                                        </p:tav>
                                        <p:tav tm="100000">
                                          <p:val>
                                            <p:strVal val="#ppt_x"/>
                                          </p:val>
                                        </p:tav>
                                      </p:tavLst>
                                    </p:anim>
                                    <p:anim calcmode="lin" valueType="num">
                                      <p:cBhvr additive="base">
                                        <p:cTn id="8" dur="500" fill="hold"/>
                                        <p:tgtEl>
                                          <p:spTgt spid="2508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5" name="Rectangle 5">
            <a:extLst>
              <a:ext uri="{FF2B5EF4-FFF2-40B4-BE49-F238E27FC236}">
                <a16:creationId xmlns:a16="http://schemas.microsoft.com/office/drawing/2014/main" id="{E3635AB3-6134-EF4F-954E-CDEA56CFB99B}"/>
              </a:ext>
            </a:extLst>
          </p:cNvPr>
          <p:cNvSpPr>
            <a:spLocks noGrp="1" noChangeArrowheads="1"/>
          </p:cNvSpPr>
          <p:nvPr>
            <p:ph type="title"/>
          </p:nvPr>
        </p:nvSpPr>
        <p:spPr>
          <a:xfrm>
            <a:off x="2119311" y="603993"/>
            <a:ext cx="7727950" cy="935038"/>
          </a:xfrm>
        </p:spPr>
        <p:txBody>
          <a:bodyPr>
            <a:normAutofit/>
          </a:bodyPr>
          <a:lstStyle/>
          <a:p>
            <a:r>
              <a:rPr lang="en-NZ" altLang="en-US" b="1">
                <a:solidFill>
                  <a:schemeClr val="tx1"/>
                </a:solidFill>
                <a:latin typeface="Arial" panose="020B0604020202020204" pitchFamily="34" charset="0"/>
                <a:ea typeface="ヒラギノ角ゴ Pro W3" panose="020B0300000000000000" pitchFamily="34" charset="-128"/>
                <a:cs typeface="Arial" panose="020B0604020202020204" pitchFamily="34" charset="0"/>
              </a:rPr>
              <a:t>Class activity</a:t>
            </a:r>
            <a:endParaRPr lang="en-US" altLang="en-US" b="1">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
        <p:nvSpPr>
          <p:cNvPr id="6" name="文本框 5">
            <a:extLst>
              <a:ext uri="{FF2B5EF4-FFF2-40B4-BE49-F238E27FC236}">
                <a16:creationId xmlns:a16="http://schemas.microsoft.com/office/drawing/2014/main" id="{5B69BE9B-D2F4-A99A-BA1D-6589B4F26E88}"/>
              </a:ext>
            </a:extLst>
          </p:cNvPr>
          <p:cNvSpPr txBox="1"/>
          <p:nvPr/>
        </p:nvSpPr>
        <p:spPr>
          <a:xfrm>
            <a:off x="1157289" y="2703999"/>
            <a:ext cx="10558462" cy="3785652"/>
          </a:xfrm>
          <a:prstGeom prst="rect">
            <a:avLst/>
          </a:prstGeom>
          <a:noFill/>
        </p:spPr>
        <p:txBody>
          <a:bodyPr wrap="square">
            <a:spAutoFit/>
          </a:bodyPr>
          <a:lstStyle/>
          <a:p>
            <a:pPr marL="0" indent="0">
              <a:lnSpc>
                <a:spcPct val="125000"/>
              </a:lnSpc>
              <a:spcBef>
                <a:spcPts val="0"/>
              </a:spcBef>
              <a:buFont typeface="Arial" pitchFamily="34" charset="0"/>
              <a:buChar char="•"/>
            </a:pPr>
            <a:r>
              <a:rPr lang="en-NZ" altLang="zh-CN" sz="2000" b="1">
                <a:latin typeface="Arial" panose="020B0604020202020204" pitchFamily="34" charset="0"/>
                <a:ea typeface="ヒラギノ角ゴ Pro W3" panose="020B0300000000000000" pitchFamily="34" charset="-128"/>
                <a:cs typeface="Arial" panose="020B0604020202020204" pitchFamily="34" charset="0"/>
              </a:rPr>
              <a:t> Explore job ads on seek/</a:t>
            </a:r>
            <a:r>
              <a:rPr lang="en-NZ" altLang="zh-CN" sz="2000" b="1" err="1">
                <a:latin typeface="Arial" panose="020B0604020202020204" pitchFamily="34" charset="0"/>
                <a:ea typeface="ヒラギノ角ゴ Pro W3" panose="020B0300000000000000" pitchFamily="34" charset="-128"/>
                <a:cs typeface="Arial" panose="020B0604020202020204" pitchFamily="34" charset="0"/>
              </a:rPr>
              <a:t>linkedIn</a:t>
            </a:r>
            <a:r>
              <a:rPr lang="en-NZ" altLang="zh-CN" sz="2000" b="1">
                <a:latin typeface="Arial" panose="020B0604020202020204" pitchFamily="34" charset="0"/>
                <a:ea typeface="ヒラギノ角ゴ Pro W3" panose="020B0300000000000000" pitchFamily="34" charset="-128"/>
                <a:cs typeface="Arial" panose="020B0604020202020204" pitchFamily="34" charset="0"/>
              </a:rPr>
              <a:t> related to business analysis</a:t>
            </a:r>
          </a:p>
          <a:p>
            <a:pPr marL="0" indent="0">
              <a:lnSpc>
                <a:spcPct val="125000"/>
              </a:lnSpc>
              <a:spcBef>
                <a:spcPts val="0"/>
              </a:spcBef>
              <a:buFont typeface="Arial" pitchFamily="34" charset="0"/>
              <a:buChar char="•"/>
            </a:pPr>
            <a:r>
              <a:rPr lang="en-NZ" altLang="zh-CN" sz="2000" b="1">
                <a:latin typeface="Arial" panose="020B0604020202020204" pitchFamily="34" charset="0"/>
                <a:ea typeface="ヒラギノ角ゴ Pro W3" panose="020B0300000000000000" pitchFamily="34" charset="-128"/>
                <a:cs typeface="Arial" panose="020B0604020202020204" pitchFamily="34" charset="0"/>
              </a:rPr>
              <a:t> Note down the type of analyst and the area that the analyst needs to focus on </a:t>
            </a:r>
          </a:p>
          <a:p>
            <a:pPr marL="0" indent="0">
              <a:lnSpc>
                <a:spcPct val="125000"/>
              </a:lnSpc>
              <a:spcBef>
                <a:spcPts val="0"/>
              </a:spcBef>
              <a:buFont typeface="Arial" pitchFamily="34" charset="0"/>
              <a:buChar char="•"/>
            </a:pPr>
            <a:r>
              <a:rPr lang="en-NZ" altLang="zh-CN" sz="2000" b="1">
                <a:latin typeface="Arial" panose="020B0604020202020204" pitchFamily="34" charset="0"/>
                <a:ea typeface="ヒラギノ角ゴ Pro W3" panose="020B0300000000000000" pitchFamily="34" charset="-128"/>
                <a:cs typeface="Arial" panose="020B0604020202020204" pitchFamily="34" charset="0"/>
              </a:rPr>
              <a:t> Compare different business analyst roles across different industries (identify potential industries where business analysts can be utilised-&gt; homework from last session)</a:t>
            </a:r>
          </a:p>
          <a:p>
            <a:pPr marL="0" indent="0">
              <a:lnSpc>
                <a:spcPct val="125000"/>
              </a:lnSpc>
              <a:spcBef>
                <a:spcPts val="0"/>
              </a:spcBef>
              <a:buFont typeface="Arial" pitchFamily="34" charset="0"/>
              <a:buChar char="•"/>
            </a:pPr>
            <a:r>
              <a:rPr lang="en-NZ" altLang="zh-CN" sz="2000" b="1">
                <a:latin typeface="Arial" panose="020B0604020202020204" pitchFamily="34" charset="0"/>
                <a:ea typeface="ヒラギノ角ゴ Pro W3" panose="020B0300000000000000" pitchFamily="34" charset="-128"/>
                <a:cs typeface="Arial" panose="020B0604020202020204" pitchFamily="34" charset="0"/>
              </a:rPr>
              <a:t> Try and find out what activities the BA would be required to perform in their role</a:t>
            </a:r>
          </a:p>
          <a:p>
            <a:pPr marL="0" indent="0">
              <a:lnSpc>
                <a:spcPct val="125000"/>
              </a:lnSpc>
              <a:spcBef>
                <a:spcPts val="0"/>
              </a:spcBef>
            </a:pPr>
            <a:endParaRPr lang="en-NZ" altLang="zh-CN" b="1">
              <a:latin typeface="Arial" panose="020B0604020202020204" pitchFamily="34" charset="0"/>
              <a:ea typeface="ヒラギノ角ゴ Pro W3" panose="020B0300000000000000" pitchFamily="34" charset="-128"/>
              <a:cs typeface="Arial" panose="020B0604020202020204" pitchFamily="34" charset="0"/>
            </a:endParaRPr>
          </a:p>
          <a:p>
            <a:pPr marL="0" indent="0">
              <a:lnSpc>
                <a:spcPct val="125000"/>
              </a:lnSpc>
              <a:spcBef>
                <a:spcPts val="0"/>
              </a:spcBef>
              <a:buNone/>
            </a:pPr>
            <a:endParaRPr lang="en-NZ" altLang="zh-CN">
              <a:latin typeface="Arial" panose="020B0604020202020204" pitchFamily="34" charset="0"/>
              <a:ea typeface="ヒラギノ角ゴ Pro W3" panose="020B0300000000000000" pitchFamily="34" charset="-128"/>
              <a:cs typeface="Arial" panose="020B0604020202020204" pitchFamily="34" charset="0"/>
            </a:endParaRPr>
          </a:p>
          <a:p>
            <a:pPr marL="0" indent="0">
              <a:lnSpc>
                <a:spcPct val="125000"/>
              </a:lnSpc>
              <a:spcBef>
                <a:spcPts val="0"/>
              </a:spcBef>
              <a:buNone/>
            </a:pPr>
            <a:endParaRPr lang="en-NZ" altLang="zh-CN">
              <a:latin typeface="Arial" panose="020B0604020202020204" pitchFamily="34" charset="0"/>
              <a:ea typeface="ヒラギノ角ゴ Pro W3" panose="020B0300000000000000" pitchFamily="34" charset="-128"/>
              <a:cs typeface="Arial" panose="020B0604020202020204" pitchFamily="34" charset="0"/>
            </a:endParaRPr>
          </a:p>
          <a:p>
            <a:pPr marL="0" indent="0">
              <a:lnSpc>
                <a:spcPct val="125000"/>
              </a:lnSpc>
              <a:spcBef>
                <a:spcPts val="0"/>
              </a:spcBef>
              <a:buNone/>
            </a:pPr>
            <a:r>
              <a:rPr lang="en-NZ" altLang="zh-CN" sz="1800">
                <a:solidFill>
                  <a:schemeClr val="tx1"/>
                </a:solidFill>
                <a:latin typeface="Arial" panose="020B0604020202020204" pitchFamily="34" charset="0"/>
                <a:ea typeface="ヒラギノ角ゴ Pro W3" panose="020B0300000000000000" pitchFamily="34" charset="-128"/>
                <a:cs typeface="Arial" panose="020B0604020202020204" pitchFamily="34" charset="0"/>
              </a:rPr>
              <a:t> </a:t>
            </a:r>
            <a:endParaRPr lang="en-US" altLang="zh-CN" sz="1800">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Tree>
    <p:extLst>
      <p:ext uri="{BB962C8B-B14F-4D97-AF65-F5344CB8AC3E}">
        <p14:creationId xmlns:p14="http://schemas.microsoft.com/office/powerpoint/2010/main" val="116381300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accel="50000" decel="50000" fill="hold" grpId="0" nodeType="afterEffect">
                                  <p:stCondLst>
                                    <p:cond delay="0"/>
                                  </p:stCondLst>
                                  <p:childTnLst>
                                    <p:set>
                                      <p:cBhvr>
                                        <p:cTn id="6" dur="1" fill="hold">
                                          <p:stCondLst>
                                            <p:cond delay="0"/>
                                          </p:stCondLst>
                                        </p:cTn>
                                        <p:tgtEl>
                                          <p:spTgt spid="250885"/>
                                        </p:tgtEl>
                                        <p:attrNameLst>
                                          <p:attrName>style.visibility</p:attrName>
                                        </p:attrNameLst>
                                      </p:cBhvr>
                                      <p:to>
                                        <p:strVal val="visible"/>
                                      </p:to>
                                    </p:set>
                                    <p:anim calcmode="lin" valueType="num">
                                      <p:cBhvr additive="base">
                                        <p:cTn id="7" dur="500" fill="hold"/>
                                        <p:tgtEl>
                                          <p:spTgt spid="250885"/>
                                        </p:tgtEl>
                                        <p:attrNameLst>
                                          <p:attrName>ppt_x</p:attrName>
                                        </p:attrNameLst>
                                      </p:cBhvr>
                                      <p:tavLst>
                                        <p:tav tm="0">
                                          <p:val>
                                            <p:strVal val="1+#ppt_w/2"/>
                                          </p:val>
                                        </p:tav>
                                        <p:tav tm="100000">
                                          <p:val>
                                            <p:strVal val="#ppt_x"/>
                                          </p:val>
                                        </p:tav>
                                      </p:tavLst>
                                    </p:anim>
                                    <p:anim calcmode="lin" valueType="num">
                                      <p:cBhvr additive="base">
                                        <p:cTn id="8" dur="500" fill="hold"/>
                                        <p:tgtEl>
                                          <p:spTgt spid="2508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5" name="Rectangle 5">
            <a:extLst>
              <a:ext uri="{FF2B5EF4-FFF2-40B4-BE49-F238E27FC236}">
                <a16:creationId xmlns:a16="http://schemas.microsoft.com/office/drawing/2014/main" id="{E3635AB3-6134-EF4F-954E-CDEA56CFB99B}"/>
              </a:ext>
            </a:extLst>
          </p:cNvPr>
          <p:cNvSpPr>
            <a:spLocks noGrp="1" noChangeArrowheads="1"/>
          </p:cNvSpPr>
          <p:nvPr>
            <p:ph type="title"/>
          </p:nvPr>
        </p:nvSpPr>
        <p:spPr>
          <a:xfrm>
            <a:off x="2119311" y="603993"/>
            <a:ext cx="7727950" cy="935038"/>
          </a:xfrm>
        </p:spPr>
        <p:txBody>
          <a:bodyPr>
            <a:normAutofit fontScale="90000"/>
          </a:bodyPr>
          <a:lstStyle/>
          <a:p>
            <a:r>
              <a:rPr lang="en-NZ" altLang="en-US" b="1">
                <a:solidFill>
                  <a:schemeClr val="tx1"/>
                </a:solidFill>
                <a:latin typeface="Arial" panose="020B0604020202020204" pitchFamily="34" charset="0"/>
                <a:ea typeface="ヒラギノ角ゴ Pro W3" panose="020B0300000000000000" pitchFamily="34" charset="-128"/>
                <a:cs typeface="Arial" panose="020B0604020202020204" pitchFamily="34" charset="0"/>
              </a:rPr>
              <a:t>Business Analysis Life Cycle</a:t>
            </a:r>
            <a:endParaRPr lang="en-US" altLang="en-US" b="1">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
        <p:nvSpPr>
          <p:cNvPr id="6" name="文本框 5">
            <a:extLst>
              <a:ext uri="{FF2B5EF4-FFF2-40B4-BE49-F238E27FC236}">
                <a16:creationId xmlns:a16="http://schemas.microsoft.com/office/drawing/2014/main" id="{5B69BE9B-D2F4-A99A-BA1D-6589B4F26E88}"/>
              </a:ext>
            </a:extLst>
          </p:cNvPr>
          <p:cNvSpPr txBox="1"/>
          <p:nvPr/>
        </p:nvSpPr>
        <p:spPr>
          <a:xfrm>
            <a:off x="1157288" y="1600201"/>
            <a:ext cx="10001249" cy="5955476"/>
          </a:xfrm>
          <a:prstGeom prst="rect">
            <a:avLst/>
          </a:prstGeom>
          <a:noFill/>
        </p:spPr>
        <p:txBody>
          <a:bodyPr wrap="square">
            <a:spAutoFit/>
          </a:bodyPr>
          <a:lstStyle/>
          <a:p>
            <a:pPr>
              <a:lnSpc>
                <a:spcPct val="125000"/>
              </a:lnSpc>
            </a:pPr>
            <a:r>
              <a:rPr lang="en-US" altLang="zh-CN" sz="2000">
                <a:latin typeface="Arial" panose="020B0604020202020204" pitchFamily="34" charset="0"/>
                <a:ea typeface="ヒラギノ角ゴ Pro W3" panose="020B0300000000000000" pitchFamily="34" charset="-128"/>
                <a:cs typeface="Arial" panose="020B0604020202020204" pitchFamily="34" charset="0"/>
              </a:rPr>
              <a:t>The Business Analysis Life Cycle is the step-by-step process a business analyst follows when working on a project or solving a business problem. It shows how ideas turn into solutions.</a:t>
            </a:r>
          </a:p>
          <a:p>
            <a:r>
              <a:rPr lang="en-US" b="1">
                <a:latin typeface="Arial" pitchFamily="34" charset="0"/>
                <a:cs typeface="Arial" pitchFamily="34" charset="0"/>
              </a:rPr>
              <a:t>Main Stages of the Business Analysis Life Cycle:</a:t>
            </a:r>
          </a:p>
          <a:p>
            <a:pPr marL="342900" indent="-342900">
              <a:buAutoNum type="arabicPeriod"/>
            </a:pPr>
            <a:r>
              <a:rPr lang="en-US" b="1">
                <a:latin typeface="Arial" pitchFamily="34" charset="0"/>
                <a:cs typeface="Arial" pitchFamily="34" charset="0"/>
              </a:rPr>
              <a:t>Needs Identification (or Strategy Analysis)</a:t>
            </a:r>
            <a:endParaRPr lang="en-US">
              <a:latin typeface="Arial" pitchFamily="34" charset="0"/>
              <a:cs typeface="Arial" pitchFamily="34" charset="0"/>
            </a:endParaRPr>
          </a:p>
          <a:p>
            <a:pPr marL="342900" indent="-342900"/>
            <a:r>
              <a:rPr lang="en-US">
                <a:latin typeface="Arial" pitchFamily="34" charset="0"/>
                <a:cs typeface="Arial" pitchFamily="34" charset="0"/>
              </a:rPr>
              <a:t>➔ Understand the business problem or opportunity.</a:t>
            </a:r>
          </a:p>
          <a:p>
            <a:pPr marL="342900" indent="-342900"/>
            <a:r>
              <a:rPr lang="en-US">
                <a:latin typeface="Arial" pitchFamily="34" charset="0"/>
                <a:cs typeface="Arial" pitchFamily="34" charset="0"/>
              </a:rPr>
              <a:t>➔ Why is change needed? What goals is the business trying to achieve?</a:t>
            </a:r>
          </a:p>
          <a:p>
            <a:pPr marL="342900" indent="-342900"/>
            <a:endParaRPr lang="en-US">
              <a:latin typeface="Arial" pitchFamily="34" charset="0"/>
              <a:cs typeface="Arial" pitchFamily="34" charset="0"/>
            </a:endParaRPr>
          </a:p>
          <a:p>
            <a:r>
              <a:rPr lang="en-US" b="1">
                <a:latin typeface="Arial" pitchFamily="34" charset="0"/>
                <a:cs typeface="Arial" pitchFamily="34" charset="0"/>
              </a:rPr>
              <a:t>2. Requirements Gathering (or Elicitation and Collaboration)</a:t>
            </a:r>
            <a:br>
              <a:rPr lang="en-US">
                <a:latin typeface="Arial" pitchFamily="34" charset="0"/>
                <a:cs typeface="Arial" pitchFamily="34" charset="0"/>
              </a:rPr>
            </a:br>
            <a:r>
              <a:rPr lang="en-US">
                <a:latin typeface="Arial" pitchFamily="34" charset="0"/>
                <a:cs typeface="Arial" pitchFamily="34" charset="0"/>
              </a:rPr>
              <a:t>➔ Talk to stakeholders (like managers, employees, customers) to </a:t>
            </a:r>
            <a:r>
              <a:rPr lang="en-US" b="1">
                <a:latin typeface="Arial" pitchFamily="34" charset="0"/>
                <a:cs typeface="Arial" pitchFamily="34" charset="0"/>
              </a:rPr>
              <a:t>gather information</a:t>
            </a:r>
            <a:r>
              <a:rPr lang="en-US">
                <a:latin typeface="Arial" pitchFamily="34" charset="0"/>
                <a:cs typeface="Arial" pitchFamily="34" charset="0"/>
              </a:rPr>
              <a:t>.</a:t>
            </a:r>
            <a:br>
              <a:rPr lang="en-US">
                <a:latin typeface="Arial" pitchFamily="34" charset="0"/>
                <a:cs typeface="Arial" pitchFamily="34" charset="0"/>
              </a:rPr>
            </a:br>
            <a:r>
              <a:rPr lang="en-US">
                <a:latin typeface="Arial" pitchFamily="34" charset="0"/>
                <a:cs typeface="Arial" pitchFamily="34" charset="0"/>
              </a:rPr>
              <a:t>➔ Find out what they really need — not just what they say they want.</a:t>
            </a:r>
          </a:p>
          <a:p>
            <a:endParaRPr lang="en-US">
              <a:latin typeface="Arial" pitchFamily="34" charset="0"/>
              <a:cs typeface="Arial" pitchFamily="34" charset="0"/>
            </a:endParaRPr>
          </a:p>
          <a:p>
            <a:r>
              <a:rPr lang="en-US" b="1">
                <a:latin typeface="Arial" pitchFamily="34" charset="0"/>
                <a:cs typeface="Arial" pitchFamily="34" charset="0"/>
              </a:rPr>
              <a:t>3. Requirements Analysis</a:t>
            </a:r>
            <a:br>
              <a:rPr lang="en-US">
                <a:latin typeface="Arial" pitchFamily="34" charset="0"/>
                <a:cs typeface="Arial" pitchFamily="34" charset="0"/>
              </a:rPr>
            </a:br>
            <a:r>
              <a:rPr lang="en-US">
                <a:latin typeface="Arial" pitchFamily="34" charset="0"/>
                <a:cs typeface="Arial" pitchFamily="34" charset="0"/>
              </a:rPr>
              <a:t>➔ </a:t>
            </a:r>
            <a:r>
              <a:rPr lang="en-US" b="1">
                <a:latin typeface="Arial" pitchFamily="34" charset="0"/>
                <a:cs typeface="Arial" pitchFamily="34" charset="0"/>
              </a:rPr>
              <a:t>Sort, </a:t>
            </a:r>
            <a:r>
              <a:rPr lang="en-US" b="1" err="1">
                <a:latin typeface="Arial" pitchFamily="34" charset="0"/>
                <a:cs typeface="Arial" pitchFamily="34" charset="0"/>
              </a:rPr>
              <a:t>organise</a:t>
            </a:r>
            <a:r>
              <a:rPr lang="en-US" b="1">
                <a:latin typeface="Arial" pitchFamily="34" charset="0"/>
                <a:cs typeface="Arial" pitchFamily="34" charset="0"/>
              </a:rPr>
              <a:t>, and </a:t>
            </a:r>
            <a:r>
              <a:rPr lang="en-US" b="1" err="1">
                <a:latin typeface="Arial" pitchFamily="34" charset="0"/>
                <a:cs typeface="Arial" pitchFamily="34" charset="0"/>
              </a:rPr>
              <a:t>prioritise</a:t>
            </a:r>
            <a:r>
              <a:rPr lang="en-US">
                <a:latin typeface="Arial" pitchFamily="34" charset="0"/>
                <a:cs typeface="Arial" pitchFamily="34" charset="0"/>
              </a:rPr>
              <a:t> the information.</a:t>
            </a:r>
            <a:br>
              <a:rPr lang="en-US">
                <a:latin typeface="Arial" pitchFamily="34" charset="0"/>
                <a:cs typeface="Arial" pitchFamily="34" charset="0"/>
              </a:rPr>
            </a:br>
            <a:r>
              <a:rPr lang="en-US">
                <a:latin typeface="Arial" pitchFamily="34" charset="0"/>
                <a:cs typeface="Arial" pitchFamily="34" charset="0"/>
              </a:rPr>
              <a:t>➔ Identify exactly what the solution should achieve.</a:t>
            </a:r>
          </a:p>
          <a:p>
            <a:pPr>
              <a:lnSpc>
                <a:spcPct val="125000"/>
              </a:lnSpc>
            </a:pPr>
            <a:endParaRPr lang="en-NZ" altLang="zh-CN">
              <a:latin typeface="Arial" panose="020B0604020202020204" pitchFamily="34" charset="0"/>
              <a:ea typeface="ヒラギノ角ゴ Pro W3" panose="020B0300000000000000" pitchFamily="34" charset="-128"/>
              <a:cs typeface="Arial" panose="020B0604020202020204" pitchFamily="34" charset="0"/>
            </a:endParaRPr>
          </a:p>
          <a:p>
            <a:pPr marL="0" indent="0">
              <a:lnSpc>
                <a:spcPct val="125000"/>
              </a:lnSpc>
              <a:spcBef>
                <a:spcPts val="0"/>
              </a:spcBef>
              <a:buNone/>
            </a:pPr>
            <a:endParaRPr lang="en-NZ" altLang="zh-CN">
              <a:latin typeface="Arial" panose="020B0604020202020204" pitchFamily="34" charset="0"/>
              <a:ea typeface="ヒラギノ角ゴ Pro W3" panose="020B0300000000000000" pitchFamily="34" charset="-128"/>
              <a:cs typeface="Arial" panose="020B0604020202020204" pitchFamily="34" charset="0"/>
            </a:endParaRPr>
          </a:p>
          <a:p>
            <a:pPr marL="0" indent="0">
              <a:lnSpc>
                <a:spcPct val="125000"/>
              </a:lnSpc>
              <a:spcBef>
                <a:spcPts val="0"/>
              </a:spcBef>
              <a:buNone/>
            </a:pPr>
            <a:endParaRPr lang="en-NZ" altLang="zh-CN">
              <a:latin typeface="Arial" panose="020B0604020202020204" pitchFamily="34" charset="0"/>
              <a:ea typeface="ヒラギノ角ゴ Pro W3" panose="020B0300000000000000" pitchFamily="34" charset="-128"/>
              <a:cs typeface="Arial" panose="020B0604020202020204" pitchFamily="34" charset="0"/>
            </a:endParaRPr>
          </a:p>
          <a:p>
            <a:pPr marL="0" indent="0">
              <a:lnSpc>
                <a:spcPct val="125000"/>
              </a:lnSpc>
              <a:spcBef>
                <a:spcPts val="0"/>
              </a:spcBef>
              <a:buNone/>
            </a:pPr>
            <a:r>
              <a:rPr lang="en-NZ" altLang="zh-CN" sz="1800">
                <a:solidFill>
                  <a:schemeClr val="tx1"/>
                </a:solidFill>
                <a:latin typeface="Arial" panose="020B0604020202020204" pitchFamily="34" charset="0"/>
                <a:ea typeface="ヒラギノ角ゴ Pro W3" panose="020B0300000000000000" pitchFamily="34" charset="-128"/>
                <a:cs typeface="Arial" panose="020B0604020202020204" pitchFamily="34" charset="0"/>
              </a:rPr>
              <a:t> </a:t>
            </a:r>
            <a:endParaRPr lang="en-US" altLang="zh-CN" sz="1800">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Tree>
    <p:extLst>
      <p:ext uri="{BB962C8B-B14F-4D97-AF65-F5344CB8AC3E}">
        <p14:creationId xmlns:p14="http://schemas.microsoft.com/office/powerpoint/2010/main" val="116381300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accel="50000" decel="50000" fill="hold" grpId="0" nodeType="afterEffect">
                                  <p:stCondLst>
                                    <p:cond delay="0"/>
                                  </p:stCondLst>
                                  <p:childTnLst>
                                    <p:set>
                                      <p:cBhvr>
                                        <p:cTn id="6" dur="1" fill="hold">
                                          <p:stCondLst>
                                            <p:cond delay="0"/>
                                          </p:stCondLst>
                                        </p:cTn>
                                        <p:tgtEl>
                                          <p:spTgt spid="250885"/>
                                        </p:tgtEl>
                                        <p:attrNameLst>
                                          <p:attrName>style.visibility</p:attrName>
                                        </p:attrNameLst>
                                      </p:cBhvr>
                                      <p:to>
                                        <p:strVal val="visible"/>
                                      </p:to>
                                    </p:set>
                                    <p:anim calcmode="lin" valueType="num">
                                      <p:cBhvr additive="base">
                                        <p:cTn id="7" dur="500" fill="hold"/>
                                        <p:tgtEl>
                                          <p:spTgt spid="250885"/>
                                        </p:tgtEl>
                                        <p:attrNameLst>
                                          <p:attrName>ppt_x</p:attrName>
                                        </p:attrNameLst>
                                      </p:cBhvr>
                                      <p:tavLst>
                                        <p:tav tm="0">
                                          <p:val>
                                            <p:strVal val="1+#ppt_w/2"/>
                                          </p:val>
                                        </p:tav>
                                        <p:tav tm="100000">
                                          <p:val>
                                            <p:strVal val="#ppt_x"/>
                                          </p:val>
                                        </p:tav>
                                      </p:tavLst>
                                    </p:anim>
                                    <p:anim calcmode="lin" valueType="num">
                                      <p:cBhvr additive="base">
                                        <p:cTn id="8" dur="500" fill="hold"/>
                                        <p:tgtEl>
                                          <p:spTgt spid="2508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5" name="Rectangle 5">
            <a:extLst>
              <a:ext uri="{FF2B5EF4-FFF2-40B4-BE49-F238E27FC236}">
                <a16:creationId xmlns:a16="http://schemas.microsoft.com/office/drawing/2014/main" id="{E3635AB3-6134-EF4F-954E-CDEA56CFB99B}"/>
              </a:ext>
            </a:extLst>
          </p:cNvPr>
          <p:cNvSpPr>
            <a:spLocks noGrp="1" noChangeArrowheads="1"/>
          </p:cNvSpPr>
          <p:nvPr>
            <p:ph type="title"/>
          </p:nvPr>
        </p:nvSpPr>
        <p:spPr>
          <a:xfrm>
            <a:off x="2119311" y="603993"/>
            <a:ext cx="7727950" cy="935038"/>
          </a:xfrm>
        </p:spPr>
        <p:txBody>
          <a:bodyPr>
            <a:normAutofit fontScale="90000"/>
          </a:bodyPr>
          <a:lstStyle/>
          <a:p>
            <a:r>
              <a:rPr lang="en-NZ" altLang="en-US" b="1">
                <a:solidFill>
                  <a:schemeClr val="tx1"/>
                </a:solidFill>
                <a:latin typeface="Arial" panose="020B0604020202020204" pitchFamily="34" charset="0"/>
                <a:ea typeface="ヒラギノ角ゴ Pro W3" panose="020B0300000000000000" pitchFamily="34" charset="-128"/>
                <a:cs typeface="Arial" panose="020B0604020202020204" pitchFamily="34" charset="0"/>
              </a:rPr>
              <a:t>Business Analysis Life Cycle</a:t>
            </a:r>
            <a:endParaRPr lang="en-US" altLang="en-US" b="1">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
        <p:nvSpPr>
          <p:cNvPr id="6" name="文本框 5">
            <a:extLst>
              <a:ext uri="{FF2B5EF4-FFF2-40B4-BE49-F238E27FC236}">
                <a16:creationId xmlns:a16="http://schemas.microsoft.com/office/drawing/2014/main" id="{5B69BE9B-D2F4-A99A-BA1D-6589B4F26E88}"/>
              </a:ext>
            </a:extLst>
          </p:cNvPr>
          <p:cNvSpPr txBox="1"/>
          <p:nvPr/>
        </p:nvSpPr>
        <p:spPr>
          <a:xfrm>
            <a:off x="1157288" y="1600201"/>
            <a:ext cx="10001249" cy="5955476"/>
          </a:xfrm>
          <a:prstGeom prst="rect">
            <a:avLst/>
          </a:prstGeom>
          <a:noFill/>
        </p:spPr>
        <p:txBody>
          <a:bodyPr wrap="square">
            <a:spAutoFit/>
          </a:bodyPr>
          <a:lstStyle/>
          <a:p>
            <a:pPr>
              <a:lnSpc>
                <a:spcPct val="125000"/>
              </a:lnSpc>
            </a:pPr>
            <a:r>
              <a:rPr lang="en-US" altLang="zh-CN" sz="2000">
                <a:latin typeface="Arial" panose="020B0604020202020204" pitchFamily="34" charset="0"/>
                <a:ea typeface="ヒラギノ角ゴ Pro W3" panose="020B0300000000000000" pitchFamily="34" charset="-128"/>
                <a:cs typeface="Arial" panose="020B0604020202020204" pitchFamily="34" charset="0"/>
              </a:rPr>
              <a:t>The Business Analysis Life Cycle is the step-by-step process a business analyst follows when working on a project or solving a business problem. It shows how ideas turn into solutions.</a:t>
            </a:r>
          </a:p>
          <a:p>
            <a:r>
              <a:rPr lang="en-US" b="1">
                <a:latin typeface="Arial" pitchFamily="34" charset="0"/>
                <a:cs typeface="Arial" pitchFamily="34" charset="0"/>
              </a:rPr>
              <a:t>Main Stages of the Business Analysis Life Cycle:</a:t>
            </a:r>
          </a:p>
          <a:p>
            <a:r>
              <a:rPr lang="en-US" b="1">
                <a:latin typeface="Arial" pitchFamily="34" charset="0"/>
                <a:cs typeface="Arial" pitchFamily="34" charset="0"/>
              </a:rPr>
              <a:t>4. Requirements Documentation and Validation</a:t>
            </a:r>
            <a:br>
              <a:rPr lang="en-US">
                <a:latin typeface="Arial" pitchFamily="34" charset="0"/>
                <a:cs typeface="Arial" pitchFamily="34" charset="0"/>
              </a:rPr>
            </a:br>
            <a:r>
              <a:rPr lang="en-US">
                <a:latin typeface="Arial" pitchFamily="34" charset="0"/>
                <a:cs typeface="Arial" pitchFamily="34" charset="0"/>
              </a:rPr>
              <a:t>➔ </a:t>
            </a:r>
            <a:r>
              <a:rPr lang="en-US" b="1">
                <a:latin typeface="Arial" pitchFamily="34" charset="0"/>
                <a:cs typeface="Arial" pitchFamily="34" charset="0"/>
              </a:rPr>
              <a:t>Document the requirements</a:t>
            </a:r>
            <a:r>
              <a:rPr lang="en-US">
                <a:latin typeface="Arial" pitchFamily="34" charset="0"/>
                <a:cs typeface="Arial" pitchFamily="34" charset="0"/>
              </a:rPr>
              <a:t> clearly (user stories, specifications, diagrams, etc.).</a:t>
            </a:r>
            <a:br>
              <a:rPr lang="en-US">
                <a:latin typeface="Arial" pitchFamily="34" charset="0"/>
                <a:cs typeface="Arial" pitchFamily="34" charset="0"/>
              </a:rPr>
            </a:br>
            <a:r>
              <a:rPr lang="en-US">
                <a:latin typeface="Arial" pitchFamily="34" charset="0"/>
                <a:cs typeface="Arial" pitchFamily="34" charset="0"/>
              </a:rPr>
              <a:t>➔ </a:t>
            </a:r>
            <a:r>
              <a:rPr lang="en-US" b="1">
                <a:latin typeface="Arial" pitchFamily="34" charset="0"/>
                <a:cs typeface="Arial" pitchFamily="34" charset="0"/>
              </a:rPr>
              <a:t>Get stakeholder approval</a:t>
            </a:r>
            <a:r>
              <a:rPr lang="en-US">
                <a:latin typeface="Arial" pitchFamily="34" charset="0"/>
                <a:cs typeface="Arial" pitchFamily="34" charset="0"/>
              </a:rPr>
              <a:t> — make sure everyone agrees on what will be delivered.</a:t>
            </a:r>
          </a:p>
          <a:p>
            <a:endParaRPr lang="en-US">
              <a:latin typeface="Arial" pitchFamily="34" charset="0"/>
              <a:cs typeface="Arial" pitchFamily="34" charset="0"/>
            </a:endParaRPr>
          </a:p>
          <a:p>
            <a:r>
              <a:rPr lang="en-US" b="1">
                <a:latin typeface="Arial" pitchFamily="34" charset="0"/>
                <a:cs typeface="Arial" pitchFamily="34" charset="0"/>
              </a:rPr>
              <a:t>5. Solution Design and Support</a:t>
            </a:r>
            <a:br>
              <a:rPr lang="en-US">
                <a:latin typeface="Arial" pitchFamily="34" charset="0"/>
                <a:cs typeface="Arial" pitchFamily="34" charset="0"/>
              </a:rPr>
            </a:br>
            <a:r>
              <a:rPr lang="en-US">
                <a:latin typeface="Arial" pitchFamily="34" charset="0"/>
                <a:cs typeface="Arial" pitchFamily="34" charset="0"/>
              </a:rPr>
              <a:t>➔ Work with teams (e.g., IT, process designers) to </a:t>
            </a:r>
            <a:r>
              <a:rPr lang="en-US" b="1">
                <a:latin typeface="Arial" pitchFamily="34" charset="0"/>
                <a:cs typeface="Arial" pitchFamily="34" charset="0"/>
              </a:rPr>
              <a:t>design the solution</a:t>
            </a:r>
            <a:r>
              <a:rPr lang="en-US">
                <a:latin typeface="Arial" pitchFamily="34" charset="0"/>
                <a:cs typeface="Arial" pitchFamily="34" charset="0"/>
              </a:rPr>
              <a:t>.</a:t>
            </a:r>
            <a:br>
              <a:rPr lang="en-US">
                <a:latin typeface="Arial" pitchFamily="34" charset="0"/>
                <a:cs typeface="Arial" pitchFamily="34" charset="0"/>
              </a:rPr>
            </a:br>
            <a:r>
              <a:rPr lang="en-US">
                <a:latin typeface="Arial" pitchFamily="34" charset="0"/>
                <a:cs typeface="Arial" pitchFamily="34" charset="0"/>
              </a:rPr>
              <a:t>➔ Make sure the solution meets the business needs.</a:t>
            </a:r>
          </a:p>
          <a:p>
            <a:endParaRPr lang="en-US">
              <a:latin typeface="Arial" pitchFamily="34" charset="0"/>
              <a:cs typeface="Arial" pitchFamily="34" charset="0"/>
            </a:endParaRPr>
          </a:p>
          <a:p>
            <a:r>
              <a:rPr lang="en-US" b="1">
                <a:latin typeface="Arial" pitchFamily="34" charset="0"/>
                <a:cs typeface="Arial" pitchFamily="34" charset="0"/>
              </a:rPr>
              <a:t>6. Solution Evaluation</a:t>
            </a:r>
            <a:br>
              <a:rPr lang="en-US">
                <a:latin typeface="Arial" pitchFamily="34" charset="0"/>
                <a:cs typeface="Arial" pitchFamily="34" charset="0"/>
              </a:rPr>
            </a:br>
            <a:r>
              <a:rPr lang="en-US">
                <a:latin typeface="Arial" pitchFamily="34" charset="0"/>
                <a:cs typeface="Arial" pitchFamily="34" charset="0"/>
              </a:rPr>
              <a:t>➔ After the solution is delivered, </a:t>
            </a:r>
            <a:r>
              <a:rPr lang="en-US" b="1">
                <a:latin typeface="Arial" pitchFamily="34" charset="0"/>
                <a:cs typeface="Arial" pitchFamily="34" charset="0"/>
              </a:rPr>
              <a:t>evaluate how well it works</a:t>
            </a:r>
            <a:r>
              <a:rPr lang="en-US">
                <a:latin typeface="Arial" pitchFamily="34" charset="0"/>
                <a:cs typeface="Arial" pitchFamily="34" charset="0"/>
              </a:rPr>
              <a:t>.</a:t>
            </a:r>
            <a:br>
              <a:rPr lang="en-US">
                <a:latin typeface="Arial" pitchFamily="34" charset="0"/>
                <a:cs typeface="Arial" pitchFamily="34" charset="0"/>
              </a:rPr>
            </a:br>
            <a:r>
              <a:rPr lang="en-US">
                <a:latin typeface="Arial" pitchFamily="34" charset="0"/>
                <a:cs typeface="Arial" pitchFamily="34" charset="0"/>
              </a:rPr>
              <a:t>➔ Measure success and find areas for improvement.</a:t>
            </a:r>
          </a:p>
          <a:p>
            <a:pPr>
              <a:lnSpc>
                <a:spcPct val="125000"/>
              </a:lnSpc>
            </a:pPr>
            <a:endParaRPr lang="en-NZ" altLang="zh-CN">
              <a:latin typeface="Arial" panose="020B0604020202020204" pitchFamily="34" charset="0"/>
              <a:ea typeface="ヒラギノ角ゴ Pro W3" panose="020B0300000000000000" pitchFamily="34" charset="-128"/>
              <a:cs typeface="Arial" panose="020B0604020202020204" pitchFamily="34" charset="0"/>
            </a:endParaRPr>
          </a:p>
          <a:p>
            <a:pPr marL="0" indent="0">
              <a:lnSpc>
                <a:spcPct val="125000"/>
              </a:lnSpc>
              <a:spcBef>
                <a:spcPts val="0"/>
              </a:spcBef>
              <a:buNone/>
            </a:pPr>
            <a:endParaRPr lang="en-NZ" altLang="zh-CN">
              <a:latin typeface="Arial" panose="020B0604020202020204" pitchFamily="34" charset="0"/>
              <a:ea typeface="ヒラギノ角ゴ Pro W3" panose="020B0300000000000000" pitchFamily="34" charset="-128"/>
              <a:cs typeface="Arial" panose="020B0604020202020204" pitchFamily="34" charset="0"/>
            </a:endParaRPr>
          </a:p>
          <a:p>
            <a:pPr marL="0" indent="0">
              <a:lnSpc>
                <a:spcPct val="125000"/>
              </a:lnSpc>
              <a:spcBef>
                <a:spcPts val="0"/>
              </a:spcBef>
              <a:buNone/>
            </a:pPr>
            <a:endParaRPr lang="en-NZ" altLang="zh-CN">
              <a:latin typeface="Arial" panose="020B0604020202020204" pitchFamily="34" charset="0"/>
              <a:ea typeface="ヒラギノ角ゴ Pro W3" panose="020B0300000000000000" pitchFamily="34" charset="-128"/>
              <a:cs typeface="Arial" panose="020B0604020202020204" pitchFamily="34" charset="0"/>
            </a:endParaRPr>
          </a:p>
          <a:p>
            <a:pPr marL="0" indent="0">
              <a:lnSpc>
                <a:spcPct val="125000"/>
              </a:lnSpc>
              <a:spcBef>
                <a:spcPts val="0"/>
              </a:spcBef>
              <a:buNone/>
            </a:pPr>
            <a:r>
              <a:rPr lang="en-NZ" altLang="zh-CN" sz="1800">
                <a:solidFill>
                  <a:schemeClr val="tx1"/>
                </a:solidFill>
                <a:latin typeface="Arial" panose="020B0604020202020204" pitchFamily="34" charset="0"/>
                <a:ea typeface="ヒラギノ角ゴ Pro W3" panose="020B0300000000000000" pitchFamily="34" charset="-128"/>
                <a:cs typeface="Arial" panose="020B0604020202020204" pitchFamily="34" charset="0"/>
              </a:rPr>
              <a:t> </a:t>
            </a:r>
            <a:endParaRPr lang="en-US" altLang="zh-CN" sz="1800">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Tree>
    <p:extLst>
      <p:ext uri="{BB962C8B-B14F-4D97-AF65-F5344CB8AC3E}">
        <p14:creationId xmlns:p14="http://schemas.microsoft.com/office/powerpoint/2010/main" val="116381300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accel="50000" decel="50000" fill="hold" grpId="0" nodeType="afterEffect">
                                  <p:stCondLst>
                                    <p:cond delay="0"/>
                                  </p:stCondLst>
                                  <p:childTnLst>
                                    <p:set>
                                      <p:cBhvr>
                                        <p:cTn id="6" dur="1" fill="hold">
                                          <p:stCondLst>
                                            <p:cond delay="0"/>
                                          </p:stCondLst>
                                        </p:cTn>
                                        <p:tgtEl>
                                          <p:spTgt spid="250885"/>
                                        </p:tgtEl>
                                        <p:attrNameLst>
                                          <p:attrName>style.visibility</p:attrName>
                                        </p:attrNameLst>
                                      </p:cBhvr>
                                      <p:to>
                                        <p:strVal val="visible"/>
                                      </p:to>
                                    </p:set>
                                    <p:anim calcmode="lin" valueType="num">
                                      <p:cBhvr additive="base">
                                        <p:cTn id="7" dur="500" fill="hold"/>
                                        <p:tgtEl>
                                          <p:spTgt spid="250885"/>
                                        </p:tgtEl>
                                        <p:attrNameLst>
                                          <p:attrName>ppt_x</p:attrName>
                                        </p:attrNameLst>
                                      </p:cBhvr>
                                      <p:tavLst>
                                        <p:tav tm="0">
                                          <p:val>
                                            <p:strVal val="1+#ppt_w/2"/>
                                          </p:val>
                                        </p:tav>
                                        <p:tav tm="100000">
                                          <p:val>
                                            <p:strVal val="#ppt_x"/>
                                          </p:val>
                                        </p:tav>
                                      </p:tavLst>
                                    </p:anim>
                                    <p:anim calcmode="lin" valueType="num">
                                      <p:cBhvr additive="base">
                                        <p:cTn id="8" dur="500" fill="hold"/>
                                        <p:tgtEl>
                                          <p:spTgt spid="2508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5" name="Rectangle 5">
            <a:extLst>
              <a:ext uri="{FF2B5EF4-FFF2-40B4-BE49-F238E27FC236}">
                <a16:creationId xmlns:a16="http://schemas.microsoft.com/office/drawing/2014/main" id="{E3635AB3-6134-EF4F-954E-CDEA56CFB99B}"/>
              </a:ext>
            </a:extLst>
          </p:cNvPr>
          <p:cNvSpPr>
            <a:spLocks noGrp="1" noChangeArrowheads="1"/>
          </p:cNvSpPr>
          <p:nvPr>
            <p:ph type="title"/>
          </p:nvPr>
        </p:nvSpPr>
        <p:spPr>
          <a:xfrm>
            <a:off x="2133599" y="689718"/>
            <a:ext cx="7727950" cy="935038"/>
          </a:xfrm>
        </p:spPr>
        <p:txBody>
          <a:bodyPr>
            <a:normAutofit fontScale="90000"/>
          </a:bodyPr>
          <a:lstStyle/>
          <a:p>
            <a:r>
              <a:rPr lang="en-NZ" altLang="en-US" b="1">
                <a:solidFill>
                  <a:schemeClr val="tx1"/>
                </a:solidFill>
                <a:latin typeface="Arial" panose="020B0604020202020204" pitchFamily="34" charset="0"/>
                <a:ea typeface="ヒラギノ角ゴ Pro W3" panose="020B0300000000000000" pitchFamily="34" charset="-128"/>
                <a:cs typeface="Arial" panose="020B0604020202020204" pitchFamily="34" charset="0"/>
              </a:rPr>
              <a:t>Example: Retail company “Farmers”</a:t>
            </a:r>
            <a:endParaRPr lang="en-US" altLang="en-US" b="1">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
        <p:nvSpPr>
          <p:cNvPr id="6" name="文本框 5">
            <a:extLst>
              <a:ext uri="{FF2B5EF4-FFF2-40B4-BE49-F238E27FC236}">
                <a16:creationId xmlns:a16="http://schemas.microsoft.com/office/drawing/2014/main" id="{5B69BE9B-D2F4-A99A-BA1D-6589B4F26E88}"/>
              </a:ext>
            </a:extLst>
          </p:cNvPr>
          <p:cNvSpPr txBox="1"/>
          <p:nvPr/>
        </p:nvSpPr>
        <p:spPr>
          <a:xfrm>
            <a:off x="1157288" y="1800226"/>
            <a:ext cx="10001249" cy="5632311"/>
          </a:xfrm>
          <a:prstGeom prst="rect">
            <a:avLst/>
          </a:prstGeom>
          <a:noFill/>
        </p:spPr>
        <p:txBody>
          <a:bodyPr wrap="square">
            <a:spAutoFit/>
          </a:bodyPr>
          <a:lstStyle/>
          <a:p>
            <a:r>
              <a:rPr lang="en-US" b="1">
                <a:latin typeface="Arial" pitchFamily="34" charset="0"/>
                <a:cs typeface="Arial" pitchFamily="34" charset="0"/>
              </a:rPr>
              <a:t>1. Needs Identification (Strategy Analysis)</a:t>
            </a:r>
            <a:endParaRPr lang="en-US">
              <a:latin typeface="Arial" pitchFamily="34" charset="0"/>
              <a:cs typeface="Arial" pitchFamily="34" charset="0"/>
            </a:endParaRPr>
          </a:p>
          <a:p>
            <a:pPr>
              <a:buFont typeface="Arial" pitchFamily="34" charset="0"/>
              <a:buChar char="•"/>
            </a:pPr>
            <a:r>
              <a:rPr lang="en-US">
                <a:latin typeface="Arial" pitchFamily="34" charset="0"/>
                <a:cs typeface="Arial" pitchFamily="34" charset="0"/>
              </a:rPr>
              <a:t>The BA meets with leadership and finds out that there are delays in delivery of online orders and that is hurting customer satisfaction and revenue.</a:t>
            </a:r>
          </a:p>
          <a:p>
            <a:pPr>
              <a:buFont typeface="Arial" pitchFamily="34" charset="0"/>
              <a:buChar char="•"/>
            </a:pPr>
            <a:r>
              <a:rPr lang="en-US">
                <a:latin typeface="Arial" pitchFamily="34" charset="0"/>
                <a:cs typeface="Arial" pitchFamily="34" charset="0"/>
              </a:rPr>
              <a:t>BA identifies that the company’s </a:t>
            </a:r>
            <a:r>
              <a:rPr lang="en-US" b="1">
                <a:latin typeface="Arial" pitchFamily="34" charset="0"/>
                <a:cs typeface="Arial" pitchFamily="34" charset="0"/>
              </a:rPr>
              <a:t>order </a:t>
            </a:r>
            <a:r>
              <a:rPr lang="en-US" b="1" err="1">
                <a:latin typeface="Arial" pitchFamily="34" charset="0"/>
                <a:cs typeface="Arial" pitchFamily="34" charset="0"/>
              </a:rPr>
              <a:t>fulfilment</a:t>
            </a:r>
            <a:r>
              <a:rPr lang="en-US" b="1">
                <a:latin typeface="Arial" pitchFamily="34" charset="0"/>
                <a:cs typeface="Arial" pitchFamily="34" charset="0"/>
              </a:rPr>
              <a:t> process</a:t>
            </a:r>
            <a:r>
              <a:rPr lang="en-US">
                <a:latin typeface="Arial" pitchFamily="34" charset="0"/>
                <a:cs typeface="Arial" pitchFamily="34" charset="0"/>
              </a:rPr>
              <a:t> is outdated and needs improvement.</a:t>
            </a:r>
          </a:p>
          <a:p>
            <a:endParaRPr lang="en-US">
              <a:latin typeface="Arial" pitchFamily="34" charset="0"/>
              <a:cs typeface="Arial" pitchFamily="34" charset="0"/>
            </a:endParaRPr>
          </a:p>
          <a:p>
            <a:r>
              <a:rPr lang="en-US" b="1">
                <a:latin typeface="Arial" pitchFamily="34" charset="0"/>
                <a:cs typeface="Arial" pitchFamily="34" charset="0"/>
              </a:rPr>
              <a:t>2. Requirements Gathering (Elicitation and Collaboration)</a:t>
            </a:r>
            <a:endParaRPr lang="en-US">
              <a:latin typeface="Arial" pitchFamily="34" charset="0"/>
              <a:cs typeface="Arial" pitchFamily="34" charset="0"/>
            </a:endParaRPr>
          </a:p>
          <a:p>
            <a:pPr>
              <a:buFont typeface="Arial" pitchFamily="34" charset="0"/>
              <a:buChar char="•"/>
            </a:pPr>
            <a:r>
              <a:rPr lang="en-US">
                <a:latin typeface="Arial" pitchFamily="34" charset="0"/>
                <a:cs typeface="Arial" pitchFamily="34" charset="0"/>
              </a:rPr>
              <a:t>The BA interviews warehouse staff, delivery teams, IT support, and customers.</a:t>
            </a:r>
          </a:p>
          <a:p>
            <a:pPr>
              <a:buFont typeface="Arial" pitchFamily="34" charset="0"/>
              <a:buChar char="•"/>
            </a:pPr>
            <a:r>
              <a:rPr lang="en-US">
                <a:latin typeface="Arial" pitchFamily="34" charset="0"/>
                <a:cs typeface="Arial" pitchFamily="34" charset="0"/>
              </a:rPr>
              <a:t>They run workshops and surveys to gather detailed information about where delays are happening.</a:t>
            </a:r>
          </a:p>
          <a:p>
            <a:pPr>
              <a:buFont typeface="Arial" pitchFamily="34" charset="0"/>
              <a:buChar char="•"/>
            </a:pPr>
            <a:r>
              <a:rPr lang="en-US">
                <a:latin typeface="Arial" pitchFamily="34" charset="0"/>
                <a:cs typeface="Arial" pitchFamily="34" charset="0"/>
              </a:rPr>
              <a:t>Stakeholders reveal issues like slow inventory updates and lack of real-time tracking.</a:t>
            </a:r>
          </a:p>
          <a:p>
            <a:endParaRPr lang="en-US">
              <a:latin typeface="Arial" pitchFamily="34" charset="0"/>
              <a:cs typeface="Arial" pitchFamily="34" charset="0"/>
            </a:endParaRPr>
          </a:p>
          <a:p>
            <a:r>
              <a:rPr lang="en-US" b="1">
                <a:latin typeface="Arial" pitchFamily="34" charset="0"/>
                <a:cs typeface="Arial" pitchFamily="34" charset="0"/>
              </a:rPr>
              <a:t>3. Requirements Analysis</a:t>
            </a:r>
            <a:endParaRPr lang="en-US">
              <a:latin typeface="Arial" pitchFamily="34" charset="0"/>
              <a:cs typeface="Arial" pitchFamily="34" charset="0"/>
            </a:endParaRPr>
          </a:p>
          <a:p>
            <a:pPr>
              <a:buFont typeface="Arial" pitchFamily="34" charset="0"/>
              <a:buChar char="•"/>
            </a:pPr>
            <a:r>
              <a:rPr lang="en-US">
                <a:latin typeface="Arial" pitchFamily="34" charset="0"/>
                <a:cs typeface="Arial" pitchFamily="34" charset="0"/>
              </a:rPr>
              <a:t>The BA </a:t>
            </a:r>
            <a:r>
              <a:rPr lang="en-US" err="1">
                <a:latin typeface="Arial" pitchFamily="34" charset="0"/>
                <a:cs typeface="Arial" pitchFamily="34" charset="0"/>
              </a:rPr>
              <a:t>organises</a:t>
            </a:r>
            <a:r>
              <a:rPr lang="en-US">
                <a:latin typeface="Arial" pitchFamily="34" charset="0"/>
                <a:cs typeface="Arial" pitchFamily="34" charset="0"/>
              </a:rPr>
              <a:t> the information into clear business requirements (e.g., “real-time inventory updates needed”, “automated delivery notifications”).</a:t>
            </a:r>
          </a:p>
          <a:p>
            <a:pPr>
              <a:buFont typeface="Arial" pitchFamily="34" charset="0"/>
              <a:buChar char="•"/>
            </a:pPr>
            <a:r>
              <a:rPr lang="en-US">
                <a:latin typeface="Arial" pitchFamily="34" charset="0"/>
                <a:cs typeface="Arial" pitchFamily="34" charset="0"/>
              </a:rPr>
              <a:t>They </a:t>
            </a:r>
            <a:r>
              <a:rPr lang="en-US" err="1">
                <a:latin typeface="Arial" pitchFamily="34" charset="0"/>
                <a:cs typeface="Arial" pitchFamily="34" charset="0"/>
              </a:rPr>
              <a:t>prioritise</a:t>
            </a:r>
            <a:r>
              <a:rPr lang="en-US">
                <a:latin typeface="Arial" pitchFamily="34" charset="0"/>
                <a:cs typeface="Arial" pitchFamily="34" charset="0"/>
              </a:rPr>
              <a:t> the requirements based on impact and feasibility.</a:t>
            </a:r>
          </a:p>
          <a:p>
            <a:pPr>
              <a:lnSpc>
                <a:spcPct val="125000"/>
              </a:lnSpc>
            </a:pPr>
            <a:endParaRPr lang="en-NZ" altLang="zh-CN">
              <a:latin typeface="Arial" panose="020B0604020202020204" pitchFamily="34" charset="0"/>
              <a:ea typeface="ヒラギノ角ゴ Pro W3" panose="020B0300000000000000" pitchFamily="34" charset="-128"/>
              <a:cs typeface="Arial" panose="020B0604020202020204" pitchFamily="34" charset="0"/>
            </a:endParaRPr>
          </a:p>
          <a:p>
            <a:pPr marL="0" indent="0">
              <a:lnSpc>
                <a:spcPct val="125000"/>
              </a:lnSpc>
              <a:spcBef>
                <a:spcPts val="0"/>
              </a:spcBef>
              <a:buNone/>
            </a:pPr>
            <a:endParaRPr lang="en-NZ" altLang="zh-CN">
              <a:latin typeface="Arial" panose="020B0604020202020204" pitchFamily="34" charset="0"/>
              <a:ea typeface="ヒラギノ角ゴ Pro W3" panose="020B0300000000000000" pitchFamily="34" charset="-128"/>
              <a:cs typeface="Arial" panose="020B0604020202020204" pitchFamily="34" charset="0"/>
            </a:endParaRPr>
          </a:p>
          <a:p>
            <a:pPr marL="0" indent="0">
              <a:lnSpc>
                <a:spcPct val="125000"/>
              </a:lnSpc>
              <a:spcBef>
                <a:spcPts val="0"/>
              </a:spcBef>
              <a:buNone/>
            </a:pPr>
            <a:endParaRPr lang="en-NZ" altLang="zh-CN">
              <a:latin typeface="Arial" panose="020B0604020202020204" pitchFamily="34" charset="0"/>
              <a:ea typeface="ヒラギノ角ゴ Pro W3" panose="020B0300000000000000" pitchFamily="34" charset="-128"/>
              <a:cs typeface="Arial" panose="020B0604020202020204" pitchFamily="34" charset="0"/>
            </a:endParaRPr>
          </a:p>
          <a:p>
            <a:pPr marL="0" indent="0">
              <a:lnSpc>
                <a:spcPct val="125000"/>
              </a:lnSpc>
              <a:spcBef>
                <a:spcPts val="0"/>
              </a:spcBef>
              <a:buNone/>
            </a:pPr>
            <a:r>
              <a:rPr lang="en-NZ" altLang="zh-CN" sz="1800">
                <a:solidFill>
                  <a:schemeClr val="tx1"/>
                </a:solidFill>
                <a:latin typeface="Arial" panose="020B0604020202020204" pitchFamily="34" charset="0"/>
                <a:ea typeface="ヒラギノ角ゴ Pro W3" panose="020B0300000000000000" pitchFamily="34" charset="-128"/>
                <a:cs typeface="Arial" panose="020B0604020202020204" pitchFamily="34" charset="0"/>
              </a:rPr>
              <a:t> </a:t>
            </a:r>
            <a:endParaRPr lang="en-US" altLang="zh-CN" sz="1800">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Tree>
    <p:extLst>
      <p:ext uri="{BB962C8B-B14F-4D97-AF65-F5344CB8AC3E}">
        <p14:creationId xmlns:p14="http://schemas.microsoft.com/office/powerpoint/2010/main" val="116381300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accel="50000" decel="50000" fill="hold" grpId="0" nodeType="afterEffect">
                                  <p:stCondLst>
                                    <p:cond delay="0"/>
                                  </p:stCondLst>
                                  <p:childTnLst>
                                    <p:set>
                                      <p:cBhvr>
                                        <p:cTn id="6" dur="1" fill="hold">
                                          <p:stCondLst>
                                            <p:cond delay="0"/>
                                          </p:stCondLst>
                                        </p:cTn>
                                        <p:tgtEl>
                                          <p:spTgt spid="250885"/>
                                        </p:tgtEl>
                                        <p:attrNameLst>
                                          <p:attrName>style.visibility</p:attrName>
                                        </p:attrNameLst>
                                      </p:cBhvr>
                                      <p:to>
                                        <p:strVal val="visible"/>
                                      </p:to>
                                    </p:set>
                                    <p:anim calcmode="lin" valueType="num">
                                      <p:cBhvr additive="base">
                                        <p:cTn id="7" dur="500" fill="hold"/>
                                        <p:tgtEl>
                                          <p:spTgt spid="250885"/>
                                        </p:tgtEl>
                                        <p:attrNameLst>
                                          <p:attrName>ppt_x</p:attrName>
                                        </p:attrNameLst>
                                      </p:cBhvr>
                                      <p:tavLst>
                                        <p:tav tm="0">
                                          <p:val>
                                            <p:strVal val="1+#ppt_w/2"/>
                                          </p:val>
                                        </p:tav>
                                        <p:tav tm="100000">
                                          <p:val>
                                            <p:strVal val="#ppt_x"/>
                                          </p:val>
                                        </p:tav>
                                      </p:tavLst>
                                    </p:anim>
                                    <p:anim calcmode="lin" valueType="num">
                                      <p:cBhvr additive="base">
                                        <p:cTn id="8" dur="500" fill="hold"/>
                                        <p:tgtEl>
                                          <p:spTgt spid="2508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5" name="Rectangle 5">
            <a:extLst>
              <a:ext uri="{FF2B5EF4-FFF2-40B4-BE49-F238E27FC236}">
                <a16:creationId xmlns:a16="http://schemas.microsoft.com/office/drawing/2014/main" id="{E3635AB3-6134-EF4F-954E-CDEA56CFB99B}"/>
              </a:ext>
            </a:extLst>
          </p:cNvPr>
          <p:cNvSpPr>
            <a:spLocks noGrp="1" noChangeArrowheads="1"/>
          </p:cNvSpPr>
          <p:nvPr>
            <p:ph type="title"/>
          </p:nvPr>
        </p:nvSpPr>
        <p:spPr>
          <a:xfrm>
            <a:off x="728664" y="446831"/>
            <a:ext cx="10787062" cy="935038"/>
          </a:xfrm>
        </p:spPr>
        <p:txBody>
          <a:bodyPr>
            <a:normAutofit/>
          </a:bodyPr>
          <a:lstStyle/>
          <a:p>
            <a:r>
              <a:rPr lang="en-NZ" altLang="en-US" sz="4000" b="1">
                <a:solidFill>
                  <a:schemeClr val="tx1"/>
                </a:solidFill>
                <a:latin typeface="Arial" panose="020B0604020202020204" pitchFamily="34" charset="0"/>
                <a:ea typeface="ヒラギノ角ゴ Pro W3" panose="020B0300000000000000" pitchFamily="34" charset="-128"/>
                <a:cs typeface="Arial" panose="020B0604020202020204" pitchFamily="34" charset="0"/>
              </a:rPr>
              <a:t>Example: Retail company “Farmers”</a:t>
            </a:r>
            <a:endParaRPr lang="en-US" altLang="en-US" sz="4000" b="1">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
        <p:nvSpPr>
          <p:cNvPr id="6" name="文本框 5">
            <a:extLst>
              <a:ext uri="{FF2B5EF4-FFF2-40B4-BE49-F238E27FC236}">
                <a16:creationId xmlns:a16="http://schemas.microsoft.com/office/drawing/2014/main" id="{5B69BE9B-D2F4-A99A-BA1D-6589B4F26E88}"/>
              </a:ext>
            </a:extLst>
          </p:cNvPr>
          <p:cNvSpPr txBox="1"/>
          <p:nvPr/>
        </p:nvSpPr>
        <p:spPr>
          <a:xfrm>
            <a:off x="1100138" y="1214440"/>
            <a:ext cx="10358437" cy="6463308"/>
          </a:xfrm>
          <a:prstGeom prst="rect">
            <a:avLst/>
          </a:prstGeom>
          <a:noFill/>
        </p:spPr>
        <p:txBody>
          <a:bodyPr wrap="square">
            <a:spAutoFit/>
          </a:bodyPr>
          <a:lstStyle/>
          <a:p>
            <a:r>
              <a:rPr lang="en-US" b="1">
                <a:latin typeface="Arial" pitchFamily="34" charset="0"/>
                <a:cs typeface="Arial" pitchFamily="34" charset="0"/>
              </a:rPr>
              <a:t>4. Requirements Documentation and Validation</a:t>
            </a:r>
            <a:endParaRPr lang="en-US">
              <a:latin typeface="Arial" pitchFamily="34" charset="0"/>
              <a:cs typeface="Arial" pitchFamily="34" charset="0"/>
            </a:endParaRPr>
          </a:p>
          <a:p>
            <a:pPr>
              <a:buFont typeface="Arial" pitchFamily="34" charset="0"/>
              <a:buChar char="•"/>
            </a:pPr>
            <a:r>
              <a:rPr lang="en-US">
                <a:latin typeface="Arial" pitchFamily="34" charset="0"/>
                <a:cs typeface="Arial" pitchFamily="34" charset="0"/>
              </a:rPr>
              <a:t>The BA documents everything (like process maps, user stories, requirement lists).</a:t>
            </a:r>
          </a:p>
          <a:p>
            <a:pPr>
              <a:buFont typeface="Arial" pitchFamily="34" charset="0"/>
              <a:buChar char="•"/>
            </a:pPr>
            <a:r>
              <a:rPr lang="en-US">
                <a:latin typeface="Arial" pitchFamily="34" charset="0"/>
                <a:cs typeface="Arial" pitchFamily="34" charset="0"/>
              </a:rPr>
              <a:t>They review the documents with stakeholders and confirm that the real needs have been captured accurately.</a:t>
            </a:r>
            <a:br>
              <a:rPr lang="en-US">
                <a:latin typeface="Arial" pitchFamily="34" charset="0"/>
                <a:cs typeface="Arial" pitchFamily="34" charset="0"/>
              </a:rPr>
            </a:br>
            <a:endParaRPr lang="en-US">
              <a:latin typeface="Arial" pitchFamily="34" charset="0"/>
              <a:cs typeface="Arial" pitchFamily="34" charset="0"/>
            </a:endParaRPr>
          </a:p>
          <a:p>
            <a:r>
              <a:rPr lang="en-US" b="1">
                <a:latin typeface="Arial" pitchFamily="34" charset="0"/>
                <a:cs typeface="Arial" pitchFamily="34" charset="0"/>
              </a:rPr>
              <a:t>5. Solution Design and Support</a:t>
            </a:r>
            <a:endParaRPr lang="en-US">
              <a:latin typeface="Arial" pitchFamily="34" charset="0"/>
              <a:cs typeface="Arial" pitchFamily="34" charset="0"/>
            </a:endParaRPr>
          </a:p>
          <a:p>
            <a:pPr>
              <a:buFont typeface="Arial" pitchFamily="34" charset="0"/>
              <a:buChar char="•"/>
            </a:pPr>
            <a:r>
              <a:rPr lang="en-US">
                <a:latin typeface="Arial" pitchFamily="34" charset="0"/>
                <a:cs typeface="Arial" pitchFamily="34" charset="0"/>
              </a:rPr>
              <a:t>The BA works with the IT team to select and design a solution (e.g., integrating a new order tracking system).</a:t>
            </a:r>
          </a:p>
          <a:p>
            <a:pPr>
              <a:buFont typeface="Arial" pitchFamily="34" charset="0"/>
              <a:buChar char="•"/>
            </a:pPr>
            <a:r>
              <a:rPr lang="en-US">
                <a:latin typeface="Arial" pitchFamily="34" charset="0"/>
                <a:cs typeface="Arial" pitchFamily="34" charset="0"/>
              </a:rPr>
              <a:t>They stay involved during the system build to make sure it meets the business needs — answering questions, adjusting requirements if needed.</a:t>
            </a:r>
          </a:p>
          <a:p>
            <a:endParaRPr lang="en-US">
              <a:latin typeface="Arial" pitchFamily="34" charset="0"/>
              <a:cs typeface="Arial" pitchFamily="34" charset="0"/>
            </a:endParaRPr>
          </a:p>
          <a:p>
            <a:r>
              <a:rPr lang="en-US" b="1">
                <a:latin typeface="Arial" pitchFamily="34" charset="0"/>
                <a:cs typeface="Arial" pitchFamily="34" charset="0"/>
              </a:rPr>
              <a:t>6. Solution Evaluation</a:t>
            </a:r>
            <a:endParaRPr lang="en-US">
              <a:latin typeface="Arial" pitchFamily="34" charset="0"/>
              <a:cs typeface="Arial" pitchFamily="34" charset="0"/>
            </a:endParaRPr>
          </a:p>
          <a:p>
            <a:pPr>
              <a:buFont typeface="Arial" pitchFamily="34" charset="0"/>
              <a:buChar char="•"/>
            </a:pPr>
            <a:r>
              <a:rPr lang="en-US">
                <a:latin typeface="Arial" pitchFamily="34" charset="0"/>
                <a:cs typeface="Arial" pitchFamily="34" charset="0"/>
              </a:rPr>
              <a:t>After launch, the BA gathers feedback from users and customers.</a:t>
            </a:r>
          </a:p>
          <a:p>
            <a:pPr>
              <a:buFont typeface="Arial" pitchFamily="34" charset="0"/>
              <a:buChar char="•"/>
            </a:pPr>
            <a:r>
              <a:rPr lang="en-US">
                <a:latin typeface="Arial" pitchFamily="34" charset="0"/>
                <a:cs typeface="Arial" pitchFamily="34" charset="0"/>
              </a:rPr>
              <a:t>They evaluate:</a:t>
            </a:r>
            <a:br>
              <a:rPr lang="en-US">
                <a:latin typeface="Arial" pitchFamily="34" charset="0"/>
                <a:cs typeface="Arial" pitchFamily="34" charset="0"/>
              </a:rPr>
            </a:br>
            <a:r>
              <a:rPr lang="en-US">
                <a:latin typeface="Arial" pitchFamily="34" charset="0"/>
                <a:cs typeface="Arial" pitchFamily="34" charset="0"/>
              </a:rPr>
              <a:t>➔ Have delivery times improved?</a:t>
            </a:r>
            <a:br>
              <a:rPr lang="en-US">
                <a:latin typeface="Arial" pitchFamily="34" charset="0"/>
                <a:cs typeface="Arial" pitchFamily="34" charset="0"/>
              </a:rPr>
            </a:br>
            <a:r>
              <a:rPr lang="en-US">
                <a:latin typeface="Arial" pitchFamily="34" charset="0"/>
                <a:cs typeface="Arial" pitchFamily="34" charset="0"/>
              </a:rPr>
              <a:t>➔ Are customers happier?</a:t>
            </a:r>
            <a:br>
              <a:rPr lang="en-US">
                <a:latin typeface="Arial" pitchFamily="34" charset="0"/>
                <a:cs typeface="Arial" pitchFamily="34" charset="0"/>
              </a:rPr>
            </a:br>
            <a:r>
              <a:rPr lang="en-US">
                <a:latin typeface="Arial" pitchFamily="34" charset="0"/>
                <a:cs typeface="Arial" pitchFamily="34" charset="0"/>
              </a:rPr>
              <a:t>➔ Are warehouse staff finding the new system easier to use?</a:t>
            </a:r>
          </a:p>
          <a:p>
            <a:pPr>
              <a:buFont typeface="Arial" pitchFamily="34" charset="0"/>
              <a:buChar char="•"/>
            </a:pPr>
            <a:r>
              <a:rPr lang="en-US">
                <a:latin typeface="Arial" pitchFamily="34" charset="0"/>
                <a:cs typeface="Arial" pitchFamily="34" charset="0"/>
              </a:rPr>
              <a:t>If there are still small issues, the BA suggests further tweaks.</a:t>
            </a:r>
          </a:p>
          <a:p>
            <a:pPr>
              <a:lnSpc>
                <a:spcPct val="125000"/>
              </a:lnSpc>
            </a:pPr>
            <a:endParaRPr lang="en-NZ" altLang="zh-CN">
              <a:latin typeface="Arial" panose="020B0604020202020204" pitchFamily="34" charset="0"/>
              <a:ea typeface="ヒラギノ角ゴ Pro W3" panose="020B0300000000000000" pitchFamily="34" charset="-128"/>
              <a:cs typeface="Arial" panose="020B0604020202020204" pitchFamily="34" charset="0"/>
            </a:endParaRPr>
          </a:p>
          <a:p>
            <a:pPr marL="0" indent="0">
              <a:lnSpc>
                <a:spcPct val="125000"/>
              </a:lnSpc>
              <a:spcBef>
                <a:spcPts val="0"/>
              </a:spcBef>
              <a:buNone/>
            </a:pPr>
            <a:endParaRPr lang="en-NZ" altLang="zh-CN">
              <a:latin typeface="Arial" panose="020B0604020202020204" pitchFamily="34" charset="0"/>
              <a:ea typeface="ヒラギノ角ゴ Pro W3" panose="020B0300000000000000" pitchFamily="34" charset="-128"/>
              <a:cs typeface="Arial" panose="020B0604020202020204" pitchFamily="34" charset="0"/>
            </a:endParaRPr>
          </a:p>
          <a:p>
            <a:pPr marL="0" indent="0">
              <a:lnSpc>
                <a:spcPct val="125000"/>
              </a:lnSpc>
              <a:spcBef>
                <a:spcPts val="0"/>
              </a:spcBef>
              <a:buNone/>
            </a:pPr>
            <a:endParaRPr lang="en-NZ" altLang="zh-CN">
              <a:latin typeface="Arial" panose="020B0604020202020204" pitchFamily="34" charset="0"/>
              <a:ea typeface="ヒラギノ角ゴ Pro W3" panose="020B0300000000000000" pitchFamily="34" charset="-128"/>
              <a:cs typeface="Arial" panose="020B0604020202020204" pitchFamily="34" charset="0"/>
            </a:endParaRPr>
          </a:p>
          <a:p>
            <a:pPr marL="0" indent="0">
              <a:lnSpc>
                <a:spcPct val="125000"/>
              </a:lnSpc>
              <a:spcBef>
                <a:spcPts val="0"/>
              </a:spcBef>
              <a:buNone/>
            </a:pPr>
            <a:r>
              <a:rPr lang="en-NZ" altLang="zh-CN" sz="1800">
                <a:solidFill>
                  <a:schemeClr val="tx1"/>
                </a:solidFill>
                <a:latin typeface="Arial" panose="020B0604020202020204" pitchFamily="34" charset="0"/>
                <a:ea typeface="ヒラギノ角ゴ Pro W3" panose="020B0300000000000000" pitchFamily="34" charset="-128"/>
                <a:cs typeface="Arial" panose="020B0604020202020204" pitchFamily="34" charset="0"/>
              </a:rPr>
              <a:t> </a:t>
            </a:r>
            <a:endParaRPr lang="en-US" altLang="zh-CN" sz="1800">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Tree>
    <p:extLst>
      <p:ext uri="{BB962C8B-B14F-4D97-AF65-F5344CB8AC3E}">
        <p14:creationId xmlns:p14="http://schemas.microsoft.com/office/powerpoint/2010/main" val="116381300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accel="50000" decel="50000" fill="hold" grpId="0" nodeType="afterEffect">
                                  <p:stCondLst>
                                    <p:cond delay="0"/>
                                  </p:stCondLst>
                                  <p:childTnLst>
                                    <p:set>
                                      <p:cBhvr>
                                        <p:cTn id="6" dur="1" fill="hold">
                                          <p:stCondLst>
                                            <p:cond delay="0"/>
                                          </p:stCondLst>
                                        </p:cTn>
                                        <p:tgtEl>
                                          <p:spTgt spid="250885"/>
                                        </p:tgtEl>
                                        <p:attrNameLst>
                                          <p:attrName>style.visibility</p:attrName>
                                        </p:attrNameLst>
                                      </p:cBhvr>
                                      <p:to>
                                        <p:strVal val="visible"/>
                                      </p:to>
                                    </p:set>
                                    <p:anim calcmode="lin" valueType="num">
                                      <p:cBhvr additive="base">
                                        <p:cTn id="7" dur="500" fill="hold"/>
                                        <p:tgtEl>
                                          <p:spTgt spid="250885"/>
                                        </p:tgtEl>
                                        <p:attrNameLst>
                                          <p:attrName>ppt_x</p:attrName>
                                        </p:attrNameLst>
                                      </p:cBhvr>
                                      <p:tavLst>
                                        <p:tav tm="0">
                                          <p:val>
                                            <p:strVal val="1+#ppt_w/2"/>
                                          </p:val>
                                        </p:tav>
                                        <p:tav tm="100000">
                                          <p:val>
                                            <p:strVal val="#ppt_x"/>
                                          </p:val>
                                        </p:tav>
                                      </p:tavLst>
                                    </p:anim>
                                    <p:anim calcmode="lin" valueType="num">
                                      <p:cBhvr additive="base">
                                        <p:cTn id="8" dur="500" fill="hold"/>
                                        <p:tgtEl>
                                          <p:spTgt spid="2508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5" name="Rectangle 5">
            <a:extLst>
              <a:ext uri="{FF2B5EF4-FFF2-40B4-BE49-F238E27FC236}">
                <a16:creationId xmlns:a16="http://schemas.microsoft.com/office/drawing/2014/main" id="{E3635AB3-6134-EF4F-954E-CDEA56CFB99B}"/>
              </a:ext>
            </a:extLst>
          </p:cNvPr>
          <p:cNvSpPr>
            <a:spLocks noGrp="1" noChangeArrowheads="1"/>
          </p:cNvSpPr>
          <p:nvPr>
            <p:ph type="title"/>
          </p:nvPr>
        </p:nvSpPr>
        <p:spPr>
          <a:xfrm>
            <a:off x="728664" y="446831"/>
            <a:ext cx="10787062" cy="935038"/>
          </a:xfrm>
        </p:spPr>
        <p:txBody>
          <a:bodyPr>
            <a:normAutofit/>
          </a:bodyPr>
          <a:lstStyle/>
          <a:p>
            <a:r>
              <a:rPr lang="en-NZ" altLang="en-US" sz="4000" b="1">
                <a:solidFill>
                  <a:schemeClr val="tx1"/>
                </a:solidFill>
                <a:latin typeface="Arial" panose="020B0604020202020204" pitchFamily="34" charset="0"/>
                <a:ea typeface="ヒラギノ角ゴ Pro W3" panose="020B0300000000000000" pitchFamily="34" charset="-128"/>
                <a:cs typeface="Arial" panose="020B0604020202020204" pitchFamily="34" charset="0"/>
              </a:rPr>
              <a:t>Group Activity</a:t>
            </a:r>
            <a:endParaRPr lang="en-US" altLang="en-US" sz="4000" b="1">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
        <p:nvSpPr>
          <p:cNvPr id="6" name="文本框 5">
            <a:extLst>
              <a:ext uri="{FF2B5EF4-FFF2-40B4-BE49-F238E27FC236}">
                <a16:creationId xmlns:a16="http://schemas.microsoft.com/office/drawing/2014/main" id="{5B69BE9B-D2F4-A99A-BA1D-6589B4F26E88}"/>
              </a:ext>
            </a:extLst>
          </p:cNvPr>
          <p:cNvSpPr txBox="1"/>
          <p:nvPr/>
        </p:nvSpPr>
        <p:spPr>
          <a:xfrm>
            <a:off x="1100138" y="1457328"/>
            <a:ext cx="10358437" cy="4824398"/>
          </a:xfrm>
          <a:prstGeom prst="rect">
            <a:avLst/>
          </a:prstGeom>
          <a:noFill/>
        </p:spPr>
        <p:txBody>
          <a:bodyPr wrap="square">
            <a:spAutoFit/>
          </a:bodyPr>
          <a:lstStyle/>
          <a:p>
            <a:pPr>
              <a:lnSpc>
                <a:spcPct val="125000"/>
              </a:lnSpc>
              <a:buFont typeface="Arial" pitchFamily="34" charset="0"/>
              <a:buChar char="•"/>
            </a:pPr>
            <a:r>
              <a:rPr lang="en-NZ" altLang="zh-CN" sz="2400">
                <a:latin typeface="Arial" panose="020B0604020202020204" pitchFamily="34" charset="0"/>
                <a:ea typeface="ヒラギノ角ゴ Pro W3" panose="020B0300000000000000" pitchFamily="34" charset="-128"/>
                <a:cs typeface="Arial" panose="020B0604020202020204" pitchFamily="34" charset="0"/>
              </a:rPr>
              <a:t>Think about different potential issues that a particular organisation may face or may be facing currently. </a:t>
            </a:r>
          </a:p>
          <a:p>
            <a:pPr>
              <a:lnSpc>
                <a:spcPct val="125000"/>
              </a:lnSpc>
            </a:pPr>
            <a:endParaRPr lang="en-NZ" altLang="zh-CN" sz="2400">
              <a:latin typeface="Arial" panose="020B0604020202020204" pitchFamily="34" charset="0"/>
              <a:ea typeface="ヒラギノ角ゴ Pro W3" panose="020B0300000000000000" pitchFamily="34" charset="-128"/>
              <a:cs typeface="Arial" panose="020B0604020202020204" pitchFamily="34" charset="0"/>
            </a:endParaRPr>
          </a:p>
          <a:p>
            <a:pPr>
              <a:lnSpc>
                <a:spcPct val="125000"/>
              </a:lnSpc>
              <a:buFont typeface="Arial" pitchFamily="34" charset="0"/>
              <a:buChar char="•"/>
            </a:pPr>
            <a:r>
              <a:rPr lang="en-NZ" altLang="zh-CN" sz="2400">
                <a:latin typeface="Arial" panose="020B0604020202020204" pitchFamily="34" charset="0"/>
                <a:ea typeface="ヒラギノ角ゴ Pro W3" panose="020B0300000000000000" pitchFamily="34" charset="-128"/>
                <a:cs typeface="Arial" panose="020B0604020202020204" pitchFamily="34" charset="0"/>
              </a:rPr>
              <a:t>Discuss in groups how a business analyst could be employed.</a:t>
            </a:r>
          </a:p>
          <a:p>
            <a:pPr>
              <a:lnSpc>
                <a:spcPct val="125000"/>
              </a:lnSpc>
            </a:pPr>
            <a:endParaRPr lang="en-NZ" altLang="zh-CN" sz="2400">
              <a:latin typeface="Arial" panose="020B0604020202020204" pitchFamily="34" charset="0"/>
              <a:ea typeface="ヒラギノ角ゴ Pro W3" panose="020B0300000000000000" pitchFamily="34" charset="-128"/>
              <a:cs typeface="Arial" panose="020B0604020202020204" pitchFamily="34" charset="0"/>
            </a:endParaRPr>
          </a:p>
          <a:p>
            <a:pPr>
              <a:lnSpc>
                <a:spcPct val="125000"/>
              </a:lnSpc>
              <a:buFont typeface="Arial" pitchFamily="34" charset="0"/>
              <a:buChar char="•"/>
            </a:pPr>
            <a:r>
              <a:rPr lang="en-NZ" altLang="zh-CN" sz="2400">
                <a:latin typeface="Arial" panose="020B0604020202020204" pitchFamily="34" charset="0"/>
                <a:ea typeface="ヒラギノ角ゴ Pro W3" panose="020B0300000000000000" pitchFamily="34" charset="-128"/>
                <a:cs typeface="Arial" panose="020B0604020202020204" pitchFamily="34" charset="0"/>
              </a:rPr>
              <a:t>List down all the activities (in relation to the business analysis life cycle) that have to be undertaken by the analyst in order to evaluate and solve any issues in the organisation. </a:t>
            </a:r>
          </a:p>
          <a:p>
            <a:pPr>
              <a:lnSpc>
                <a:spcPct val="125000"/>
              </a:lnSpc>
            </a:pPr>
            <a:endParaRPr lang="en-NZ" altLang="zh-CN">
              <a:latin typeface="Arial" panose="020B0604020202020204" pitchFamily="34" charset="0"/>
              <a:ea typeface="ヒラギノ角ゴ Pro W3" panose="020B0300000000000000" pitchFamily="34" charset="-128"/>
              <a:cs typeface="Arial" panose="020B0604020202020204" pitchFamily="34" charset="0"/>
            </a:endParaRPr>
          </a:p>
          <a:p>
            <a:pPr>
              <a:lnSpc>
                <a:spcPct val="125000"/>
              </a:lnSpc>
            </a:pPr>
            <a:endParaRPr lang="en-NZ" altLang="zh-CN">
              <a:latin typeface="Arial" panose="020B0604020202020204" pitchFamily="34" charset="0"/>
              <a:ea typeface="ヒラギノ角ゴ Pro W3" panose="020B0300000000000000" pitchFamily="34" charset="-128"/>
              <a:cs typeface="Arial" panose="020B0604020202020204" pitchFamily="34" charset="0"/>
            </a:endParaRPr>
          </a:p>
          <a:p>
            <a:pPr>
              <a:lnSpc>
                <a:spcPct val="125000"/>
              </a:lnSpc>
            </a:pPr>
            <a:r>
              <a:rPr lang="en-NZ" altLang="zh-CN">
                <a:latin typeface="Arial" panose="020B0604020202020204" pitchFamily="34" charset="0"/>
                <a:ea typeface="ヒラギノ角ゴ Pro W3" panose="020B0300000000000000" pitchFamily="34" charset="-128"/>
                <a:cs typeface="Arial" panose="020B0604020202020204" pitchFamily="34" charset="0"/>
              </a:rPr>
              <a:t> </a:t>
            </a:r>
          </a:p>
        </p:txBody>
      </p:sp>
    </p:spTree>
    <p:extLst>
      <p:ext uri="{BB962C8B-B14F-4D97-AF65-F5344CB8AC3E}">
        <p14:creationId xmlns:p14="http://schemas.microsoft.com/office/powerpoint/2010/main" val="116381300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accel="50000" decel="50000" fill="hold" grpId="0" nodeType="afterEffect">
                                  <p:stCondLst>
                                    <p:cond delay="0"/>
                                  </p:stCondLst>
                                  <p:childTnLst>
                                    <p:set>
                                      <p:cBhvr>
                                        <p:cTn id="6" dur="1" fill="hold">
                                          <p:stCondLst>
                                            <p:cond delay="0"/>
                                          </p:stCondLst>
                                        </p:cTn>
                                        <p:tgtEl>
                                          <p:spTgt spid="250885"/>
                                        </p:tgtEl>
                                        <p:attrNameLst>
                                          <p:attrName>style.visibility</p:attrName>
                                        </p:attrNameLst>
                                      </p:cBhvr>
                                      <p:to>
                                        <p:strVal val="visible"/>
                                      </p:to>
                                    </p:set>
                                    <p:anim calcmode="lin" valueType="num">
                                      <p:cBhvr additive="base">
                                        <p:cTn id="7" dur="500" fill="hold"/>
                                        <p:tgtEl>
                                          <p:spTgt spid="250885"/>
                                        </p:tgtEl>
                                        <p:attrNameLst>
                                          <p:attrName>ppt_x</p:attrName>
                                        </p:attrNameLst>
                                      </p:cBhvr>
                                      <p:tavLst>
                                        <p:tav tm="0">
                                          <p:val>
                                            <p:strVal val="1+#ppt_w/2"/>
                                          </p:val>
                                        </p:tav>
                                        <p:tav tm="100000">
                                          <p:val>
                                            <p:strVal val="#ppt_x"/>
                                          </p:val>
                                        </p:tav>
                                      </p:tavLst>
                                    </p:anim>
                                    <p:anim calcmode="lin" valueType="num">
                                      <p:cBhvr additive="base">
                                        <p:cTn id="8" dur="500" fill="hold"/>
                                        <p:tgtEl>
                                          <p:spTgt spid="2508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333F0879-3DA0-4CB8-B35E-A0AD425581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88952" cy="6858000"/>
          </a:xfrm>
          <a:prstGeom prst="rect">
            <a:avLst/>
          </a:prstGeom>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324D2183-F388-476E-92A9-D6639D69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6138" y="496090"/>
            <a:ext cx="3823215" cy="5883295"/>
          </a:xfrm>
          <a:prstGeom prst="rect">
            <a:avLst/>
          </a:prstGeom>
          <a:blipFill dpi="0" rotWithShape="1">
            <a:blip r:embed="rId2" cstate="print"/>
            <a:srcRect/>
            <a:tile tx="0" ty="0" sx="100000" sy="100000" flip="none" algn="tl"/>
          </a:blipFill>
          <a:ln>
            <a:noFill/>
          </a:ln>
          <a:effectLst>
            <a:outerShdw blurRad="114300" dist="127000" dir="5400000" sx="99000" sy="99000" algn="t" rotWithShape="0">
              <a:prstClr val="black">
                <a:alpha val="40000"/>
              </a:prstClr>
            </a:outerShdw>
          </a:effectLst>
          <a:scene3d>
            <a:camera prst="orthographicFront"/>
            <a:lightRig rig="twoPt" dir="t"/>
          </a:scene3d>
          <a:sp3d contourW="6350">
            <a:bevelT w="12700" h="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243462E7-1698-4B21-BE89-AEFAC7C2FE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8012" y="609602"/>
            <a:ext cx="3552006"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sp>
        <p:nvSpPr>
          <p:cNvPr id="2" name="标题 1">
            <a:extLst>
              <a:ext uri="{FF2B5EF4-FFF2-40B4-BE49-F238E27FC236}">
                <a16:creationId xmlns:a16="http://schemas.microsoft.com/office/drawing/2014/main" id="{8E46C21B-5E2D-608B-162E-2EA7D8FC5421}"/>
              </a:ext>
            </a:extLst>
          </p:cNvPr>
          <p:cNvSpPr>
            <a:spLocks noGrp="1"/>
          </p:cNvSpPr>
          <p:nvPr>
            <p:ph type="title"/>
          </p:nvPr>
        </p:nvSpPr>
        <p:spPr>
          <a:xfrm>
            <a:off x="929140" y="972766"/>
            <a:ext cx="2835464" cy="1254868"/>
          </a:xfrm>
        </p:spPr>
        <p:txBody>
          <a:bodyPr anchor="b">
            <a:normAutofit/>
          </a:bodyPr>
          <a:lstStyle/>
          <a:p>
            <a:pPr>
              <a:lnSpc>
                <a:spcPct val="90000"/>
              </a:lnSpc>
            </a:pPr>
            <a:r>
              <a:rPr lang="en-US" altLang="zh-CN" sz="2400" b="1">
                <a:solidFill>
                  <a:srgbClr val="262626"/>
                </a:solidFill>
                <a:latin typeface="Arial" panose="020B0604020202020204" pitchFamily="34" charset="0"/>
                <a:cs typeface="Arial" panose="020B0604020202020204" pitchFamily="34" charset="0"/>
              </a:rPr>
              <a:t>Assessment</a:t>
            </a:r>
            <a:r>
              <a:rPr lang="zh-CN" altLang="en-US" sz="2400" b="1">
                <a:solidFill>
                  <a:srgbClr val="262626"/>
                </a:solidFill>
                <a:latin typeface="Arial" panose="020B0604020202020204" pitchFamily="34" charset="0"/>
                <a:cs typeface="Arial" panose="020B0604020202020204" pitchFamily="34" charset="0"/>
              </a:rPr>
              <a:t> </a:t>
            </a:r>
            <a:r>
              <a:rPr lang="en-US" altLang="zh-CN" sz="2400" b="1">
                <a:solidFill>
                  <a:srgbClr val="262626"/>
                </a:solidFill>
                <a:latin typeface="Arial" panose="020B0604020202020204" pitchFamily="34" charset="0"/>
                <a:cs typeface="Arial" panose="020B0604020202020204" pitchFamily="34" charset="0"/>
              </a:rPr>
              <a:t>1:</a:t>
            </a:r>
            <a:r>
              <a:rPr lang="zh-CN" altLang="en-US" sz="2400" b="1">
                <a:solidFill>
                  <a:srgbClr val="262626"/>
                </a:solidFill>
                <a:latin typeface="Arial" panose="020B0604020202020204" pitchFamily="34" charset="0"/>
                <a:cs typeface="Arial" panose="020B0604020202020204" pitchFamily="34" charset="0"/>
              </a:rPr>
              <a:t> </a:t>
            </a:r>
            <a:r>
              <a:rPr lang="en-US" altLang="zh-CN" sz="2400" b="1">
                <a:solidFill>
                  <a:srgbClr val="262626"/>
                </a:solidFill>
                <a:latin typeface="Arial" panose="020B0604020202020204" pitchFamily="34" charset="0"/>
                <a:cs typeface="Arial" panose="020B0604020202020204" pitchFamily="34" charset="0"/>
              </a:rPr>
              <a:t>Report</a:t>
            </a:r>
            <a:br>
              <a:rPr lang="en-US" altLang="zh-CN" sz="2400" b="1">
                <a:solidFill>
                  <a:srgbClr val="262626"/>
                </a:solidFill>
                <a:latin typeface="Arial" panose="020B0604020202020204" pitchFamily="34" charset="0"/>
                <a:cs typeface="Arial" panose="020B0604020202020204" pitchFamily="34" charset="0"/>
              </a:rPr>
            </a:br>
            <a:r>
              <a:rPr lang="en-US" altLang="zh-CN" sz="2400">
                <a:solidFill>
                  <a:srgbClr val="262626"/>
                </a:solidFill>
                <a:latin typeface="Arial" panose="020B0604020202020204" pitchFamily="34" charset="0"/>
                <a:cs typeface="Arial" panose="020B0604020202020204" pitchFamily="34" charset="0"/>
              </a:rPr>
              <a:t>(30%</a:t>
            </a:r>
            <a:r>
              <a:rPr lang="zh-CN" altLang="en-US" sz="2400">
                <a:solidFill>
                  <a:srgbClr val="262626"/>
                </a:solidFill>
                <a:latin typeface="Arial" panose="020B0604020202020204" pitchFamily="34" charset="0"/>
                <a:cs typeface="Arial" panose="020B0604020202020204" pitchFamily="34" charset="0"/>
              </a:rPr>
              <a:t> </a:t>
            </a:r>
            <a:r>
              <a:rPr lang="en-US" altLang="zh-CN" sz="2400">
                <a:solidFill>
                  <a:srgbClr val="262626"/>
                </a:solidFill>
                <a:latin typeface="Arial" panose="020B0604020202020204" pitchFamily="34" charset="0"/>
                <a:cs typeface="Arial" panose="020B0604020202020204" pitchFamily="34" charset="0"/>
              </a:rPr>
              <a:t>to</a:t>
            </a:r>
            <a:r>
              <a:rPr lang="zh-CN" altLang="en-US" sz="2400">
                <a:solidFill>
                  <a:srgbClr val="262626"/>
                </a:solidFill>
                <a:latin typeface="Arial" panose="020B0604020202020204" pitchFamily="34" charset="0"/>
                <a:cs typeface="Arial" panose="020B0604020202020204" pitchFamily="34" charset="0"/>
              </a:rPr>
              <a:t> </a:t>
            </a:r>
            <a:r>
              <a:rPr lang="en-US" altLang="zh-CN" sz="2400">
                <a:solidFill>
                  <a:srgbClr val="262626"/>
                </a:solidFill>
                <a:latin typeface="Arial" panose="020B0604020202020204" pitchFamily="34" charset="0"/>
                <a:cs typeface="Arial" panose="020B0604020202020204" pitchFamily="34" charset="0"/>
              </a:rPr>
              <a:t>final</a:t>
            </a:r>
            <a:r>
              <a:rPr lang="zh-CN" altLang="en-US" sz="2400">
                <a:solidFill>
                  <a:srgbClr val="262626"/>
                </a:solidFill>
                <a:latin typeface="Arial" panose="020B0604020202020204" pitchFamily="34" charset="0"/>
                <a:cs typeface="Arial" panose="020B0604020202020204" pitchFamily="34" charset="0"/>
              </a:rPr>
              <a:t> </a:t>
            </a:r>
            <a:r>
              <a:rPr lang="en-US" altLang="zh-CN" sz="2400">
                <a:solidFill>
                  <a:srgbClr val="262626"/>
                </a:solidFill>
                <a:latin typeface="Arial" panose="020B0604020202020204" pitchFamily="34" charset="0"/>
                <a:cs typeface="Arial" panose="020B0604020202020204" pitchFamily="34" charset="0"/>
              </a:rPr>
              <a:t>grade)</a:t>
            </a:r>
            <a:endParaRPr lang="en-AU" sz="2400">
              <a:solidFill>
                <a:srgbClr val="262626"/>
              </a:solidFill>
              <a:latin typeface="Arial" panose="020B0604020202020204" pitchFamily="34" charset="0"/>
              <a:cs typeface="Arial" panose="020B0604020202020204" pitchFamily="34" charset="0"/>
            </a:endParaRPr>
          </a:p>
        </p:txBody>
      </p:sp>
      <p:sp>
        <p:nvSpPr>
          <p:cNvPr id="5" name="内容占位符 4">
            <a:extLst>
              <a:ext uri="{FF2B5EF4-FFF2-40B4-BE49-F238E27FC236}">
                <a16:creationId xmlns:a16="http://schemas.microsoft.com/office/drawing/2014/main" id="{5AA11C9F-4B32-8551-3D89-5F932A25E698}"/>
              </a:ext>
            </a:extLst>
          </p:cNvPr>
          <p:cNvSpPr>
            <a:spLocks noGrp="1"/>
          </p:cNvSpPr>
          <p:nvPr>
            <p:ph idx="1"/>
          </p:nvPr>
        </p:nvSpPr>
        <p:spPr>
          <a:xfrm>
            <a:off x="929141" y="2430471"/>
            <a:ext cx="2835464" cy="3552039"/>
          </a:xfrm>
        </p:spPr>
        <p:txBody>
          <a:bodyPr>
            <a:normAutofit/>
          </a:bodyPr>
          <a:lstStyle/>
          <a:p>
            <a:r>
              <a:rPr lang="en-US" altLang="zh-CN" sz="1800" b="1">
                <a:solidFill>
                  <a:srgbClr val="262626"/>
                </a:solidFill>
                <a:latin typeface="Arial" panose="020B0604020202020204" pitchFamily="34" charset="0"/>
                <a:cs typeface="Arial" panose="020B0604020202020204" pitchFamily="34" charset="0"/>
              </a:rPr>
              <a:t>Word</a:t>
            </a:r>
            <a:r>
              <a:rPr lang="zh-CN" altLang="en-US" sz="1800" b="1">
                <a:solidFill>
                  <a:srgbClr val="262626"/>
                </a:solidFill>
                <a:latin typeface="Arial" panose="020B0604020202020204" pitchFamily="34" charset="0"/>
                <a:cs typeface="Arial" panose="020B0604020202020204" pitchFamily="34" charset="0"/>
              </a:rPr>
              <a:t> </a:t>
            </a:r>
            <a:r>
              <a:rPr lang="en-US" altLang="zh-CN" sz="1800" b="1">
                <a:solidFill>
                  <a:srgbClr val="262626"/>
                </a:solidFill>
                <a:latin typeface="Arial" panose="020B0604020202020204" pitchFamily="34" charset="0"/>
                <a:cs typeface="Arial" panose="020B0604020202020204" pitchFamily="34" charset="0"/>
              </a:rPr>
              <a:t>count</a:t>
            </a:r>
            <a:r>
              <a:rPr lang="zh-CN" altLang="en-US" sz="1800" b="1">
                <a:solidFill>
                  <a:srgbClr val="262626"/>
                </a:solidFill>
                <a:latin typeface="Arial" panose="020B0604020202020204" pitchFamily="34" charset="0"/>
                <a:cs typeface="Arial" panose="020B0604020202020204" pitchFamily="34" charset="0"/>
              </a:rPr>
              <a:t> </a:t>
            </a:r>
            <a:r>
              <a:rPr lang="en-US" altLang="zh-CN" sz="1800" b="1">
                <a:solidFill>
                  <a:srgbClr val="262626"/>
                </a:solidFill>
                <a:latin typeface="Arial" panose="020B0604020202020204" pitchFamily="34" charset="0"/>
                <a:cs typeface="Arial" panose="020B0604020202020204" pitchFamily="34" charset="0"/>
              </a:rPr>
              <a:t>guidance:</a:t>
            </a:r>
            <a:r>
              <a:rPr lang="zh-CN" altLang="en-US" sz="1800" b="1">
                <a:solidFill>
                  <a:srgbClr val="262626"/>
                </a:solidFill>
                <a:latin typeface="Arial" panose="020B0604020202020204" pitchFamily="34" charset="0"/>
                <a:cs typeface="Arial" panose="020B0604020202020204" pitchFamily="34" charset="0"/>
              </a:rPr>
              <a:t> </a:t>
            </a:r>
            <a:r>
              <a:rPr lang="en-US" altLang="zh-CN" sz="1800" b="1">
                <a:solidFill>
                  <a:srgbClr val="262626"/>
                </a:solidFill>
                <a:latin typeface="Arial" panose="020B0604020202020204" pitchFamily="34" charset="0"/>
                <a:cs typeface="Arial" panose="020B0604020202020204" pitchFamily="34" charset="0"/>
              </a:rPr>
              <a:t>1500</a:t>
            </a:r>
            <a:r>
              <a:rPr lang="zh-CN" altLang="en-US" sz="1800">
                <a:solidFill>
                  <a:srgbClr val="262626"/>
                </a:solidFill>
                <a:latin typeface="Arial" panose="020B0604020202020204" pitchFamily="34" charset="0"/>
                <a:cs typeface="Arial" panose="020B0604020202020204" pitchFamily="34" charset="0"/>
              </a:rPr>
              <a:t> </a:t>
            </a:r>
            <a:r>
              <a:rPr lang="en-US" altLang="zh-CN" sz="1800">
                <a:solidFill>
                  <a:srgbClr val="262626"/>
                </a:solidFill>
                <a:latin typeface="Arial" panose="020B0604020202020204" pitchFamily="34" charset="0"/>
                <a:cs typeface="Arial" panose="020B0604020202020204" pitchFamily="34" charset="0"/>
              </a:rPr>
              <a:t>words</a:t>
            </a:r>
            <a:r>
              <a:rPr lang="zh-CN" altLang="en-US" sz="1800">
                <a:solidFill>
                  <a:srgbClr val="262626"/>
                </a:solidFill>
                <a:latin typeface="Arial" panose="020B0604020202020204" pitchFamily="34" charset="0"/>
                <a:cs typeface="Arial" panose="020B0604020202020204" pitchFamily="34" charset="0"/>
              </a:rPr>
              <a:t> </a:t>
            </a:r>
            <a:endParaRPr lang="en-US" altLang="zh-CN" sz="1800">
              <a:solidFill>
                <a:srgbClr val="262626"/>
              </a:solidFill>
              <a:latin typeface="Arial" panose="020B0604020202020204" pitchFamily="34" charset="0"/>
              <a:cs typeface="Arial" panose="020B0604020202020204" pitchFamily="34" charset="0"/>
            </a:endParaRPr>
          </a:p>
          <a:p>
            <a:r>
              <a:rPr lang="en-US" altLang="zh-CN" sz="1800" b="1">
                <a:solidFill>
                  <a:srgbClr val="262626"/>
                </a:solidFill>
                <a:latin typeface="Arial" panose="020B0604020202020204" pitchFamily="34" charset="0"/>
                <a:cs typeface="Arial" panose="020B0604020202020204" pitchFamily="34" charset="0"/>
              </a:rPr>
              <a:t>Due</a:t>
            </a:r>
            <a:r>
              <a:rPr lang="zh-CN" altLang="en-US" sz="1800" b="1">
                <a:solidFill>
                  <a:srgbClr val="262626"/>
                </a:solidFill>
                <a:latin typeface="Arial" panose="020B0604020202020204" pitchFamily="34" charset="0"/>
                <a:cs typeface="Arial" panose="020B0604020202020204" pitchFamily="34" charset="0"/>
              </a:rPr>
              <a:t> </a:t>
            </a:r>
            <a:r>
              <a:rPr lang="en-US" altLang="zh-CN" sz="1800" b="1">
                <a:solidFill>
                  <a:srgbClr val="262626"/>
                </a:solidFill>
                <a:latin typeface="Arial" panose="020B0604020202020204" pitchFamily="34" charset="0"/>
                <a:cs typeface="Arial" panose="020B0604020202020204" pitchFamily="34" charset="0"/>
              </a:rPr>
              <a:t>date:</a:t>
            </a:r>
            <a:r>
              <a:rPr lang="zh-CN" altLang="en-US" sz="1800" b="1">
                <a:solidFill>
                  <a:srgbClr val="262626"/>
                </a:solidFill>
                <a:latin typeface="Arial" panose="020B0604020202020204" pitchFamily="34" charset="0"/>
                <a:cs typeface="Arial" panose="020B0604020202020204" pitchFamily="34" charset="0"/>
              </a:rPr>
              <a:t> </a:t>
            </a:r>
            <a:r>
              <a:rPr lang="en-US" altLang="zh-CN" sz="1800">
                <a:solidFill>
                  <a:srgbClr val="262626"/>
                </a:solidFill>
                <a:latin typeface="Arial" panose="020B0604020202020204" pitchFamily="34" charset="0"/>
                <a:ea typeface="ヒラギノ角ゴ Pro W3" panose="020B0300000000000000" pitchFamily="34" charset="-128"/>
                <a:cs typeface="Arial" panose="020B0604020202020204" pitchFamily="34" charset="0"/>
              </a:rPr>
              <a:t>Friday</a:t>
            </a:r>
            <a:r>
              <a:rPr lang="zh-CN" altLang="en-US" sz="1800">
                <a:solidFill>
                  <a:srgbClr val="262626"/>
                </a:solidFill>
                <a:latin typeface="Arial" panose="020B0604020202020204" pitchFamily="34" charset="0"/>
                <a:ea typeface="ヒラギノ角ゴ Pro W3" panose="020B0300000000000000" pitchFamily="34" charset="-128"/>
                <a:cs typeface="Arial" panose="020B0604020202020204" pitchFamily="34" charset="0"/>
              </a:rPr>
              <a:t> </a:t>
            </a:r>
            <a:r>
              <a:rPr lang="en-US" altLang="zh-CN" sz="1800">
                <a:solidFill>
                  <a:srgbClr val="262626"/>
                </a:solidFill>
                <a:latin typeface="Arial" panose="020B0604020202020204" pitchFamily="34" charset="0"/>
                <a:ea typeface="ヒラギノ角ゴ Pro W3" panose="020B0300000000000000" pitchFamily="34" charset="-128"/>
                <a:cs typeface="Arial" panose="020B0604020202020204" pitchFamily="34" charset="0"/>
              </a:rPr>
              <a:t>Week</a:t>
            </a:r>
            <a:r>
              <a:rPr lang="zh-CN" altLang="en-US" sz="1800">
                <a:solidFill>
                  <a:srgbClr val="262626"/>
                </a:solidFill>
                <a:latin typeface="Arial" panose="020B0604020202020204" pitchFamily="34" charset="0"/>
                <a:ea typeface="ヒラギノ角ゴ Pro W3" panose="020B0300000000000000" pitchFamily="34" charset="-128"/>
                <a:cs typeface="Arial" panose="020B0604020202020204" pitchFamily="34" charset="0"/>
              </a:rPr>
              <a:t> </a:t>
            </a:r>
            <a:r>
              <a:rPr lang="en-US" altLang="zh-CN" sz="1800">
                <a:solidFill>
                  <a:srgbClr val="262626"/>
                </a:solidFill>
                <a:latin typeface="Arial" panose="020B0604020202020204" pitchFamily="34" charset="0"/>
                <a:ea typeface="ヒラギノ角ゴ Pro W3" panose="020B0300000000000000" pitchFamily="34" charset="-128"/>
                <a:cs typeface="Arial" panose="020B0604020202020204" pitchFamily="34" charset="0"/>
              </a:rPr>
              <a:t>3</a:t>
            </a:r>
            <a:r>
              <a:rPr lang="zh-CN" altLang="en-US" sz="1800">
                <a:solidFill>
                  <a:srgbClr val="262626"/>
                </a:solidFill>
                <a:latin typeface="Arial" panose="020B0604020202020204" pitchFamily="34" charset="0"/>
                <a:ea typeface="ヒラギノ角ゴ Pro W3" panose="020B0300000000000000" pitchFamily="34" charset="-128"/>
                <a:cs typeface="Arial" panose="020B0604020202020204" pitchFamily="34" charset="0"/>
              </a:rPr>
              <a:t> </a:t>
            </a:r>
            <a:r>
              <a:rPr lang="en-US" altLang="zh-CN" sz="1800">
                <a:solidFill>
                  <a:srgbClr val="262626"/>
                </a:solidFill>
                <a:latin typeface="Arial" panose="020B0604020202020204" pitchFamily="34" charset="0"/>
                <a:ea typeface="ヒラギノ角ゴ Pro W3" panose="020B0300000000000000" pitchFamily="34" charset="-128"/>
                <a:cs typeface="Arial" panose="020B0604020202020204" pitchFamily="34" charset="0"/>
              </a:rPr>
              <a:t>(16</a:t>
            </a:r>
            <a:r>
              <a:rPr lang="en-US" altLang="zh-CN" sz="1800" baseline="30000">
                <a:solidFill>
                  <a:srgbClr val="262626"/>
                </a:solidFill>
                <a:latin typeface="Arial" panose="020B0604020202020204" pitchFamily="34" charset="0"/>
                <a:ea typeface="ヒラギノ角ゴ Pro W3" panose="020B0300000000000000" pitchFamily="34" charset="-128"/>
                <a:cs typeface="Arial" panose="020B0604020202020204" pitchFamily="34" charset="0"/>
              </a:rPr>
              <a:t>th</a:t>
            </a:r>
            <a:r>
              <a:rPr lang="en-US" altLang="zh-CN" sz="1800">
                <a:solidFill>
                  <a:srgbClr val="262626"/>
                </a:solidFill>
                <a:latin typeface="Arial" panose="020B0604020202020204" pitchFamily="34" charset="0"/>
                <a:ea typeface="ヒラギノ角ゴ Pro W3" panose="020B0300000000000000" pitchFamily="34" charset="-128"/>
                <a:cs typeface="Arial" panose="020B0604020202020204" pitchFamily="34" charset="0"/>
              </a:rPr>
              <a:t> May 2025),</a:t>
            </a:r>
            <a:r>
              <a:rPr lang="zh-CN" altLang="en-US" sz="1800">
                <a:solidFill>
                  <a:srgbClr val="262626"/>
                </a:solidFill>
                <a:latin typeface="Arial" panose="020B0604020202020204" pitchFamily="34" charset="0"/>
                <a:ea typeface="ヒラギノ角ゴ Pro W3" panose="020B0300000000000000" pitchFamily="34" charset="-128"/>
                <a:cs typeface="Arial" panose="020B0604020202020204" pitchFamily="34" charset="0"/>
              </a:rPr>
              <a:t> </a:t>
            </a:r>
            <a:r>
              <a:rPr lang="en-US" altLang="zh-CN" sz="1800">
                <a:solidFill>
                  <a:srgbClr val="262626"/>
                </a:solidFill>
                <a:latin typeface="Arial" panose="020B0604020202020204" pitchFamily="34" charset="0"/>
                <a:ea typeface="ヒラギノ角ゴ Pro W3" panose="020B0300000000000000" pitchFamily="34" charset="-128"/>
                <a:cs typeface="Arial" panose="020B0604020202020204" pitchFamily="34" charset="0"/>
              </a:rPr>
              <a:t>9:00</a:t>
            </a:r>
            <a:r>
              <a:rPr lang="zh-CN" altLang="en-US" sz="1800">
                <a:solidFill>
                  <a:srgbClr val="262626"/>
                </a:solidFill>
                <a:latin typeface="Arial" panose="020B0604020202020204" pitchFamily="34" charset="0"/>
                <a:ea typeface="ヒラギノ角ゴ Pro W3" panose="020B0300000000000000" pitchFamily="34" charset="-128"/>
                <a:cs typeface="Arial" panose="020B0604020202020204" pitchFamily="34" charset="0"/>
              </a:rPr>
              <a:t> </a:t>
            </a:r>
            <a:r>
              <a:rPr lang="en-US" altLang="zh-CN" sz="1800">
                <a:solidFill>
                  <a:srgbClr val="262626"/>
                </a:solidFill>
                <a:latin typeface="Arial" panose="020B0604020202020204" pitchFamily="34" charset="0"/>
                <a:ea typeface="ヒラギノ角ゴ Pro W3" panose="020B0300000000000000" pitchFamily="34" charset="-128"/>
                <a:cs typeface="Arial" panose="020B0604020202020204" pitchFamily="34" charset="0"/>
              </a:rPr>
              <a:t>AM</a:t>
            </a:r>
          </a:p>
        </p:txBody>
      </p:sp>
      <p:sp useBgFill="1">
        <p:nvSpPr>
          <p:cNvPr id="38" name="Rectangle 37">
            <a:extLst>
              <a:ext uri="{FF2B5EF4-FFF2-40B4-BE49-F238E27FC236}">
                <a16:creationId xmlns:a16="http://schemas.microsoft.com/office/drawing/2014/main" id="{6C22FCAC-D7EC-4A52-B153-FF761E223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95491" y="0"/>
            <a:ext cx="7396509"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p:cNvPicPr>
            <a:picLocks noChangeAspect="1" noChangeArrowheads="1"/>
          </p:cNvPicPr>
          <p:nvPr/>
        </p:nvPicPr>
        <p:blipFill>
          <a:blip r:embed="rId3" cstate="print"/>
          <a:srcRect r="4429"/>
          <a:stretch>
            <a:fillRect/>
          </a:stretch>
        </p:blipFill>
        <p:spPr bwMode="auto">
          <a:xfrm>
            <a:off x="3829051" y="765103"/>
            <a:ext cx="8186738" cy="4635571"/>
          </a:xfrm>
          <a:prstGeom prst="rect">
            <a:avLst/>
          </a:prstGeom>
          <a:noFill/>
          <a:ln w="9525">
            <a:noFill/>
            <a:miter lim="800000"/>
            <a:headEnd/>
            <a:tailEnd/>
          </a:ln>
          <a:effectLst/>
        </p:spPr>
      </p:pic>
    </p:spTree>
    <p:extLst>
      <p:ext uri="{BB962C8B-B14F-4D97-AF65-F5344CB8AC3E}">
        <p14:creationId xmlns:p14="http://schemas.microsoft.com/office/powerpoint/2010/main" val="29236761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EA14CF-4BE5-E8D4-1663-0D718DCB39A3}"/>
              </a:ext>
            </a:extLst>
          </p:cNvPr>
          <p:cNvSpPr>
            <a:spLocks noGrp="1"/>
          </p:cNvSpPr>
          <p:nvPr>
            <p:ph type="title"/>
          </p:nvPr>
        </p:nvSpPr>
        <p:spPr>
          <a:xfrm>
            <a:off x="1295401" y="677333"/>
            <a:ext cx="9601196" cy="1037168"/>
          </a:xfrm>
        </p:spPr>
        <p:txBody>
          <a:bodyPr/>
          <a:lstStyle/>
          <a:p>
            <a:r>
              <a:rPr lang="en-NZ" altLang="zh-CN" b="1">
                <a:latin typeface="Arial" panose="020B0604020202020204" pitchFamily="34" charset="0"/>
                <a:cs typeface="Arial" panose="020B0604020202020204" pitchFamily="34" charset="0"/>
              </a:rPr>
              <a:t>Assessment 1 Breakdown</a:t>
            </a:r>
            <a:endParaRPr lang="en-AU" b="1">
              <a:latin typeface="Arial" panose="020B0604020202020204" pitchFamily="34" charset="0"/>
              <a:cs typeface="Arial" panose="020B0604020202020204" pitchFamily="34" charset="0"/>
            </a:endParaRPr>
          </a:p>
        </p:txBody>
      </p:sp>
      <p:sp>
        <p:nvSpPr>
          <p:cNvPr id="3" name="内容占位符 2">
            <a:extLst>
              <a:ext uri="{FF2B5EF4-FFF2-40B4-BE49-F238E27FC236}">
                <a16:creationId xmlns:a16="http://schemas.microsoft.com/office/drawing/2014/main" id="{C671A7E4-F024-38C1-DC35-32B091CF626A}"/>
              </a:ext>
            </a:extLst>
          </p:cNvPr>
          <p:cNvSpPr>
            <a:spLocks noGrp="1"/>
          </p:cNvSpPr>
          <p:nvPr>
            <p:ph idx="1"/>
          </p:nvPr>
        </p:nvSpPr>
        <p:spPr>
          <a:xfrm>
            <a:off x="938211" y="2634911"/>
            <a:ext cx="10315575" cy="3318936"/>
          </a:xfrm>
        </p:spPr>
        <p:txBody>
          <a:bodyPr>
            <a:normAutofit/>
          </a:bodyPr>
          <a:lstStyle/>
          <a:p>
            <a:pPr>
              <a:buAutoNum type="arabicPeriod"/>
            </a:pPr>
            <a:r>
              <a:rPr lang="en-US" altLang="zh-CN" sz="2200">
                <a:solidFill>
                  <a:srgbClr val="FF0000"/>
                </a:solidFill>
                <a:latin typeface="Arial" panose="020B0604020202020204" pitchFamily="34" charset="0"/>
                <a:cs typeface="Arial" panose="020B0604020202020204" pitchFamily="34" charset="0"/>
              </a:rPr>
              <a:t>Discuss how the role of Business Analysts have evolved over time and how they have contributed to improve organisational performance in general.</a:t>
            </a:r>
          </a:p>
          <a:p>
            <a:pPr>
              <a:buAutoNum type="arabicPeriod"/>
            </a:pPr>
            <a:r>
              <a:rPr lang="en-US" altLang="zh-CN" sz="2200">
                <a:solidFill>
                  <a:srgbClr val="FF0000"/>
                </a:solidFill>
                <a:latin typeface="Arial" panose="020B0604020202020204" pitchFamily="34" charset="0"/>
                <a:cs typeface="Arial" panose="020B0604020202020204" pitchFamily="34" charset="0"/>
              </a:rPr>
              <a:t>Identify an organisation where a business analyst could be employed.</a:t>
            </a:r>
          </a:p>
          <a:p>
            <a:pPr>
              <a:buAutoNum type="arabicPeriod"/>
            </a:pPr>
            <a:r>
              <a:rPr lang="en-NZ" altLang="zh-CN" sz="2200">
                <a:solidFill>
                  <a:schemeClr val="tx1"/>
                </a:solidFill>
                <a:latin typeface="Arial" panose="020B0604020202020204" pitchFamily="34" charset="0"/>
                <a:cs typeface="Arial" panose="020B0604020202020204" pitchFamily="34" charset="0"/>
              </a:rPr>
              <a:t>Evaluate how a business analyst could be utilised in your chosen organisation to improve 3 business functions (operations, IT, marketing etc).</a:t>
            </a:r>
          </a:p>
          <a:p>
            <a:pPr>
              <a:buAutoNum type="arabicPeriod"/>
            </a:pPr>
            <a:r>
              <a:rPr lang="en-NZ" altLang="zh-CN" sz="2200">
                <a:solidFill>
                  <a:schemeClr val="tx1"/>
                </a:solidFill>
                <a:latin typeface="Arial" panose="020B0604020202020204" pitchFamily="34" charset="0"/>
                <a:cs typeface="Arial" panose="020B0604020202020204" pitchFamily="34" charset="0"/>
              </a:rPr>
              <a:t>For each function, outline specific business analysis activities, discuss the expected outcomes, and address any potential challenges.</a:t>
            </a:r>
            <a:endParaRPr lang="en-US" altLang="zh-CN" sz="2200">
              <a:solidFill>
                <a:schemeClr val="tx1"/>
              </a:solidFill>
              <a:latin typeface="Arial" panose="020B0604020202020204" pitchFamily="34" charset="0"/>
              <a:cs typeface="Arial" panose="020B0604020202020204" pitchFamily="34" charset="0"/>
            </a:endParaRPr>
          </a:p>
          <a:p>
            <a:pPr marL="0" indent="0">
              <a:buNone/>
            </a:pPr>
            <a:endParaRPr lang="en-US" altLang="zh-CN" sz="2200">
              <a:solidFill>
                <a:schemeClr val="tx1"/>
              </a:solidFill>
              <a:latin typeface="Arial" panose="020B0604020202020204" pitchFamily="34" charset="0"/>
              <a:cs typeface="Arial" panose="020B0604020202020204" pitchFamily="34" charset="0"/>
            </a:endParaRPr>
          </a:p>
          <a:p>
            <a:endParaRPr lang="en-US" altLang="zh-CN" sz="220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194946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A7587-74E3-D4B8-752C-2E507F8AF46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0BA4791-519F-5239-55C6-0478198B3A9A}"/>
              </a:ext>
            </a:extLst>
          </p:cNvPr>
          <p:cNvSpPr>
            <a:spLocks noGrp="1"/>
          </p:cNvSpPr>
          <p:nvPr>
            <p:ph type="title"/>
          </p:nvPr>
        </p:nvSpPr>
        <p:spPr>
          <a:xfrm>
            <a:off x="1295402" y="1173092"/>
            <a:ext cx="9601196" cy="1037168"/>
          </a:xfrm>
        </p:spPr>
        <p:txBody>
          <a:bodyPr/>
          <a:lstStyle/>
          <a:p>
            <a:r>
              <a:rPr lang="en-US" altLang="zh-CN" b="1">
                <a:latin typeface="Arial" panose="020B0604020202020204" pitchFamily="34" charset="0"/>
                <a:cs typeface="Arial" panose="020B0604020202020204" pitchFamily="34" charset="0"/>
              </a:rPr>
              <a:t>In/Out-of-class</a:t>
            </a:r>
            <a:r>
              <a:rPr lang="zh-CN" altLang="en-US" b="1">
                <a:latin typeface="Arial" panose="020B0604020202020204" pitchFamily="34" charset="0"/>
                <a:cs typeface="Arial" panose="020B0604020202020204" pitchFamily="34" charset="0"/>
              </a:rPr>
              <a:t> </a:t>
            </a:r>
            <a:r>
              <a:rPr lang="en-US" altLang="zh-CN" b="1">
                <a:latin typeface="Arial" panose="020B0604020202020204" pitchFamily="34" charset="0"/>
                <a:cs typeface="Arial" panose="020B0604020202020204" pitchFamily="34" charset="0"/>
              </a:rPr>
              <a:t>activities</a:t>
            </a:r>
            <a:endParaRPr lang="en-AU" b="1">
              <a:latin typeface="Arial" panose="020B0604020202020204" pitchFamily="34" charset="0"/>
              <a:cs typeface="Arial" panose="020B0604020202020204" pitchFamily="34" charset="0"/>
            </a:endParaRPr>
          </a:p>
        </p:txBody>
      </p:sp>
      <p:sp>
        <p:nvSpPr>
          <p:cNvPr id="3" name="内容占位符 2">
            <a:extLst>
              <a:ext uri="{FF2B5EF4-FFF2-40B4-BE49-F238E27FC236}">
                <a16:creationId xmlns:a16="http://schemas.microsoft.com/office/drawing/2014/main" id="{49321AF9-6DEB-143D-4CB1-4F21FCD9A633}"/>
              </a:ext>
            </a:extLst>
          </p:cNvPr>
          <p:cNvSpPr>
            <a:spLocks noGrp="1"/>
          </p:cNvSpPr>
          <p:nvPr>
            <p:ph idx="1"/>
          </p:nvPr>
        </p:nvSpPr>
        <p:spPr>
          <a:xfrm>
            <a:off x="1026346" y="2540192"/>
            <a:ext cx="10315575" cy="3318936"/>
          </a:xfrm>
        </p:spPr>
        <p:txBody>
          <a:bodyPr>
            <a:normAutofit/>
          </a:bodyPr>
          <a:lstStyle/>
          <a:p>
            <a:pPr marL="0" indent="0"/>
            <a:r>
              <a:rPr lang="en-NZ" altLang="zh-CN" sz="2200">
                <a:solidFill>
                  <a:schemeClr val="tx1"/>
                </a:solidFill>
                <a:latin typeface="Arial"/>
                <a:cs typeface="Arial"/>
              </a:rPr>
              <a:t> Using academic literature, research how the role of business analysts have evolved over time. Highlight key developments and changes in the role and how they </a:t>
            </a:r>
            <a:r>
              <a:rPr lang="en-AU" sz="2200">
                <a:solidFill>
                  <a:schemeClr val="tx1"/>
                </a:solidFill>
                <a:latin typeface="Arial"/>
                <a:cs typeface="Arial"/>
              </a:rPr>
              <a:t>have contributed to improving organisational performance. </a:t>
            </a:r>
          </a:p>
          <a:p>
            <a:pPr marL="0" indent="0"/>
            <a:endParaRPr lang="en-AU" altLang="zh-CN" sz="2200">
              <a:solidFill>
                <a:schemeClr val="tx1"/>
              </a:solidFill>
              <a:latin typeface="Arial" pitchFamily="34" charset="0"/>
              <a:cs typeface="Arial" pitchFamily="34" charset="0"/>
            </a:endParaRPr>
          </a:p>
          <a:p>
            <a:pPr marL="0" indent="0"/>
            <a:r>
              <a:rPr lang="en-NZ" altLang="zh-CN" sz="2200">
                <a:solidFill>
                  <a:schemeClr val="tx1"/>
                </a:solidFill>
                <a:latin typeface="Arial"/>
                <a:cs typeface="Arial"/>
              </a:rPr>
              <a:t> Identify a particular organisation where a business analyst could be employed. Do some research on the organisation and/or industry that the organisation is in. </a:t>
            </a:r>
          </a:p>
          <a:p>
            <a:pPr marL="0" indent="0">
              <a:buNone/>
            </a:pPr>
            <a:endParaRPr lang="en-US" altLang="zh-CN" sz="2200">
              <a:solidFill>
                <a:schemeClr val="tx1"/>
              </a:solidFill>
              <a:latin typeface="Arial" pitchFamily="34" charset="0"/>
              <a:cs typeface="Arial" pitchFamily="34" charset="0"/>
            </a:endParaRPr>
          </a:p>
          <a:p>
            <a:pPr marL="0" indent="0">
              <a:buNone/>
            </a:pPr>
            <a:endParaRPr lang="en-US" altLang="zh-CN" sz="2200">
              <a:solidFill>
                <a:schemeClr val="tx1"/>
              </a:solidFill>
              <a:latin typeface="Arial" pitchFamily="34" charset="0"/>
              <a:cs typeface="Arial" pitchFamily="34" charset="0"/>
            </a:endParaRPr>
          </a:p>
          <a:p>
            <a:pPr marL="0" indent="0">
              <a:buNone/>
            </a:pPr>
            <a:endParaRPr lang="en-US" altLang="zh-CN" sz="2200">
              <a:solidFill>
                <a:schemeClr val="tx1"/>
              </a:solidFill>
              <a:latin typeface="Arial" pitchFamily="34" charset="0"/>
              <a:cs typeface="Arial" pitchFamily="34" charset="0"/>
            </a:endParaRPr>
          </a:p>
          <a:p>
            <a:endParaRPr lang="en-US" altLang="zh-CN" sz="220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1241918194"/>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870D3BA86E6BE4F8997A1E0DEEA3090" ma:contentTypeVersion="3" ma:contentTypeDescription="Create a new document." ma:contentTypeScope="" ma:versionID="f63ccfd2d90a5609d7b357da731e02ed">
  <xsd:schema xmlns:xsd="http://www.w3.org/2001/XMLSchema" xmlns:xs="http://www.w3.org/2001/XMLSchema" xmlns:p="http://schemas.microsoft.com/office/2006/metadata/properties" xmlns:ns2="ebad6200-df3b-4540-884d-ea21679cb150" targetNamespace="http://schemas.microsoft.com/office/2006/metadata/properties" ma:root="true" ma:fieldsID="4ad93bd7910780605ac07ea20a1b8420" ns2:_="">
    <xsd:import namespace="ebad6200-df3b-4540-884d-ea21679cb15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bad6200-df3b-4540-884d-ea21679cb1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4FF12F0-50DA-49A0-BDDA-3D96AB43DD9A}">
  <ds:schemaRefs>
    <ds:schemaRef ds:uri="ebad6200-df3b-4540-884d-ea21679cb15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2126CDF9-0AE4-46DC-965F-4FB4702E8100}">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1AA39EB3-8707-4B15-8FB2-BC8ACF38ABD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Organic</Template>
  <Application>Microsoft Office PowerPoint</Application>
  <PresentationFormat>Widescreen</PresentationFormat>
  <Slides>16</Slides>
  <Notes>12</Notes>
  <HiddenSlides>0</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Organic</vt:lpstr>
      <vt:lpstr>MAMC01901 Business Analysis</vt:lpstr>
      <vt:lpstr>Agenda</vt:lpstr>
      <vt:lpstr>Who is a business analyst?</vt:lpstr>
      <vt:lpstr>Who is a business analyst?</vt:lpstr>
      <vt:lpstr>Evolution of the role</vt:lpstr>
      <vt:lpstr>Types of Business Analysts</vt:lpstr>
      <vt:lpstr>Types of Business Analysts</vt:lpstr>
      <vt:lpstr>Class activity</vt:lpstr>
      <vt:lpstr>Business Analysis Life Cycle</vt:lpstr>
      <vt:lpstr>Business Analysis Life Cycle</vt:lpstr>
      <vt:lpstr>Example: Retail company “Farmers”</vt:lpstr>
      <vt:lpstr>Example: Retail company “Farmers”</vt:lpstr>
      <vt:lpstr>Group Activity</vt:lpstr>
      <vt:lpstr>Assessment 1: Report (30% to final grade)</vt:lpstr>
      <vt:lpstr>Assessment 1 Breakdown</vt:lpstr>
      <vt:lpstr>In/Out-of-class activities</vt:lpstr>
    </vt:vector>
  </TitlesOfParts>
  <Company>Otago Polytechnic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MAMC01901 Business Analysis</dc:title>
  <dc:creator>Shikha Shethia</dc:creator>
  <cp:revision>1</cp:revision>
  <dcterms:created xsi:type="dcterms:W3CDTF">2025-04-24T00:48:25Z</dcterms:created>
  <dcterms:modified xsi:type="dcterms:W3CDTF">2025-04-30T23:58:53Z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0x0101006870D3BA86E6BE4F8997A1E0DEEA3090</vt:lpwstr>
  </property>
</Properties>
</file>