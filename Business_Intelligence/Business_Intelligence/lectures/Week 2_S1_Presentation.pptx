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66" r:id="rId4"/>
    <p:sldId id="267" r:id="rId5"/>
    <p:sldId id="265"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presProps" Target="presProps.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 Id="rId14"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ika Jayasinghe" userId="584091a1-66b3-44ed-a003-cefbf06ffda6" providerId="ADAL" clId="{5220634F-A24C-411C-B415-C4F6E65E09C8}"/>
    <pc:docChg chg="undo custSel addSld delSld modSld">
      <pc:chgData name="Nishika Jayasinghe" userId="584091a1-66b3-44ed-a003-cefbf06ffda6" providerId="ADAL" clId="{5220634F-A24C-411C-B415-C4F6E65E09C8}" dt="2025-04-27T21:23:14.700" v="643" actId="20577"/>
      <pc:docMkLst>
        <pc:docMk/>
      </pc:docMkLst>
      <pc:sldChg chg="modSp mod">
        <pc:chgData name="Nishika Jayasinghe" userId="584091a1-66b3-44ed-a003-cefbf06ffda6" providerId="ADAL" clId="{5220634F-A24C-411C-B415-C4F6E65E09C8}" dt="2025-04-27T21:21:39.637" v="569" actId="20577"/>
        <pc:sldMkLst>
          <pc:docMk/>
          <pc:sldMk cId="2766708164" sldId="257"/>
        </pc:sldMkLst>
        <pc:spChg chg="mod">
          <ac:chgData name="Nishika Jayasinghe" userId="584091a1-66b3-44ed-a003-cefbf06ffda6" providerId="ADAL" clId="{5220634F-A24C-411C-B415-C4F6E65E09C8}" dt="2025-04-27T21:21:07.416" v="532" actId="20577"/>
          <ac:spMkLst>
            <pc:docMk/>
            <pc:sldMk cId="2766708164" sldId="257"/>
            <ac:spMk id="2" creationId="{5DC5046B-02E2-EC3D-58CA-7834BF05C73C}"/>
          </ac:spMkLst>
        </pc:spChg>
        <pc:spChg chg="mod">
          <ac:chgData name="Nishika Jayasinghe" userId="584091a1-66b3-44ed-a003-cefbf06ffda6" providerId="ADAL" clId="{5220634F-A24C-411C-B415-C4F6E65E09C8}" dt="2025-04-27T21:21:39.637" v="569" actId="20577"/>
          <ac:spMkLst>
            <pc:docMk/>
            <pc:sldMk cId="2766708164" sldId="257"/>
            <ac:spMk id="3" creationId="{439C29E2-2EF3-1CBC-5A22-7AA0F6515D61}"/>
          </ac:spMkLst>
        </pc:spChg>
      </pc:sldChg>
      <pc:sldChg chg="del">
        <pc:chgData name="Nishika Jayasinghe" userId="584091a1-66b3-44ed-a003-cefbf06ffda6" providerId="ADAL" clId="{5220634F-A24C-411C-B415-C4F6E65E09C8}" dt="2025-04-27T21:12:08.269" v="39" actId="47"/>
        <pc:sldMkLst>
          <pc:docMk/>
          <pc:sldMk cId="1004435116" sldId="258"/>
        </pc:sldMkLst>
      </pc:sldChg>
      <pc:sldChg chg="del">
        <pc:chgData name="Nishika Jayasinghe" userId="584091a1-66b3-44ed-a003-cefbf06ffda6" providerId="ADAL" clId="{5220634F-A24C-411C-B415-C4F6E65E09C8}" dt="2025-04-27T12:24:53.684" v="0" actId="47"/>
        <pc:sldMkLst>
          <pc:docMk/>
          <pc:sldMk cId="4286227450" sldId="259"/>
        </pc:sldMkLst>
      </pc:sldChg>
      <pc:sldChg chg="del">
        <pc:chgData name="Nishika Jayasinghe" userId="584091a1-66b3-44ed-a003-cefbf06ffda6" providerId="ADAL" clId="{5220634F-A24C-411C-B415-C4F6E65E09C8}" dt="2025-04-27T21:12:07.114" v="38" actId="47"/>
        <pc:sldMkLst>
          <pc:docMk/>
          <pc:sldMk cId="2453768226" sldId="261"/>
        </pc:sldMkLst>
      </pc:sldChg>
      <pc:sldChg chg="del">
        <pc:chgData name="Nishika Jayasinghe" userId="584091a1-66b3-44ed-a003-cefbf06ffda6" providerId="ADAL" clId="{5220634F-A24C-411C-B415-C4F6E65E09C8}" dt="2025-04-27T21:12:06.281" v="37" actId="47"/>
        <pc:sldMkLst>
          <pc:docMk/>
          <pc:sldMk cId="1410980007" sldId="262"/>
        </pc:sldMkLst>
      </pc:sldChg>
      <pc:sldChg chg="del">
        <pc:chgData name="Nishika Jayasinghe" userId="584091a1-66b3-44ed-a003-cefbf06ffda6" providerId="ADAL" clId="{5220634F-A24C-411C-B415-C4F6E65E09C8}" dt="2025-04-27T21:12:05.220" v="36" actId="47"/>
        <pc:sldMkLst>
          <pc:docMk/>
          <pc:sldMk cId="1037551864" sldId="263"/>
        </pc:sldMkLst>
      </pc:sldChg>
      <pc:sldChg chg="del">
        <pc:chgData name="Nishika Jayasinghe" userId="584091a1-66b3-44ed-a003-cefbf06ffda6" providerId="ADAL" clId="{5220634F-A24C-411C-B415-C4F6E65E09C8}" dt="2025-04-27T21:12:01.969" v="35" actId="47"/>
        <pc:sldMkLst>
          <pc:docMk/>
          <pc:sldMk cId="921131880" sldId="264"/>
        </pc:sldMkLst>
      </pc:sldChg>
      <pc:sldChg chg="modSp new mod">
        <pc:chgData name="Nishika Jayasinghe" userId="584091a1-66b3-44ed-a003-cefbf06ffda6" providerId="ADAL" clId="{5220634F-A24C-411C-B415-C4F6E65E09C8}" dt="2025-04-27T21:19:46.998" v="526" actId="27636"/>
        <pc:sldMkLst>
          <pc:docMk/>
          <pc:sldMk cId="3493960422" sldId="266"/>
        </pc:sldMkLst>
        <pc:spChg chg="mod">
          <ac:chgData name="Nishika Jayasinghe" userId="584091a1-66b3-44ed-a003-cefbf06ffda6" providerId="ADAL" clId="{5220634F-A24C-411C-B415-C4F6E65E09C8}" dt="2025-04-27T21:14:54.437" v="220" actId="20577"/>
          <ac:spMkLst>
            <pc:docMk/>
            <pc:sldMk cId="3493960422" sldId="266"/>
            <ac:spMk id="2" creationId="{1635AE4D-8205-03BF-28BB-79D07A587595}"/>
          </ac:spMkLst>
        </pc:spChg>
        <pc:spChg chg="mod">
          <ac:chgData name="Nishika Jayasinghe" userId="584091a1-66b3-44ed-a003-cefbf06ffda6" providerId="ADAL" clId="{5220634F-A24C-411C-B415-C4F6E65E09C8}" dt="2025-04-27T21:19:46.998" v="526" actId="27636"/>
          <ac:spMkLst>
            <pc:docMk/>
            <pc:sldMk cId="3493960422" sldId="266"/>
            <ac:spMk id="3" creationId="{FC8B9D52-3DDA-2AAD-D66A-52F2F4BA3CFB}"/>
          </ac:spMkLst>
        </pc:spChg>
      </pc:sldChg>
      <pc:sldChg chg="modSp new mod">
        <pc:chgData name="Nishika Jayasinghe" userId="584091a1-66b3-44ed-a003-cefbf06ffda6" providerId="ADAL" clId="{5220634F-A24C-411C-B415-C4F6E65E09C8}" dt="2025-04-27T21:23:14.700" v="643" actId="20577"/>
        <pc:sldMkLst>
          <pc:docMk/>
          <pc:sldMk cId="308970993" sldId="267"/>
        </pc:sldMkLst>
        <pc:spChg chg="mod">
          <ac:chgData name="Nishika Jayasinghe" userId="584091a1-66b3-44ed-a003-cefbf06ffda6" providerId="ADAL" clId="{5220634F-A24C-411C-B415-C4F6E65E09C8}" dt="2025-04-27T21:15:49.455" v="254" actId="20577"/>
          <ac:spMkLst>
            <pc:docMk/>
            <pc:sldMk cId="308970993" sldId="267"/>
            <ac:spMk id="2" creationId="{19A00505-134E-FE15-1C23-4EAD0E67612A}"/>
          </ac:spMkLst>
        </pc:spChg>
        <pc:spChg chg="mod">
          <ac:chgData name="Nishika Jayasinghe" userId="584091a1-66b3-44ed-a003-cefbf06ffda6" providerId="ADAL" clId="{5220634F-A24C-411C-B415-C4F6E65E09C8}" dt="2025-04-27T21:23:14.700" v="643" actId="20577"/>
          <ac:spMkLst>
            <pc:docMk/>
            <pc:sldMk cId="308970993" sldId="267"/>
            <ac:spMk id="3" creationId="{B683F609-1FD1-4BB4-AC79-87B5A42756CE}"/>
          </ac:spMkLst>
        </pc:spChg>
      </pc:sldChg>
    </pc:docChg>
  </pc:docChgLst>
  <pc:docChgLst>
    <pc:chgData name="Nishika Jayasinghe" userId="584091a1-66b3-44ed-a003-cefbf06ffda6" providerId="ADAL" clId="{3B7C46D5-15D3-419B-9083-AE6503F9169F}"/>
    <pc:docChg chg="custSel modSld">
      <pc:chgData name="Nishika Jayasinghe" userId="584091a1-66b3-44ed-a003-cefbf06ffda6" providerId="ADAL" clId="{3B7C46D5-15D3-419B-9083-AE6503F9169F}" dt="2025-05-05T01:22:18.202" v="776" actId="6549"/>
      <pc:docMkLst>
        <pc:docMk/>
      </pc:docMkLst>
      <pc:sldChg chg="modSp mod">
        <pc:chgData name="Nishika Jayasinghe" userId="584091a1-66b3-44ed-a003-cefbf06ffda6" providerId="ADAL" clId="{3B7C46D5-15D3-419B-9083-AE6503F9169F}" dt="2025-05-05T01:18:26.333" v="518" actId="20577"/>
        <pc:sldMkLst>
          <pc:docMk/>
          <pc:sldMk cId="2766708164" sldId="257"/>
        </pc:sldMkLst>
        <pc:spChg chg="mod">
          <ac:chgData name="Nishika Jayasinghe" userId="584091a1-66b3-44ed-a003-cefbf06ffda6" providerId="ADAL" clId="{3B7C46D5-15D3-419B-9083-AE6503F9169F}" dt="2025-04-27T21:57:20.734" v="11" actId="20577"/>
          <ac:spMkLst>
            <pc:docMk/>
            <pc:sldMk cId="2766708164" sldId="257"/>
            <ac:spMk id="2" creationId="{5DC5046B-02E2-EC3D-58CA-7834BF05C73C}"/>
          </ac:spMkLst>
        </pc:spChg>
        <pc:spChg chg="mod">
          <ac:chgData name="Nishika Jayasinghe" userId="584091a1-66b3-44ed-a003-cefbf06ffda6" providerId="ADAL" clId="{3B7C46D5-15D3-419B-9083-AE6503F9169F}" dt="2025-05-05T01:18:26.333" v="518" actId="20577"/>
          <ac:spMkLst>
            <pc:docMk/>
            <pc:sldMk cId="2766708164" sldId="257"/>
            <ac:spMk id="3" creationId="{439C29E2-2EF3-1CBC-5A22-7AA0F6515D61}"/>
          </ac:spMkLst>
        </pc:spChg>
      </pc:sldChg>
      <pc:sldChg chg="addSp delSp modSp mod">
        <pc:chgData name="Nishika Jayasinghe" userId="584091a1-66b3-44ed-a003-cefbf06ffda6" providerId="ADAL" clId="{3B7C46D5-15D3-419B-9083-AE6503F9169F}" dt="2025-04-27T22:19:11.873" v="510" actId="20577"/>
        <pc:sldMkLst>
          <pc:docMk/>
          <pc:sldMk cId="1527159665" sldId="265"/>
        </pc:sldMkLst>
        <pc:spChg chg="add mod">
          <ac:chgData name="Nishika Jayasinghe" userId="584091a1-66b3-44ed-a003-cefbf06ffda6" providerId="ADAL" clId="{3B7C46D5-15D3-419B-9083-AE6503F9169F}" dt="2025-04-27T22:19:11.873" v="510" actId="20577"/>
          <ac:spMkLst>
            <pc:docMk/>
            <pc:sldMk cId="1527159665" sldId="265"/>
            <ac:spMk id="7" creationId="{45754E79-BA17-D2B8-AAE7-739300F00205}"/>
          </ac:spMkLst>
        </pc:spChg>
        <pc:picChg chg="add mod">
          <ac:chgData name="Nishika Jayasinghe" userId="584091a1-66b3-44ed-a003-cefbf06ffda6" providerId="ADAL" clId="{3B7C46D5-15D3-419B-9083-AE6503F9169F}" dt="2025-04-27T22:06:53.529" v="470" actId="14100"/>
          <ac:picMkLst>
            <pc:docMk/>
            <pc:sldMk cId="1527159665" sldId="265"/>
            <ac:picMk id="9" creationId="{3F7C4703-F4CF-18A9-43E7-20C20B9D76F8}"/>
          </ac:picMkLst>
        </pc:picChg>
      </pc:sldChg>
      <pc:sldChg chg="modSp mod">
        <pc:chgData name="Nishika Jayasinghe" userId="584091a1-66b3-44ed-a003-cefbf06ffda6" providerId="ADAL" clId="{3B7C46D5-15D3-419B-9083-AE6503F9169F}" dt="2025-05-05T01:20:54.905" v="736" actId="313"/>
        <pc:sldMkLst>
          <pc:docMk/>
          <pc:sldMk cId="3493960422" sldId="266"/>
        </pc:sldMkLst>
        <pc:spChg chg="mod">
          <ac:chgData name="Nishika Jayasinghe" userId="584091a1-66b3-44ed-a003-cefbf06ffda6" providerId="ADAL" clId="{3B7C46D5-15D3-419B-9083-AE6503F9169F}" dt="2025-05-05T01:20:54.905" v="736" actId="313"/>
          <ac:spMkLst>
            <pc:docMk/>
            <pc:sldMk cId="3493960422" sldId="266"/>
            <ac:spMk id="3" creationId="{FC8B9D52-3DDA-2AAD-D66A-52F2F4BA3CFB}"/>
          </ac:spMkLst>
        </pc:spChg>
      </pc:sldChg>
      <pc:sldChg chg="modSp mod">
        <pc:chgData name="Nishika Jayasinghe" userId="584091a1-66b3-44ed-a003-cefbf06ffda6" providerId="ADAL" clId="{3B7C46D5-15D3-419B-9083-AE6503F9169F}" dt="2025-05-05T01:22:18.202" v="776" actId="6549"/>
        <pc:sldMkLst>
          <pc:docMk/>
          <pc:sldMk cId="308970993" sldId="267"/>
        </pc:sldMkLst>
        <pc:spChg chg="mod">
          <ac:chgData name="Nishika Jayasinghe" userId="584091a1-66b3-44ed-a003-cefbf06ffda6" providerId="ADAL" clId="{3B7C46D5-15D3-419B-9083-AE6503F9169F}" dt="2025-05-05T01:22:18.202" v="776" actId="6549"/>
          <ac:spMkLst>
            <pc:docMk/>
            <pc:sldMk cId="308970993" sldId="267"/>
            <ac:spMk id="3" creationId="{B683F609-1FD1-4BB4-AC79-87B5A42756C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D1EADE-8E88-4C7C-8AC5-FB148DE4940E}" type="datetime1">
              <a:rPr lang="en-US" smtClean="0"/>
              <a:t>5/5/2025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87E7843D-FF13-4365-9478-9625B70A2705}"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86533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5/5/2025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8419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5/5/2025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6210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5/5/2025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1771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5/5/2025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468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5/5/2025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66403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5/5/2025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19030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5/5/2025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16738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0BA65D8-0540-4835-AE5C-25D29DBA01BE}" type="datetime1">
              <a:rPr lang="en-US" smtClean="0"/>
              <a:t>5/5/2025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3957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5/5/2025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36843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5/5/2025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14060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31BA835-12AC-4E8F-955A-EA3F4DE2791F}" type="datetime1">
              <a:rPr lang="en-US" smtClean="0"/>
              <a:t>5/5/2025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7E7843D-FF13-4365-9478-9625B70A2705}"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459980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0D1173B-FBCA-4F2A-AB78-7DB51EC95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B08DCF8-02FA-4015-A96A-7F8A89EBC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13137F85-7E39-8E34-7826-90B0013ECA44}"/>
              </a:ext>
            </a:extLst>
          </p:cNvPr>
          <p:cNvSpPr>
            <a:spLocks noGrp="1"/>
          </p:cNvSpPr>
          <p:nvPr>
            <p:ph type="ctrTitle"/>
          </p:nvPr>
        </p:nvSpPr>
        <p:spPr>
          <a:xfrm>
            <a:off x="5770072" y="964769"/>
            <a:ext cx="4966432" cy="2376915"/>
          </a:xfrm>
        </p:spPr>
        <p:txBody>
          <a:bodyPr>
            <a:normAutofit/>
          </a:bodyPr>
          <a:lstStyle/>
          <a:p>
            <a:r>
              <a:rPr lang="en-US" sz="5400"/>
              <a:t>Business Intelligence</a:t>
            </a:r>
          </a:p>
        </p:txBody>
      </p:sp>
      <p:sp>
        <p:nvSpPr>
          <p:cNvPr id="3" name="Subtitle 2">
            <a:extLst>
              <a:ext uri="{FF2B5EF4-FFF2-40B4-BE49-F238E27FC236}">
                <a16:creationId xmlns:a16="http://schemas.microsoft.com/office/drawing/2014/main" id="{7454DC0B-7773-CBEC-F4C6-9969B4A38464}"/>
              </a:ext>
            </a:extLst>
          </p:cNvPr>
          <p:cNvSpPr>
            <a:spLocks noGrp="1"/>
          </p:cNvSpPr>
          <p:nvPr>
            <p:ph type="subTitle" idx="1"/>
          </p:nvPr>
        </p:nvSpPr>
        <p:spPr>
          <a:xfrm>
            <a:off x="5770074" y="3529159"/>
            <a:ext cx="4972063" cy="1612688"/>
          </a:xfrm>
        </p:spPr>
        <p:txBody>
          <a:bodyPr>
            <a:normAutofit/>
          </a:bodyPr>
          <a:lstStyle/>
          <a:p>
            <a:r>
              <a:rPr lang="en-US"/>
              <a:t>Nishika Jayasinghe</a:t>
            </a:r>
          </a:p>
        </p:txBody>
      </p:sp>
      <p:grpSp>
        <p:nvGrpSpPr>
          <p:cNvPr id="27" name="Group 26">
            <a:extLst>
              <a:ext uri="{FF2B5EF4-FFF2-40B4-BE49-F238E27FC236}">
                <a16:creationId xmlns:a16="http://schemas.microsoft.com/office/drawing/2014/main" id="{72EFD7EB-F887-4187-BD35-2F6584E9E0D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8" y="482171"/>
            <a:ext cx="4641751" cy="5149101"/>
            <a:chOff x="7463259" y="583365"/>
            <a:chExt cx="4641750" cy="5181928"/>
          </a:xfrm>
        </p:grpSpPr>
        <p:sp>
          <p:nvSpPr>
            <p:cNvPr id="28" name="Rectangle 27">
              <a:extLst>
                <a:ext uri="{FF2B5EF4-FFF2-40B4-BE49-F238E27FC236}">
                  <a16:creationId xmlns:a16="http://schemas.microsoft.com/office/drawing/2014/main" id="{D802ABCE-86EF-458C-B776-FBEE5B3ED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9" y="583365"/>
              <a:ext cx="464175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F257E23-BAFF-4E5A-9DCD-5EB001A2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8" y="915807"/>
              <a:ext cx="4001651"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30007242-98AA-75DF-5EEB-A1AA2789D57D}"/>
              </a:ext>
            </a:extLst>
          </p:cNvPr>
          <p:cNvPicPr>
            <a:picLocks noChangeAspect="1"/>
          </p:cNvPicPr>
          <p:nvPr/>
        </p:nvPicPr>
        <p:blipFill>
          <a:blip r:embed="rId2"/>
          <a:srcRect l="15215" r="15216" b="2"/>
          <a:stretch/>
        </p:blipFill>
        <p:spPr>
          <a:xfrm>
            <a:off x="1271223" y="1116345"/>
            <a:ext cx="3362141" cy="3866172"/>
          </a:xfrm>
          <a:prstGeom prst="rect">
            <a:avLst/>
          </a:prstGeom>
        </p:spPr>
      </p:pic>
      <p:cxnSp>
        <p:nvCxnSpPr>
          <p:cNvPr id="31" name="Straight Connector 30">
            <a:extLst>
              <a:ext uri="{FF2B5EF4-FFF2-40B4-BE49-F238E27FC236}">
                <a16:creationId xmlns:a16="http://schemas.microsoft.com/office/drawing/2014/main" id="{480890EC-EC50-46D3-879E-63EDF4D06C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70073" y="3526496"/>
            <a:ext cx="4959505"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33" name="Picture 32">
            <a:extLst>
              <a:ext uri="{FF2B5EF4-FFF2-40B4-BE49-F238E27FC236}">
                <a16:creationId xmlns:a16="http://schemas.microsoft.com/office/drawing/2014/main" id="{971F6991-E635-48F8-9309-D5A5C1ECBF2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5" name="Straight Connector 34">
            <a:extLst>
              <a:ext uri="{FF2B5EF4-FFF2-40B4-BE49-F238E27FC236}">
                <a16:creationId xmlns:a16="http://schemas.microsoft.com/office/drawing/2014/main" id="{3ACF2F98-1DF0-4594-9502-F2B79E7957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060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046B-02E2-EC3D-58CA-7834BF05C73C}"/>
              </a:ext>
            </a:extLst>
          </p:cNvPr>
          <p:cNvSpPr>
            <a:spLocks noGrp="1"/>
          </p:cNvSpPr>
          <p:nvPr>
            <p:ph type="title"/>
          </p:nvPr>
        </p:nvSpPr>
        <p:spPr/>
        <p:txBody>
          <a:bodyPr/>
          <a:lstStyle/>
          <a:p>
            <a:r>
              <a:rPr lang="en-US" dirty="0"/>
              <a:t>Week 2_Day_1_Big data</a:t>
            </a:r>
          </a:p>
        </p:txBody>
      </p:sp>
      <p:sp>
        <p:nvSpPr>
          <p:cNvPr id="3" name="Content Placeholder 2">
            <a:extLst>
              <a:ext uri="{FF2B5EF4-FFF2-40B4-BE49-F238E27FC236}">
                <a16:creationId xmlns:a16="http://schemas.microsoft.com/office/drawing/2014/main" id="{439C29E2-2EF3-1CBC-5A22-7AA0F6515D61}"/>
              </a:ext>
            </a:extLst>
          </p:cNvPr>
          <p:cNvSpPr>
            <a:spLocks noGrp="1"/>
          </p:cNvSpPr>
          <p:nvPr>
            <p:ph idx="1"/>
          </p:nvPr>
        </p:nvSpPr>
        <p:spPr/>
        <p:txBody>
          <a:bodyPr/>
          <a:lstStyle/>
          <a:p>
            <a:r>
              <a:rPr lang="en-US" dirty="0"/>
              <a:t>Welcome</a:t>
            </a:r>
          </a:p>
          <a:p>
            <a:r>
              <a:rPr lang="en-US" dirty="0"/>
              <a:t>Topic 1 </a:t>
            </a:r>
            <a:r>
              <a:rPr lang="en-US" dirty="0" err="1"/>
              <a:t>discussion_What</a:t>
            </a:r>
            <a:r>
              <a:rPr lang="en-US" dirty="0"/>
              <a:t> is Big data?</a:t>
            </a:r>
          </a:p>
          <a:p>
            <a:r>
              <a:rPr lang="en-US" dirty="0"/>
              <a:t>Activity based on the teaching </a:t>
            </a:r>
          </a:p>
          <a:p>
            <a:r>
              <a:rPr lang="en-US" dirty="0"/>
              <a:t>Assessment 1 discussion </a:t>
            </a:r>
          </a:p>
          <a:p>
            <a:r>
              <a:rPr lang="en-US" dirty="0"/>
              <a:t>Activity to find data, business intelligence tools and techniques for the assessment</a:t>
            </a:r>
          </a:p>
        </p:txBody>
      </p:sp>
    </p:spTree>
    <p:extLst>
      <p:ext uri="{BB962C8B-B14F-4D97-AF65-F5344CB8AC3E}">
        <p14:creationId xmlns:p14="http://schemas.microsoft.com/office/powerpoint/2010/main" val="2766708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5AE4D-8205-03BF-28BB-79D07A587595}"/>
              </a:ext>
            </a:extLst>
          </p:cNvPr>
          <p:cNvSpPr>
            <a:spLocks noGrp="1"/>
          </p:cNvSpPr>
          <p:nvPr>
            <p:ph type="title"/>
          </p:nvPr>
        </p:nvSpPr>
        <p:spPr/>
        <p:txBody>
          <a:bodyPr/>
          <a:lstStyle/>
          <a:p>
            <a:r>
              <a:rPr lang="en-US" dirty="0"/>
              <a:t>Activity based on the teaching</a:t>
            </a:r>
          </a:p>
        </p:txBody>
      </p:sp>
      <p:sp>
        <p:nvSpPr>
          <p:cNvPr id="3" name="Content Placeholder 2">
            <a:extLst>
              <a:ext uri="{FF2B5EF4-FFF2-40B4-BE49-F238E27FC236}">
                <a16:creationId xmlns:a16="http://schemas.microsoft.com/office/drawing/2014/main" id="{FC8B9D52-3DDA-2AAD-D66A-52F2F4BA3CFB}"/>
              </a:ext>
            </a:extLst>
          </p:cNvPr>
          <p:cNvSpPr>
            <a:spLocks noGrp="1"/>
          </p:cNvSpPr>
          <p:nvPr>
            <p:ph idx="1"/>
          </p:nvPr>
        </p:nvSpPr>
        <p:spPr/>
        <p:txBody>
          <a:bodyPr>
            <a:normAutofit/>
          </a:bodyPr>
          <a:lstStyle/>
          <a:p>
            <a:r>
              <a:rPr lang="en-US" sz="1800" b="1" dirty="0">
                <a:effectLst/>
                <a:latin typeface="Aptos" panose="020B0004020202020204" pitchFamily="34" charset="0"/>
                <a:ea typeface="Times New Roman" panose="02020603050405020304" pitchFamily="18" charset="0"/>
                <a:cs typeface="Times New Roman" panose="02020603050405020304" pitchFamily="18" charset="0"/>
              </a:rPr>
              <a:t> </a:t>
            </a:r>
            <a:r>
              <a:rPr lang="en-US" dirty="0"/>
              <a:t>Choose one topic from the list in slide no 19 </a:t>
            </a:r>
          </a:p>
          <a:p>
            <a:r>
              <a:rPr lang="en-US" dirty="0"/>
              <a:t>Open the related link.</a:t>
            </a:r>
          </a:p>
          <a:p>
            <a:r>
              <a:rPr lang="en-US" dirty="0"/>
              <a:t>You need to read the information on the web page</a:t>
            </a:r>
          </a:p>
          <a:p>
            <a:r>
              <a:rPr lang="en-US" dirty="0"/>
              <a:t>Discuss how Big data applies in today’s world.</a:t>
            </a:r>
          </a:p>
          <a:p>
            <a:r>
              <a:rPr lang="en-US" dirty="0"/>
              <a:t>Do it individually and discuss within your group </a:t>
            </a:r>
          </a:p>
          <a:p>
            <a:r>
              <a:rPr lang="en-US" dirty="0"/>
              <a:t>Your final outcomes should be available on the whiteboard - as a group</a:t>
            </a:r>
          </a:p>
        </p:txBody>
      </p:sp>
    </p:spTree>
    <p:extLst>
      <p:ext uri="{BB962C8B-B14F-4D97-AF65-F5344CB8AC3E}">
        <p14:creationId xmlns:p14="http://schemas.microsoft.com/office/powerpoint/2010/main" val="3493960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00505-134E-FE15-1C23-4EAD0E67612A}"/>
              </a:ext>
            </a:extLst>
          </p:cNvPr>
          <p:cNvSpPr>
            <a:spLocks noGrp="1"/>
          </p:cNvSpPr>
          <p:nvPr>
            <p:ph type="title"/>
          </p:nvPr>
        </p:nvSpPr>
        <p:spPr/>
        <p:txBody>
          <a:bodyPr/>
          <a:lstStyle/>
          <a:p>
            <a:r>
              <a:rPr lang="en-US" dirty="0"/>
              <a:t>Assessment 1_discussion</a:t>
            </a:r>
          </a:p>
        </p:txBody>
      </p:sp>
      <p:sp>
        <p:nvSpPr>
          <p:cNvPr id="3" name="Content Placeholder 2">
            <a:extLst>
              <a:ext uri="{FF2B5EF4-FFF2-40B4-BE49-F238E27FC236}">
                <a16:creationId xmlns:a16="http://schemas.microsoft.com/office/drawing/2014/main" id="{B683F609-1FD1-4BB4-AC79-87B5A42756CE}"/>
              </a:ext>
            </a:extLst>
          </p:cNvPr>
          <p:cNvSpPr>
            <a:spLocks noGrp="1"/>
          </p:cNvSpPr>
          <p:nvPr>
            <p:ph idx="1"/>
          </p:nvPr>
        </p:nvSpPr>
        <p:spPr/>
        <p:txBody>
          <a:bodyPr/>
          <a:lstStyle/>
          <a:p>
            <a:r>
              <a:rPr lang="en-US" dirty="0"/>
              <a:t>Identify three business requirements</a:t>
            </a:r>
          </a:p>
          <a:p>
            <a:r>
              <a:rPr lang="en-US" dirty="0"/>
              <a:t>To identify three business requirements students, need to do small research around the chosen business and they could find case studies of the business if not they can find similar business cases in the other businesses in the industry as well</a:t>
            </a:r>
          </a:p>
          <a:p>
            <a:r>
              <a:rPr lang="en-US" dirty="0"/>
              <a:t>You can incorporate what you have learned from the previous activity</a:t>
            </a:r>
          </a:p>
          <a:p>
            <a:r>
              <a:rPr lang="en-US" dirty="0"/>
              <a:t>Identify data need for each </a:t>
            </a:r>
            <a:r>
              <a:rPr lang="en-US"/>
              <a:t>business problem, link </a:t>
            </a:r>
            <a:r>
              <a:rPr lang="en-US" dirty="0"/>
              <a:t>different BI tools and techniques to address the business requirements</a:t>
            </a:r>
          </a:p>
        </p:txBody>
      </p:sp>
    </p:spTree>
    <p:extLst>
      <p:ext uri="{BB962C8B-B14F-4D97-AF65-F5344CB8AC3E}">
        <p14:creationId xmlns:p14="http://schemas.microsoft.com/office/powerpoint/2010/main" val="308970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34D17-F7B1-CAE1-AA66-0D5FA6CB367C}"/>
              </a:ext>
            </a:extLst>
          </p:cNvPr>
          <p:cNvSpPr>
            <a:spLocks noGrp="1"/>
          </p:cNvSpPr>
          <p:nvPr>
            <p:ph type="title"/>
          </p:nvPr>
        </p:nvSpPr>
        <p:spPr/>
        <p:txBody>
          <a:bodyPr/>
          <a:lstStyle/>
          <a:p>
            <a:r>
              <a:rPr lang="en-US" dirty="0"/>
              <a:t>Homework</a:t>
            </a:r>
          </a:p>
        </p:txBody>
      </p:sp>
      <p:sp>
        <p:nvSpPr>
          <p:cNvPr id="7" name="Content Placeholder 6">
            <a:extLst>
              <a:ext uri="{FF2B5EF4-FFF2-40B4-BE49-F238E27FC236}">
                <a16:creationId xmlns:a16="http://schemas.microsoft.com/office/drawing/2014/main" id="{45754E79-BA17-D2B8-AAE7-739300F00205}"/>
              </a:ext>
            </a:extLst>
          </p:cNvPr>
          <p:cNvSpPr>
            <a:spLocks noGrp="1"/>
          </p:cNvSpPr>
          <p:nvPr>
            <p:ph idx="1"/>
          </p:nvPr>
        </p:nvSpPr>
        <p:spPr/>
        <p:txBody>
          <a:bodyPr/>
          <a:lstStyle/>
          <a:p>
            <a:r>
              <a:rPr lang="en-US" dirty="0"/>
              <a:t>Read the articles in module 2 and summaries them by week </a:t>
            </a:r>
            <a:r>
              <a:rPr lang="en-US"/>
              <a:t>3 Tuesday. </a:t>
            </a:r>
            <a:r>
              <a:rPr lang="en-US" dirty="0"/>
              <a:t>These articles help and guide you to complete the assessment 1- See the below screenshot to know what articles you need to read in the Moodle</a:t>
            </a:r>
          </a:p>
          <a:p>
            <a:endParaRPr lang="en-US" dirty="0"/>
          </a:p>
          <a:p>
            <a:pPr marL="0" indent="0">
              <a:buNone/>
            </a:pPr>
            <a:endParaRPr lang="en-US" dirty="0"/>
          </a:p>
        </p:txBody>
      </p:sp>
      <p:pic>
        <p:nvPicPr>
          <p:cNvPr id="9" name="Picture 8">
            <a:extLst>
              <a:ext uri="{FF2B5EF4-FFF2-40B4-BE49-F238E27FC236}">
                <a16:creationId xmlns:a16="http://schemas.microsoft.com/office/drawing/2014/main" id="{3F7C4703-F4CF-18A9-43E7-20C20B9D76F8}"/>
              </a:ext>
            </a:extLst>
          </p:cNvPr>
          <p:cNvPicPr>
            <a:picLocks noChangeAspect="1"/>
          </p:cNvPicPr>
          <p:nvPr/>
        </p:nvPicPr>
        <p:blipFill>
          <a:blip r:embed="rId2"/>
          <a:stretch>
            <a:fillRect/>
          </a:stretch>
        </p:blipFill>
        <p:spPr>
          <a:xfrm>
            <a:off x="2342626" y="3278719"/>
            <a:ext cx="5010674" cy="2222256"/>
          </a:xfrm>
          <a:prstGeom prst="rect">
            <a:avLst/>
          </a:prstGeom>
        </p:spPr>
      </p:pic>
    </p:spTree>
    <p:extLst>
      <p:ext uri="{BB962C8B-B14F-4D97-AF65-F5344CB8AC3E}">
        <p14:creationId xmlns:p14="http://schemas.microsoft.com/office/powerpoint/2010/main" val="152715966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745118A9622149A790377BFABE5B8A" ma:contentTypeVersion="3" ma:contentTypeDescription="Create a new document." ma:contentTypeScope="" ma:versionID="0bc7418c73574b25ee8185ea5b819859">
  <xsd:schema xmlns:xsd="http://www.w3.org/2001/XMLSchema" xmlns:xs="http://www.w3.org/2001/XMLSchema" xmlns:p="http://schemas.microsoft.com/office/2006/metadata/properties" xmlns:ns2="d72b7a45-be93-4df5-ba42-beaf4feb3dda" targetNamespace="http://schemas.microsoft.com/office/2006/metadata/properties" ma:root="true" ma:fieldsID="091d8e3fa9d3db05dd827e22921cf93b" ns2:_="">
    <xsd:import namespace="d72b7a45-be93-4df5-ba42-beaf4feb3dd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2b7a45-be93-4df5-ba42-beaf4feb3d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1004E2F-E892-4D85-B874-D1A3DE732BC4}"/>
</file>

<file path=customXml/itemProps2.xml><?xml version="1.0" encoding="utf-8"?>
<ds:datastoreItem xmlns:ds="http://schemas.openxmlformats.org/officeDocument/2006/customXml" ds:itemID="{7E5D15C2-2564-44F8-B460-19338E6F4E88}"/>
</file>

<file path=customXml/itemProps3.xml><?xml version="1.0" encoding="utf-8"?>
<ds:datastoreItem xmlns:ds="http://schemas.openxmlformats.org/officeDocument/2006/customXml" ds:itemID="{5C1D674F-B46E-4AFB-BFB9-6DFAB9C687CE}"/>
</file>

<file path=docProps/app.xml><?xml version="1.0" encoding="utf-8"?>
<Properties xmlns="http://schemas.openxmlformats.org/officeDocument/2006/extended-properties" xmlns:vt="http://schemas.openxmlformats.org/officeDocument/2006/docPropsVTypes">
  <Template>Gallery</Template>
  <TotalTime>83</TotalTime>
  <Words>226</Words>
  <Application>Microsoft Office PowerPoint</Application>
  <PresentationFormat>Widescreen</PresentationFormat>
  <Paragraphs>22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Gill Sans MT</vt:lpstr>
      <vt:lpstr>Gallery</vt:lpstr>
      <vt:lpstr>Business Intelligence</vt:lpstr>
      <vt:lpstr>Week 2_Day_1_Big data</vt:lpstr>
      <vt:lpstr>Activity based on the teaching</vt:lpstr>
      <vt:lpstr>Assessment 1_discussion</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Nishika Jayasinghe</dc:creator>
  <cp:lastModifiedBy>Nishika Jayasinghe</cp:lastModifiedBy>
  <cp:revision>1</cp:revision>
  <dcterms:created xsi:type="dcterms:W3CDTF">2025-04-27T11:22:21Z</dcterms:created>
  <dcterms:modified xsi:type="dcterms:W3CDTF">2025-05-05T01:22:21Z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0x010100EA745118A9622149A790377BFABE5B8A</vt:lpwstr>
  </property>
</Properties>
</file>