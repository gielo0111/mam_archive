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9" r:id="rId2"/>
    <p:sldId id="256" r:id="rId3"/>
    <p:sldId id="257" r:id="rId4"/>
    <p:sldId id="258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533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198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10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771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686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403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30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738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0BA65D8-0540-4835-AE5C-25D29DBA01BE}" type="datetime1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957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843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06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599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terbury.ac.nz/study/study-support-info/citations-and-referencing/apa-style" TargetMode="External"/><Relationship Id="rId2" Type="http://schemas.openxmlformats.org/officeDocument/2006/relationships/hyperlink" Target="https://aut.ac.nz.libguides.com/APA7th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udentsupport.op.ac.nz/assets/Uploads/files/APA-7th-updated-quick-guide-2024.pd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oodle.futureskills.co.nz/mod/resource/view.php?id=74143" TargetMode="External"/><Relationship Id="rId2" Type="http://schemas.openxmlformats.org/officeDocument/2006/relationships/hyperlink" Target="https://moodle.futureskills.co.nz/mod/resource/view.php?id=7097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est Emoticon Neutral Royalty-Free ...">
            <a:extLst>
              <a:ext uri="{FF2B5EF4-FFF2-40B4-BE49-F238E27FC236}">
                <a16:creationId xmlns:a16="http://schemas.microsoft.com/office/drawing/2014/main" id="{919F503F-901F-A576-1A20-721CD7F7A8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69"/>
          <a:stretch/>
        </p:blipFill>
        <p:spPr>
          <a:xfrm>
            <a:off x="1794894" y="1545336"/>
            <a:ext cx="7797162" cy="298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27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0D1173B-FBCA-4F2A-AB78-7DB51EC95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08DCF8-02FA-4015-A96A-7F8A89EBC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37F85-7E39-8E34-7826-90B0013EC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0072" y="964769"/>
            <a:ext cx="4966432" cy="2376915"/>
          </a:xfrm>
        </p:spPr>
        <p:txBody>
          <a:bodyPr>
            <a:normAutofit/>
          </a:bodyPr>
          <a:lstStyle/>
          <a:p>
            <a:r>
              <a:rPr lang="en-US" sz="5400"/>
              <a:t>Business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4DC0B-7773-CBEC-F4C6-9969B4A384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0074" y="3529159"/>
            <a:ext cx="4972063" cy="1612688"/>
          </a:xfrm>
        </p:spPr>
        <p:txBody>
          <a:bodyPr>
            <a:normAutofit/>
          </a:bodyPr>
          <a:lstStyle/>
          <a:p>
            <a:r>
              <a:rPr lang="en-US"/>
              <a:t>Nishika Jayasinghe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2EFD7EB-F887-4187-BD35-2F6584E9E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8" y="482171"/>
            <a:ext cx="4641751" cy="5149101"/>
            <a:chOff x="7463259" y="583365"/>
            <a:chExt cx="4641750" cy="518192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802ABCE-86EF-458C-B776-FBEE5B3ED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9" y="583365"/>
              <a:ext cx="4641750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F257E23-BAFF-4E5A-9DCD-5EB001A23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8" y="915807"/>
              <a:ext cx="4001651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30007242-98AA-75DF-5EEB-A1AA2789D5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15" r="15216" b="2"/>
          <a:stretch/>
        </p:blipFill>
        <p:spPr>
          <a:xfrm>
            <a:off x="1271223" y="1116345"/>
            <a:ext cx="3362141" cy="3866172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80890EC-EC50-46D3-879E-63EDF4D06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70073" y="3526496"/>
            <a:ext cx="495950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971F6991-E635-48F8-9309-D5A5C1ECB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ACF2F98-1DF0-4594-9502-F2B79E795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60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046B-02E2-EC3D-58CA-7834BF05C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1_Day_1_Introduction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C29E2-2EF3-1CBC-5A22-7AA0F6515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Welcome</a:t>
            </a:r>
          </a:p>
          <a:p>
            <a:r>
              <a:rPr lang="en-US" dirty="0"/>
              <a:t>Introduce Class Contract</a:t>
            </a:r>
          </a:p>
          <a:p>
            <a:r>
              <a:rPr lang="en-US" dirty="0"/>
              <a:t>Attendance Marking</a:t>
            </a:r>
          </a:p>
          <a:p>
            <a:r>
              <a:rPr lang="en-US" dirty="0"/>
              <a:t>Course Introduction</a:t>
            </a:r>
          </a:p>
          <a:p>
            <a:r>
              <a:rPr lang="en-US" dirty="0"/>
              <a:t>Activity </a:t>
            </a:r>
          </a:p>
          <a:p>
            <a:r>
              <a:rPr lang="en-US" dirty="0"/>
              <a:t>Introduce Assessments</a:t>
            </a:r>
          </a:p>
        </p:txBody>
      </p:sp>
    </p:spTree>
    <p:extLst>
      <p:ext uri="{BB962C8B-B14F-4D97-AF65-F5344CB8AC3E}">
        <p14:creationId xmlns:p14="http://schemas.microsoft.com/office/powerpoint/2010/main" val="2766708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C1AB5-AC92-5781-8A5C-405CFC4F2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contract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8AF8A-2965-838E-F676-7C35EB9F2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Attendance</a:t>
            </a:r>
          </a:p>
          <a:p>
            <a:r>
              <a:rPr lang="en-US" dirty="0"/>
              <a:t>Class starting time</a:t>
            </a:r>
          </a:p>
          <a:p>
            <a:r>
              <a:rPr lang="en-US" dirty="0"/>
              <a:t>Class finishing time</a:t>
            </a:r>
          </a:p>
          <a:p>
            <a:r>
              <a:rPr lang="en-US" dirty="0"/>
              <a:t>Assessment draft feedback and submissions</a:t>
            </a:r>
          </a:p>
          <a:p>
            <a:r>
              <a:rPr lang="en-US" dirty="0"/>
              <a:t>AI use and similarity score</a:t>
            </a:r>
          </a:p>
          <a:p>
            <a:r>
              <a:rPr lang="en-US" dirty="0"/>
              <a:t>APA referencing and use of articles for assessment writing</a:t>
            </a:r>
          </a:p>
          <a:p>
            <a:r>
              <a:rPr lang="en-US" dirty="0"/>
              <a:t>Writing assessments- use of proxy writer or use of AI for writing assessments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435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50427-9AA2-BB18-8F6D-22781B161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779" y="113278"/>
            <a:ext cx="9603275" cy="1049235"/>
          </a:xfrm>
        </p:spPr>
        <p:txBody>
          <a:bodyPr/>
          <a:lstStyle/>
          <a:p>
            <a:r>
              <a:rPr lang="en-US" dirty="0"/>
              <a:t>Course Introduction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DE3B93-324F-2D6F-636F-836C1BD14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323975"/>
            <a:ext cx="7553325" cy="463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768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AB400-D3B7-2741-F67C-E65BA08D2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Activity-</a:t>
            </a: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"Data Detective" Challenge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F83C6-0ACC-98B8-56BF-F03E82076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You need to write down the following data into the paper individually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/>
              <a:t>Name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/>
              <a:t>Favorite app or website they use daily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/>
              <a:t>One skill they want to learn in this course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/>
              <a:t>Preferred way of learning (e.g., videos, reading, hands-on)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/>
              <a:t>One random fact about themselves (fun "metadata")</a:t>
            </a:r>
          </a:p>
          <a:p>
            <a:r>
              <a:rPr lang="en-US" dirty="0"/>
              <a:t>Make three-member group and you need to</a:t>
            </a:r>
          </a:p>
          <a:p>
            <a:pPr lvl="1"/>
            <a:r>
              <a:rPr lang="en-US" sz="2000" dirty="0"/>
              <a:t>Share your data</a:t>
            </a:r>
          </a:p>
          <a:p>
            <a:pPr lvl="1"/>
            <a:r>
              <a:rPr lang="en-US" sz="2000" dirty="0"/>
              <a:t>Identify trends and categories (e.g., most popular apps, common goals, learning styles)</a:t>
            </a:r>
          </a:p>
          <a:p>
            <a:pPr lvl="1"/>
            <a:r>
              <a:rPr lang="en-US" sz="2000" dirty="0"/>
              <a:t>Come up with one insight or visualization idea (e.g., “70% of our group prefers hands-on learning”)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980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5565-9A9E-BC5C-75EA-8F4C69AF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Activity-</a:t>
            </a:r>
            <a:r>
              <a:rPr lang="en-US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"Data Detective" Challenge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1DB35-7756-F9F9-CE5C-EAC491F15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 your findings</a:t>
            </a: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interesting </a:t>
            </a: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"business insight"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they derived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Sketch a basic </a:t>
            </a: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 chart or pie chart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the board or paper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SzPts val="1000"/>
              <a:buNone/>
              <a:tabLst>
                <a:tab pos="457200" algn="l"/>
              </a:tabLst>
            </a:pPr>
            <a:endParaRPr lang="en-US" sz="16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57200" algn="l"/>
              </a:tabLst>
            </a:pPr>
            <a:r>
              <a:rPr lang="en-US" sz="2800" dirty="0"/>
              <a:t>What did you learn????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551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AF167-EEAB-FD6E-4824-D684277AC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APA referencing and use of articles for assessments writing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3BF4-5386-8DC1-AEF7-0D9C8CE76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https://aut.ac.nz.libguides.com/APA7th</a:t>
            </a:r>
            <a:endParaRPr lang="en-US" dirty="0"/>
          </a:p>
          <a:p>
            <a:r>
              <a:rPr lang="en-US" dirty="0">
                <a:hlinkClick r:id="rId3"/>
              </a:rPr>
              <a:t>https://www.canterbury.ac.nz/study/study-support-info/citations-and-referencing/apa-style</a:t>
            </a:r>
            <a:endParaRPr lang="en-US" dirty="0"/>
          </a:p>
          <a:p>
            <a:r>
              <a:rPr lang="en-US" dirty="0">
                <a:hlinkClick r:id="rId4"/>
              </a:rPr>
              <a:t>https://studentsupport.op.ac.nz/assets/Uploads/files/APA-7th-updated-quick-guide-2024.pdf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131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34D17-F7B1-CAE1-AA66-0D5FA6CB3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A0F3E-9C6C-6070-E218-F34C8A6E9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Read the following articles – Useful for writing assessment 1 and 2. Complete your work by Tuesday week 2.  You need to make a summary of these articles.</a:t>
            </a:r>
          </a:p>
          <a:p>
            <a:r>
              <a:rPr lang="en-US" dirty="0">
                <a:hlinkClick r:id="rId2"/>
              </a:rPr>
              <a:t>https://moodle.futureskills.co.nz/mod/resource/view.php?id=70977</a:t>
            </a:r>
            <a:endParaRPr lang="en-US" dirty="0"/>
          </a:p>
          <a:p>
            <a:r>
              <a:rPr lang="en-US" dirty="0">
                <a:hlinkClick r:id="rId3"/>
              </a:rPr>
              <a:t>https://moodle.futureskills.co.nz/mod/resource/view.php?id=74143</a:t>
            </a:r>
            <a:endParaRPr lang="en-US" dirty="0"/>
          </a:p>
          <a:p>
            <a:r>
              <a:rPr lang="en-US" dirty="0"/>
              <a:t>https://moodle.futureskills.co.nz/mod/resource/view.php?id=74139</a:t>
            </a:r>
          </a:p>
        </p:txBody>
      </p:sp>
    </p:spTree>
    <p:extLst>
      <p:ext uri="{BB962C8B-B14F-4D97-AF65-F5344CB8AC3E}">
        <p14:creationId xmlns:p14="http://schemas.microsoft.com/office/powerpoint/2010/main" val="152715966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745118A9622149A790377BFABE5B8A" ma:contentTypeVersion="0" ma:contentTypeDescription="Create a new document." ma:contentTypeScope="" ma:versionID="1feac92562e8ac40f0fa7602f76047b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8C1C7B-D4C3-467D-98C5-CB79B2EE99A3}"/>
</file>

<file path=customXml/itemProps2.xml><?xml version="1.0" encoding="utf-8"?>
<ds:datastoreItem xmlns:ds="http://schemas.openxmlformats.org/officeDocument/2006/customXml" ds:itemID="{A2BBB810-919A-4487-A85E-55DDD8E790D3}"/>
</file>

<file path=customXml/itemProps3.xml><?xml version="1.0" encoding="utf-8"?>
<ds:datastoreItem xmlns:ds="http://schemas.openxmlformats.org/officeDocument/2006/customXml" ds:itemID="{0830C086-D10E-4251-A6B5-4B4353DC86A0}"/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58</TotalTime>
  <Words>372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Gill Sans MT</vt:lpstr>
      <vt:lpstr>Symbol</vt:lpstr>
      <vt:lpstr>Times New Roman</vt:lpstr>
      <vt:lpstr>Gallery</vt:lpstr>
      <vt:lpstr>PowerPoint Presentation</vt:lpstr>
      <vt:lpstr>Business Intelligence</vt:lpstr>
      <vt:lpstr>Week 1_Day_1_Introduction</vt:lpstr>
      <vt:lpstr>Class contract</vt:lpstr>
      <vt:lpstr>Course Introduction </vt:lpstr>
      <vt:lpstr>Activity-"Data Detective" Challenge </vt:lpstr>
      <vt:lpstr>Activity-"Data Detective" Challenge </vt:lpstr>
      <vt:lpstr>APA referencing and use of articles for assessments writing 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Nishika Jayasinghe</dc:creator>
  <cp:lastModifiedBy>Nishika Jayasinghe</cp:lastModifiedBy>
  <cp:revision>1</cp:revision>
  <dcterms:created xsi:type="dcterms:W3CDTF">2025-04-27T11:22:21Z</dcterms:created>
  <dcterms:modified xsi:type="dcterms:W3CDTF">2025-04-27T12:20:27Z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0x010100EA745118A9622149A790377BFABE5B8A</vt:lpwstr>
  </property>
</Properties>
</file>