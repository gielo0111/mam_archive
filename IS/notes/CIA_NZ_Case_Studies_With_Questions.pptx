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D4D4F6-0D50-458F-A761-47C7476F7718}" v="26" dt="2026-02-09T06:30:49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52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case reflects confidentiality risks in NZ tertiary institutions and aligns with obligations under the Privacy Act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case highlights how social engineering threatens confidentiality in NZ financial institutions.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Payroll integrity failures undermine trust and compliance with employment obligations.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Healthcare systems prioritise integrity due to patient safety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Availability failures translate directly into revenue loss for online retailers.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Transport system outages escalate quickly due to safety and operational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Ransomware demonstrates simultaneous compromise of confidentiality, integrity, and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Case Study 1: NZ Tertiary Student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1771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Sector: New Zealand tertiary education provider</a:t>
            </a:r>
          </a:p>
          <a:p>
            <a:r>
              <a:rPr dirty="0"/>
              <a:t>Asset: Student grades, IDs, personal details</a:t>
            </a:r>
          </a:p>
          <a:p>
            <a:r>
              <a:rPr dirty="0"/>
              <a:t>Controls: Role-based access, authentication</a:t>
            </a:r>
          </a:p>
          <a:p>
            <a:r>
              <a:rPr dirty="0"/>
              <a:t>Failure: Accidental disclosure via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1934"/>
            <a:ext cx="63860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Assessment Focus:</a:t>
            </a:r>
          </a:p>
          <a:p>
            <a:r>
              <a:rPr dirty="0"/>
              <a:t>Which CIA principle is primarily impacted? Justify your answer.</a:t>
            </a:r>
          </a:p>
          <a:p>
            <a:r>
              <a:rPr dirty="0"/>
              <a:t>Is this failure more likely due to people, process, or technology?</a:t>
            </a:r>
          </a:p>
          <a:p>
            <a:r>
              <a:rPr dirty="0"/>
              <a:t>What organisational control would best reduce this risk?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Study 2: NZ Banking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6591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Sector: New Zealand retail bank</a:t>
            </a:r>
          </a:p>
          <a:p>
            <a:r>
              <a:rPr dirty="0"/>
              <a:t>Asset: Customer account and transaction data</a:t>
            </a:r>
          </a:p>
          <a:p>
            <a:r>
              <a:rPr dirty="0"/>
              <a:t>Controls: Encryption, multi-factor authentication</a:t>
            </a:r>
          </a:p>
          <a:p>
            <a:r>
              <a:rPr dirty="0"/>
              <a:t>Threat: Phishing and credential compromise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6523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Assessment Focus:</a:t>
            </a:r>
          </a:p>
          <a:p>
            <a:r>
              <a:t>Why is confidentiality critical in the banking sector?</a:t>
            </a:r>
          </a:p>
          <a:p>
            <a:r>
              <a:t>Which CIA dimension would regulators be most concerned with?</a:t>
            </a:r>
          </a:p>
          <a:p>
            <a:r>
              <a:t>How does social engineering bypass technical controls?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Case Study 3: Payroll in NZ </a:t>
            </a:r>
            <a:r>
              <a:rPr dirty="0" err="1"/>
              <a:t>Organisations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567" y="1289246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Sector: NZ public or private employer</a:t>
            </a:r>
          </a:p>
          <a:p>
            <a:r>
              <a:rPr dirty="0"/>
              <a:t>Asset: Payroll, tax, and KiwiSaver data</a:t>
            </a:r>
          </a:p>
          <a:p>
            <a:r>
              <a:rPr dirty="0"/>
              <a:t>Controls: Validation rules, audit trails</a:t>
            </a:r>
          </a:p>
          <a:p>
            <a:r>
              <a:rPr dirty="0"/>
              <a:t>Failure: Data corruption or injection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7573"/>
            <a:ext cx="637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Assessment Focus:</a:t>
            </a:r>
          </a:p>
          <a:p>
            <a:r>
              <a:rPr dirty="0"/>
              <a:t>Why is integrity more important than confidentiality in this case?</a:t>
            </a:r>
          </a:p>
          <a:p>
            <a:r>
              <a:rPr dirty="0"/>
              <a:t>What business impacts result from integrity failure?</a:t>
            </a:r>
          </a:p>
          <a:p>
            <a:r>
              <a:rPr dirty="0"/>
              <a:t>How could this issue remain undetected for a long period?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Case Study 4: NZ Healthcare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4627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Sector: </a:t>
            </a:r>
            <a:r>
              <a:rPr dirty="0" err="1"/>
              <a:t>Te</a:t>
            </a:r>
            <a:r>
              <a:rPr dirty="0"/>
              <a:t> Whatu Ora / healthcare provider</a:t>
            </a:r>
          </a:p>
          <a:p>
            <a:r>
              <a:rPr dirty="0"/>
              <a:t>Asset: Patient medical records</a:t>
            </a:r>
          </a:p>
          <a:p>
            <a:r>
              <a:rPr dirty="0"/>
              <a:t>Controls: Change control, clinical validation</a:t>
            </a:r>
          </a:p>
          <a:p>
            <a:r>
              <a:rPr dirty="0"/>
              <a:t>Failure: Incorrect data modification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63073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Assessment Focus:</a:t>
            </a:r>
          </a:p>
          <a:p>
            <a:r>
              <a:rPr dirty="0"/>
              <a:t>Why is integrity critical in healthcare environments?</a:t>
            </a:r>
          </a:p>
          <a:p>
            <a:r>
              <a:rPr dirty="0"/>
              <a:t>Which CIA failure could lead to physical harm?</a:t>
            </a:r>
          </a:p>
          <a:p>
            <a:r>
              <a:rPr dirty="0"/>
              <a:t>What governance controls are required beyond technology?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Study 5: NZ Online Retail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Sector: NZ e-commerce organisation</a:t>
            </a:r>
          </a:p>
          <a:p>
            <a:r>
              <a:rPr dirty="0"/>
              <a:t>Asset: Online sales platform</a:t>
            </a:r>
          </a:p>
          <a:p>
            <a:r>
              <a:rPr dirty="0"/>
              <a:t>Controls: Load balancing, cloud redundancy</a:t>
            </a:r>
          </a:p>
          <a:p>
            <a:r>
              <a:rPr dirty="0"/>
              <a:t>Threat: DDoS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72208"/>
            <a:ext cx="63081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Assessment Focus:</a:t>
            </a:r>
          </a:p>
          <a:p>
            <a:r>
              <a:rPr dirty="0"/>
              <a:t>Why does availability failure have immediate business impact?</a:t>
            </a:r>
          </a:p>
          <a:p>
            <a:r>
              <a:rPr dirty="0"/>
              <a:t>Which CIA principle would executives notice first?</a:t>
            </a:r>
          </a:p>
          <a:p>
            <a:r>
              <a:rPr dirty="0"/>
              <a:t>What controls could improve resilience?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Case Study 6: NZ Transport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599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Sector: NZ airline or public transport operator</a:t>
            </a:r>
          </a:p>
          <a:p>
            <a:r>
              <a:rPr dirty="0"/>
              <a:t>Asset: Booking and scheduling systems</a:t>
            </a:r>
          </a:p>
          <a:p>
            <a:r>
              <a:rPr dirty="0"/>
              <a:t>Controls: Disaster recovery, backup systems</a:t>
            </a:r>
          </a:p>
          <a:p>
            <a:r>
              <a:rPr dirty="0"/>
              <a:t>Failure: Power or system 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53836"/>
            <a:ext cx="6258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Assessment Focus:</a:t>
            </a:r>
          </a:p>
          <a:p>
            <a:r>
              <a:rPr dirty="0"/>
              <a:t>Why is availability critical for public safety?</a:t>
            </a:r>
          </a:p>
          <a:p>
            <a:r>
              <a:rPr dirty="0"/>
              <a:t>How does availability failure affect public trust?</a:t>
            </a:r>
          </a:p>
          <a:p>
            <a:r>
              <a:rPr dirty="0"/>
              <a:t>Which CIA dimension creates the longest-term impact here?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Case Study 7:</a:t>
            </a:r>
            <a:r>
              <a:rPr lang="en-NZ"/>
              <a:t> </a:t>
            </a:r>
            <a:r>
              <a:t>Ransomware </a:t>
            </a:r>
            <a:r>
              <a:rPr dirty="0"/>
              <a:t>in NZ </a:t>
            </a:r>
            <a:r>
              <a:rPr dirty="0" err="1"/>
              <a:t>Organisations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Sector: NZ council, hospital, or enterprise</a:t>
            </a:r>
          </a:p>
          <a:p>
            <a:r>
              <a:rPr dirty="0"/>
              <a:t>Asset: Organisational data and IT systems</a:t>
            </a:r>
          </a:p>
          <a:p>
            <a:r>
              <a:rPr dirty="0"/>
              <a:t>Threat: Ransomware attack</a:t>
            </a:r>
          </a:p>
          <a:p>
            <a:r>
              <a:rPr dirty="0"/>
              <a:t>Impact: Data encrypted, systems unavailable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805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Assessment Focus:</a:t>
            </a:r>
          </a:p>
          <a:p>
            <a:r>
              <a:rPr dirty="0"/>
              <a:t>Which CIA dimension is impacted first during ransomware?</a:t>
            </a:r>
          </a:p>
          <a:p>
            <a:r>
              <a:rPr dirty="0"/>
              <a:t>Why are ransomware attacks difficult to recover from?</a:t>
            </a:r>
          </a:p>
          <a:p>
            <a:r>
              <a:rPr dirty="0"/>
              <a:t>What layered controls would reduce impact across CIA?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535</Words>
  <Application>Microsoft Office PowerPoint</Application>
  <PresentationFormat>On-screen Show (4:3)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Case Study 1: NZ Tertiary Student Records</vt:lpstr>
      <vt:lpstr>Case Study 2: NZ Banking Sector</vt:lpstr>
      <vt:lpstr>Case Study 3: Payroll in NZ Organisations</vt:lpstr>
      <vt:lpstr>Case Study 4: NZ Healthcare Records</vt:lpstr>
      <vt:lpstr>Case Study 5: NZ Online Retail</vt:lpstr>
      <vt:lpstr>Case Study 6: NZ Transport Systems</vt:lpstr>
      <vt:lpstr>Case Study 7: Ransomware in NZ Organisations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Lorraine Skelton</dc:creator>
  <cp:keywords/>
  <dc:description>generated using python-pptx</dc:description>
  <cp:lastModifiedBy>Lorraine Skelton</cp:lastModifiedBy>
  <cp:revision>4</cp:revision>
  <dcterms:created xsi:type="dcterms:W3CDTF">2013-01-27T09:14:16Z</dcterms:created>
  <dcterms:modified xsi:type="dcterms:W3CDTF">2026-02-10T01:11:46Z</dcterms:modified>
  <cp:category/>
</cp:coreProperties>
</file>