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4451" autoAdjust="0"/>
  </p:normalViewPr>
  <p:slideViewPr>
    <p:cSldViewPr snapToGrid="0" snapToObjects="1">
      <p:cViewPr varScale="1">
        <p:scale>
          <a:sx n="67" d="100"/>
          <a:sy n="67" d="100"/>
        </p:scale>
        <p:origin x="2068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4BCAF7-F399-4D37-BCE7-6A4D195B9E58}" type="doc">
      <dgm:prSet loTypeId="urn:microsoft.com/office/officeart/2016/7/layout/LinearArrowProcessNumbered" loCatId="process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5EEB6D1-B6CD-4988-9298-4F56B18C90CD}">
      <dgm:prSet/>
      <dgm:spPr/>
      <dgm:t>
        <a:bodyPr/>
        <a:lstStyle/>
        <a:p>
          <a:r>
            <a:rPr lang="en-US"/>
            <a:t>Explain how AI has changed cyber threats (speed, scale, realism)</a:t>
          </a:r>
        </a:p>
      </dgm:t>
    </dgm:pt>
    <dgm:pt modelId="{EFD9A79A-3FF8-4BB4-9BA8-65BDDD66BB8F}" type="parTrans" cxnId="{41398483-938E-4413-B06B-19EDE9D0357E}">
      <dgm:prSet/>
      <dgm:spPr/>
      <dgm:t>
        <a:bodyPr/>
        <a:lstStyle/>
        <a:p>
          <a:endParaRPr lang="en-US"/>
        </a:p>
      </dgm:t>
    </dgm:pt>
    <dgm:pt modelId="{0540D819-11D6-4274-9EBE-FB88873B1B10}" type="sibTrans" cxnId="{41398483-938E-4413-B06B-19EDE9D0357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01EBC31-FB3E-44EC-BEC6-9F98B710FC3C}">
      <dgm:prSet/>
      <dgm:spPr/>
      <dgm:t>
        <a:bodyPr/>
        <a:lstStyle/>
        <a:p>
          <a:r>
            <a:rPr lang="en-US"/>
            <a:t>Identify AI-driven risks relevant to NZ organisations</a:t>
          </a:r>
        </a:p>
      </dgm:t>
    </dgm:pt>
    <dgm:pt modelId="{494E4506-32BE-4597-8E4C-9EAF8B5DFABE}" type="parTrans" cxnId="{A584A34D-459F-44F3-9FAC-5E737C8E6359}">
      <dgm:prSet/>
      <dgm:spPr/>
      <dgm:t>
        <a:bodyPr/>
        <a:lstStyle/>
        <a:p>
          <a:endParaRPr lang="en-US"/>
        </a:p>
      </dgm:t>
    </dgm:pt>
    <dgm:pt modelId="{2E125BEA-699C-4C26-86EC-A4CC146DEFE3}" type="sibTrans" cxnId="{A584A34D-459F-44F3-9FAC-5E737C8E635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EF637F3-0678-4D90-A2C5-19F74EE5A464}">
      <dgm:prSet/>
      <dgm:spPr/>
      <dgm:t>
        <a:bodyPr/>
        <a:lstStyle/>
        <a:p>
          <a:r>
            <a:rPr lang="en-US"/>
            <a:t>Critique “old security assumptions” that no longer hold</a:t>
          </a:r>
        </a:p>
      </dgm:t>
    </dgm:pt>
    <dgm:pt modelId="{30F4C4AD-620F-4ACB-A847-03804AEEBD8F}" type="parTrans" cxnId="{51A6DA31-AE1D-404B-8A0B-B105EE26DC5E}">
      <dgm:prSet/>
      <dgm:spPr/>
      <dgm:t>
        <a:bodyPr/>
        <a:lstStyle/>
        <a:p>
          <a:endParaRPr lang="en-US"/>
        </a:p>
      </dgm:t>
    </dgm:pt>
    <dgm:pt modelId="{01979415-1075-4A68-9D5A-1A63315265E0}" type="sibTrans" cxnId="{51A6DA31-AE1D-404B-8A0B-B105EE26DC5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16CBAC7-F6E7-4EE6-AD88-8EE6694A59DD}">
      <dgm:prSet/>
      <dgm:spPr/>
      <dgm:t>
        <a:bodyPr/>
        <a:lstStyle/>
        <a:p>
          <a:r>
            <a:rPr lang="en-US"/>
            <a:t>Recommend controls that reduce AI-enabled incidents</a:t>
          </a:r>
        </a:p>
      </dgm:t>
    </dgm:pt>
    <dgm:pt modelId="{B21EDEE5-5784-47CC-B336-D379CAF33614}" type="parTrans" cxnId="{9B7DF91E-37A5-41AE-A6FB-ECF247D2657A}">
      <dgm:prSet/>
      <dgm:spPr/>
      <dgm:t>
        <a:bodyPr/>
        <a:lstStyle/>
        <a:p>
          <a:endParaRPr lang="en-US"/>
        </a:p>
      </dgm:t>
    </dgm:pt>
    <dgm:pt modelId="{3A9E1861-9523-429B-A2A6-C7E6C3FFB60E}" type="sibTrans" cxnId="{9B7DF91E-37A5-41AE-A6FB-ECF247D2657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12DCBDF-46D6-4BFC-BFE5-4E5C8E3A406F}" type="pres">
      <dgm:prSet presAssocID="{144BCAF7-F399-4D37-BCE7-6A4D195B9E58}" presName="linearFlow" presStyleCnt="0">
        <dgm:presLayoutVars>
          <dgm:dir/>
          <dgm:animLvl val="lvl"/>
          <dgm:resizeHandles val="exact"/>
        </dgm:presLayoutVars>
      </dgm:prSet>
      <dgm:spPr/>
    </dgm:pt>
    <dgm:pt modelId="{69268F8C-3473-4311-99C3-31B25BDB0124}" type="pres">
      <dgm:prSet presAssocID="{C5EEB6D1-B6CD-4988-9298-4F56B18C90CD}" presName="compositeNode" presStyleCnt="0"/>
      <dgm:spPr/>
    </dgm:pt>
    <dgm:pt modelId="{B00C9A64-DF4E-46B2-8248-0CBF9FA8CE71}" type="pres">
      <dgm:prSet presAssocID="{C5EEB6D1-B6CD-4988-9298-4F56B18C90C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BADC6ED-9A45-4814-8184-63E636DBCF01}" type="pres">
      <dgm:prSet presAssocID="{C5EEB6D1-B6CD-4988-9298-4F56B18C90CD}" presName="parSh" presStyleCnt="0"/>
      <dgm:spPr/>
    </dgm:pt>
    <dgm:pt modelId="{2D61A811-B6D4-465C-AC93-FBC1CEA493BE}" type="pres">
      <dgm:prSet presAssocID="{C5EEB6D1-B6CD-4988-9298-4F56B18C90CD}" presName="lineNode" presStyleLbl="alignAccFollowNode1" presStyleIdx="0" presStyleCnt="12"/>
      <dgm:spPr/>
    </dgm:pt>
    <dgm:pt modelId="{C83CECA5-56A5-4213-8495-A8E4235DE30F}" type="pres">
      <dgm:prSet presAssocID="{C5EEB6D1-B6CD-4988-9298-4F56B18C90CD}" presName="lineArrowNode" presStyleLbl="alignAccFollowNode1" presStyleIdx="1" presStyleCnt="12"/>
      <dgm:spPr/>
    </dgm:pt>
    <dgm:pt modelId="{1716A1F3-DA21-40DE-928A-606B5D0D5E18}" type="pres">
      <dgm:prSet presAssocID="{0540D819-11D6-4274-9EBE-FB88873B1B10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5BEE5CDF-7CDF-4613-8D97-70D8976FB271}" type="pres">
      <dgm:prSet presAssocID="{0540D819-11D6-4274-9EBE-FB88873B1B10}" presName="spacerBetweenCircleAndCallout" presStyleCnt="0">
        <dgm:presLayoutVars/>
      </dgm:prSet>
      <dgm:spPr/>
    </dgm:pt>
    <dgm:pt modelId="{0121C330-0AEC-4B17-982E-A7590942E7FF}" type="pres">
      <dgm:prSet presAssocID="{C5EEB6D1-B6CD-4988-9298-4F56B18C90CD}" presName="nodeText" presStyleLbl="alignAccFollowNode1" presStyleIdx="2" presStyleCnt="12">
        <dgm:presLayoutVars>
          <dgm:bulletEnabled val="1"/>
        </dgm:presLayoutVars>
      </dgm:prSet>
      <dgm:spPr/>
    </dgm:pt>
    <dgm:pt modelId="{71F7420F-8981-4627-BF49-67A4A802787D}" type="pres">
      <dgm:prSet presAssocID="{0540D819-11D6-4274-9EBE-FB88873B1B10}" presName="sibTransComposite" presStyleCnt="0"/>
      <dgm:spPr/>
    </dgm:pt>
    <dgm:pt modelId="{AA6C09EC-348C-4C88-8699-8E9784DDEEB6}" type="pres">
      <dgm:prSet presAssocID="{B01EBC31-FB3E-44EC-BEC6-9F98B710FC3C}" presName="compositeNode" presStyleCnt="0"/>
      <dgm:spPr/>
    </dgm:pt>
    <dgm:pt modelId="{07FAF0EF-2E61-4F48-80F3-A58C23B72C37}" type="pres">
      <dgm:prSet presAssocID="{B01EBC31-FB3E-44EC-BEC6-9F98B710FC3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9BEC214-9AC6-41B5-A356-1EB0A55A7555}" type="pres">
      <dgm:prSet presAssocID="{B01EBC31-FB3E-44EC-BEC6-9F98B710FC3C}" presName="parSh" presStyleCnt="0"/>
      <dgm:spPr/>
    </dgm:pt>
    <dgm:pt modelId="{23C2F79F-3DFA-4A0E-B6C0-C22637E88AA2}" type="pres">
      <dgm:prSet presAssocID="{B01EBC31-FB3E-44EC-BEC6-9F98B710FC3C}" presName="lineNode" presStyleLbl="alignAccFollowNode1" presStyleIdx="3" presStyleCnt="12"/>
      <dgm:spPr/>
    </dgm:pt>
    <dgm:pt modelId="{2F147F45-04B9-4B4B-8BE5-2FF9A9E9149D}" type="pres">
      <dgm:prSet presAssocID="{B01EBC31-FB3E-44EC-BEC6-9F98B710FC3C}" presName="lineArrowNode" presStyleLbl="alignAccFollowNode1" presStyleIdx="4" presStyleCnt="12"/>
      <dgm:spPr/>
    </dgm:pt>
    <dgm:pt modelId="{255105BD-51DA-46AC-A093-EB44C950E465}" type="pres">
      <dgm:prSet presAssocID="{2E125BEA-699C-4C26-86EC-A4CC146DEFE3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1AA86A3F-4634-43F2-A330-060733A8A974}" type="pres">
      <dgm:prSet presAssocID="{2E125BEA-699C-4C26-86EC-A4CC146DEFE3}" presName="spacerBetweenCircleAndCallout" presStyleCnt="0">
        <dgm:presLayoutVars/>
      </dgm:prSet>
      <dgm:spPr/>
    </dgm:pt>
    <dgm:pt modelId="{4B78395D-AFBF-43A6-90D2-68442B3F741E}" type="pres">
      <dgm:prSet presAssocID="{B01EBC31-FB3E-44EC-BEC6-9F98B710FC3C}" presName="nodeText" presStyleLbl="alignAccFollowNode1" presStyleIdx="5" presStyleCnt="12">
        <dgm:presLayoutVars>
          <dgm:bulletEnabled val="1"/>
        </dgm:presLayoutVars>
      </dgm:prSet>
      <dgm:spPr/>
    </dgm:pt>
    <dgm:pt modelId="{FEE08A49-9053-4355-BF0F-3F8B326113D9}" type="pres">
      <dgm:prSet presAssocID="{2E125BEA-699C-4C26-86EC-A4CC146DEFE3}" presName="sibTransComposite" presStyleCnt="0"/>
      <dgm:spPr/>
    </dgm:pt>
    <dgm:pt modelId="{585FA789-FBDE-47BD-BB72-37AF6E493C2D}" type="pres">
      <dgm:prSet presAssocID="{8EF637F3-0678-4D90-A2C5-19F74EE5A464}" presName="compositeNode" presStyleCnt="0"/>
      <dgm:spPr/>
    </dgm:pt>
    <dgm:pt modelId="{35698F26-E129-485E-8244-F6AE4B8A0F75}" type="pres">
      <dgm:prSet presAssocID="{8EF637F3-0678-4D90-A2C5-19F74EE5A46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10BAF09-0F53-46C2-AE2C-EA6D010CFF8F}" type="pres">
      <dgm:prSet presAssocID="{8EF637F3-0678-4D90-A2C5-19F74EE5A464}" presName="parSh" presStyleCnt="0"/>
      <dgm:spPr/>
    </dgm:pt>
    <dgm:pt modelId="{5DF74672-3D08-49F9-AD50-3F8517B6C295}" type="pres">
      <dgm:prSet presAssocID="{8EF637F3-0678-4D90-A2C5-19F74EE5A464}" presName="lineNode" presStyleLbl="alignAccFollowNode1" presStyleIdx="6" presStyleCnt="12"/>
      <dgm:spPr/>
    </dgm:pt>
    <dgm:pt modelId="{1E763312-BCB9-49C4-8ADA-B64E78E31CE0}" type="pres">
      <dgm:prSet presAssocID="{8EF637F3-0678-4D90-A2C5-19F74EE5A464}" presName="lineArrowNode" presStyleLbl="alignAccFollowNode1" presStyleIdx="7" presStyleCnt="12"/>
      <dgm:spPr/>
    </dgm:pt>
    <dgm:pt modelId="{1F872C1F-527A-4820-9795-5609A871BBCD}" type="pres">
      <dgm:prSet presAssocID="{01979415-1075-4A68-9D5A-1A63315265E0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39AAAD38-B53F-486F-B2DA-4D6E26C70AF5}" type="pres">
      <dgm:prSet presAssocID="{01979415-1075-4A68-9D5A-1A63315265E0}" presName="spacerBetweenCircleAndCallout" presStyleCnt="0">
        <dgm:presLayoutVars/>
      </dgm:prSet>
      <dgm:spPr/>
    </dgm:pt>
    <dgm:pt modelId="{23222D67-D617-431F-889A-571B037E57D0}" type="pres">
      <dgm:prSet presAssocID="{8EF637F3-0678-4D90-A2C5-19F74EE5A464}" presName="nodeText" presStyleLbl="alignAccFollowNode1" presStyleIdx="8" presStyleCnt="12">
        <dgm:presLayoutVars>
          <dgm:bulletEnabled val="1"/>
        </dgm:presLayoutVars>
      </dgm:prSet>
      <dgm:spPr/>
    </dgm:pt>
    <dgm:pt modelId="{AB44D3BB-BFC5-4684-AFCB-47DFC2F8950E}" type="pres">
      <dgm:prSet presAssocID="{01979415-1075-4A68-9D5A-1A63315265E0}" presName="sibTransComposite" presStyleCnt="0"/>
      <dgm:spPr/>
    </dgm:pt>
    <dgm:pt modelId="{E4729AA8-D2A5-4AA3-AE31-7D40F132A853}" type="pres">
      <dgm:prSet presAssocID="{616CBAC7-F6E7-4EE6-AD88-8EE6694A59DD}" presName="compositeNode" presStyleCnt="0"/>
      <dgm:spPr/>
    </dgm:pt>
    <dgm:pt modelId="{1D6FA99C-C646-45FA-8675-FB92FE3468BA}" type="pres">
      <dgm:prSet presAssocID="{616CBAC7-F6E7-4EE6-AD88-8EE6694A59D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B642189-C7EF-46C8-AC36-9B0BE966DC36}" type="pres">
      <dgm:prSet presAssocID="{616CBAC7-F6E7-4EE6-AD88-8EE6694A59DD}" presName="parSh" presStyleCnt="0"/>
      <dgm:spPr/>
    </dgm:pt>
    <dgm:pt modelId="{DB66CDDE-1F2A-4A4D-ACE2-91BEA65C210E}" type="pres">
      <dgm:prSet presAssocID="{616CBAC7-F6E7-4EE6-AD88-8EE6694A59DD}" presName="lineNode" presStyleLbl="alignAccFollowNode1" presStyleIdx="9" presStyleCnt="12"/>
      <dgm:spPr/>
    </dgm:pt>
    <dgm:pt modelId="{AACC4E7E-5578-4C82-A578-1F3898E752E6}" type="pres">
      <dgm:prSet presAssocID="{616CBAC7-F6E7-4EE6-AD88-8EE6694A59DD}" presName="lineArrowNode" presStyleLbl="alignAccFollowNode1" presStyleIdx="10" presStyleCnt="12"/>
      <dgm:spPr/>
    </dgm:pt>
    <dgm:pt modelId="{29C014E9-D785-4EB4-9534-93E8F9F60860}" type="pres">
      <dgm:prSet presAssocID="{3A9E1861-9523-429B-A2A6-C7E6C3FFB60E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FD432F37-179C-44F9-8E46-607098A05A53}" type="pres">
      <dgm:prSet presAssocID="{3A9E1861-9523-429B-A2A6-C7E6C3FFB60E}" presName="spacerBetweenCircleAndCallout" presStyleCnt="0">
        <dgm:presLayoutVars/>
      </dgm:prSet>
      <dgm:spPr/>
    </dgm:pt>
    <dgm:pt modelId="{FD242F1D-6223-4216-BFA5-4DADBA89DAC6}" type="pres">
      <dgm:prSet presAssocID="{616CBAC7-F6E7-4EE6-AD88-8EE6694A59DD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4E851606-6F7A-4F74-BF39-09C6E9CB475F}" type="presOf" srcId="{616CBAC7-F6E7-4EE6-AD88-8EE6694A59DD}" destId="{FD242F1D-6223-4216-BFA5-4DADBA89DAC6}" srcOrd="0" destOrd="0" presId="urn:microsoft.com/office/officeart/2016/7/layout/LinearArrowProcessNumbered"/>
    <dgm:cxn modelId="{9E87C216-A018-4A00-A01E-B102AFD15559}" type="presOf" srcId="{C5EEB6D1-B6CD-4988-9298-4F56B18C90CD}" destId="{0121C330-0AEC-4B17-982E-A7590942E7FF}" srcOrd="0" destOrd="0" presId="urn:microsoft.com/office/officeart/2016/7/layout/LinearArrowProcessNumbered"/>
    <dgm:cxn modelId="{9B7DF91E-37A5-41AE-A6FB-ECF247D2657A}" srcId="{144BCAF7-F399-4D37-BCE7-6A4D195B9E58}" destId="{616CBAC7-F6E7-4EE6-AD88-8EE6694A59DD}" srcOrd="3" destOrd="0" parTransId="{B21EDEE5-5784-47CC-B336-D379CAF33614}" sibTransId="{3A9E1861-9523-429B-A2A6-C7E6C3FFB60E}"/>
    <dgm:cxn modelId="{F7A20830-C195-44D7-9F70-FED214F6FDB9}" type="presOf" srcId="{B01EBC31-FB3E-44EC-BEC6-9F98B710FC3C}" destId="{4B78395D-AFBF-43A6-90D2-68442B3F741E}" srcOrd="0" destOrd="0" presId="urn:microsoft.com/office/officeart/2016/7/layout/LinearArrowProcessNumbered"/>
    <dgm:cxn modelId="{51A6DA31-AE1D-404B-8A0B-B105EE26DC5E}" srcId="{144BCAF7-F399-4D37-BCE7-6A4D195B9E58}" destId="{8EF637F3-0678-4D90-A2C5-19F74EE5A464}" srcOrd="2" destOrd="0" parTransId="{30F4C4AD-620F-4ACB-A847-03804AEEBD8F}" sibTransId="{01979415-1075-4A68-9D5A-1A63315265E0}"/>
    <dgm:cxn modelId="{7B3F1035-2425-473C-BC38-A87782E36AB1}" type="presOf" srcId="{2E125BEA-699C-4C26-86EC-A4CC146DEFE3}" destId="{255105BD-51DA-46AC-A093-EB44C950E465}" srcOrd="0" destOrd="0" presId="urn:microsoft.com/office/officeart/2016/7/layout/LinearArrowProcessNumbered"/>
    <dgm:cxn modelId="{A584A34D-459F-44F3-9FAC-5E737C8E6359}" srcId="{144BCAF7-F399-4D37-BCE7-6A4D195B9E58}" destId="{B01EBC31-FB3E-44EC-BEC6-9F98B710FC3C}" srcOrd="1" destOrd="0" parTransId="{494E4506-32BE-4597-8E4C-9EAF8B5DFABE}" sibTransId="{2E125BEA-699C-4C26-86EC-A4CC146DEFE3}"/>
    <dgm:cxn modelId="{EAC3054E-1CDA-4899-B56E-C1970109F8AA}" type="presOf" srcId="{3A9E1861-9523-429B-A2A6-C7E6C3FFB60E}" destId="{29C014E9-D785-4EB4-9534-93E8F9F60860}" srcOrd="0" destOrd="0" presId="urn:microsoft.com/office/officeart/2016/7/layout/LinearArrowProcessNumbered"/>
    <dgm:cxn modelId="{8C07D157-4D05-4B59-9522-BEAE7499E6C0}" type="presOf" srcId="{0540D819-11D6-4274-9EBE-FB88873B1B10}" destId="{1716A1F3-DA21-40DE-928A-606B5D0D5E18}" srcOrd="0" destOrd="0" presId="urn:microsoft.com/office/officeart/2016/7/layout/LinearArrowProcessNumbered"/>
    <dgm:cxn modelId="{41398483-938E-4413-B06B-19EDE9D0357E}" srcId="{144BCAF7-F399-4D37-BCE7-6A4D195B9E58}" destId="{C5EEB6D1-B6CD-4988-9298-4F56B18C90CD}" srcOrd="0" destOrd="0" parTransId="{EFD9A79A-3FF8-4BB4-9BA8-65BDDD66BB8F}" sibTransId="{0540D819-11D6-4274-9EBE-FB88873B1B10}"/>
    <dgm:cxn modelId="{D61530B2-5CD5-4473-B481-CC37D9D4ED16}" type="presOf" srcId="{01979415-1075-4A68-9D5A-1A63315265E0}" destId="{1F872C1F-527A-4820-9795-5609A871BBCD}" srcOrd="0" destOrd="0" presId="urn:microsoft.com/office/officeart/2016/7/layout/LinearArrowProcessNumbered"/>
    <dgm:cxn modelId="{968F2AC9-8744-419D-919A-D57AEBB30B70}" type="presOf" srcId="{144BCAF7-F399-4D37-BCE7-6A4D195B9E58}" destId="{F12DCBDF-46D6-4BFC-BFE5-4E5C8E3A406F}" srcOrd="0" destOrd="0" presId="urn:microsoft.com/office/officeart/2016/7/layout/LinearArrowProcessNumbered"/>
    <dgm:cxn modelId="{64A71BCF-EF40-46DC-9B8A-4BBCB64072ED}" type="presOf" srcId="{8EF637F3-0678-4D90-A2C5-19F74EE5A464}" destId="{23222D67-D617-431F-889A-571B037E57D0}" srcOrd="0" destOrd="0" presId="urn:microsoft.com/office/officeart/2016/7/layout/LinearArrowProcessNumbered"/>
    <dgm:cxn modelId="{FEE4BABA-9B73-4FA5-82FB-25E2BF79CC08}" type="presParOf" srcId="{F12DCBDF-46D6-4BFC-BFE5-4E5C8E3A406F}" destId="{69268F8C-3473-4311-99C3-31B25BDB0124}" srcOrd="0" destOrd="0" presId="urn:microsoft.com/office/officeart/2016/7/layout/LinearArrowProcessNumbered"/>
    <dgm:cxn modelId="{D48DB36E-F871-48DD-87F3-D8ABF8AA06A8}" type="presParOf" srcId="{69268F8C-3473-4311-99C3-31B25BDB0124}" destId="{B00C9A64-DF4E-46B2-8248-0CBF9FA8CE71}" srcOrd="0" destOrd="0" presId="urn:microsoft.com/office/officeart/2016/7/layout/LinearArrowProcessNumbered"/>
    <dgm:cxn modelId="{F340D126-E1EC-4D16-8845-C8C186502A4A}" type="presParOf" srcId="{69268F8C-3473-4311-99C3-31B25BDB0124}" destId="{6BADC6ED-9A45-4814-8184-63E636DBCF01}" srcOrd="1" destOrd="0" presId="urn:microsoft.com/office/officeart/2016/7/layout/LinearArrowProcessNumbered"/>
    <dgm:cxn modelId="{06666CFC-ED44-48C3-8E25-C8EF170BC18D}" type="presParOf" srcId="{6BADC6ED-9A45-4814-8184-63E636DBCF01}" destId="{2D61A811-B6D4-465C-AC93-FBC1CEA493BE}" srcOrd="0" destOrd="0" presId="urn:microsoft.com/office/officeart/2016/7/layout/LinearArrowProcessNumbered"/>
    <dgm:cxn modelId="{779D61E5-B348-486B-B36D-3078F8B82928}" type="presParOf" srcId="{6BADC6ED-9A45-4814-8184-63E636DBCF01}" destId="{C83CECA5-56A5-4213-8495-A8E4235DE30F}" srcOrd="1" destOrd="0" presId="urn:microsoft.com/office/officeart/2016/7/layout/LinearArrowProcessNumbered"/>
    <dgm:cxn modelId="{37BBB4C4-C792-4B6B-9E06-8FBA0E31B7F8}" type="presParOf" srcId="{6BADC6ED-9A45-4814-8184-63E636DBCF01}" destId="{1716A1F3-DA21-40DE-928A-606B5D0D5E18}" srcOrd="2" destOrd="0" presId="urn:microsoft.com/office/officeart/2016/7/layout/LinearArrowProcessNumbered"/>
    <dgm:cxn modelId="{2DE3D26E-6488-4573-9E69-22BE0AD565F3}" type="presParOf" srcId="{6BADC6ED-9A45-4814-8184-63E636DBCF01}" destId="{5BEE5CDF-7CDF-4613-8D97-70D8976FB271}" srcOrd="3" destOrd="0" presId="urn:microsoft.com/office/officeart/2016/7/layout/LinearArrowProcessNumbered"/>
    <dgm:cxn modelId="{1E2AF808-2B98-4DD4-B1E8-BD3A516BA4DF}" type="presParOf" srcId="{69268F8C-3473-4311-99C3-31B25BDB0124}" destId="{0121C330-0AEC-4B17-982E-A7590942E7FF}" srcOrd="2" destOrd="0" presId="urn:microsoft.com/office/officeart/2016/7/layout/LinearArrowProcessNumbered"/>
    <dgm:cxn modelId="{4A1E5E9F-FFED-43A3-94A8-49D482AE533A}" type="presParOf" srcId="{F12DCBDF-46D6-4BFC-BFE5-4E5C8E3A406F}" destId="{71F7420F-8981-4627-BF49-67A4A802787D}" srcOrd="1" destOrd="0" presId="urn:microsoft.com/office/officeart/2016/7/layout/LinearArrowProcessNumbered"/>
    <dgm:cxn modelId="{D513DE61-90FC-4663-A222-82ED8279494E}" type="presParOf" srcId="{F12DCBDF-46D6-4BFC-BFE5-4E5C8E3A406F}" destId="{AA6C09EC-348C-4C88-8699-8E9784DDEEB6}" srcOrd="2" destOrd="0" presId="urn:microsoft.com/office/officeart/2016/7/layout/LinearArrowProcessNumbered"/>
    <dgm:cxn modelId="{1DAE6CD9-218C-4E56-8359-7460837C58ED}" type="presParOf" srcId="{AA6C09EC-348C-4C88-8699-8E9784DDEEB6}" destId="{07FAF0EF-2E61-4F48-80F3-A58C23B72C37}" srcOrd="0" destOrd="0" presId="urn:microsoft.com/office/officeart/2016/7/layout/LinearArrowProcessNumbered"/>
    <dgm:cxn modelId="{AAD07DD6-1307-496F-A6E8-E7438155CB8C}" type="presParOf" srcId="{AA6C09EC-348C-4C88-8699-8E9784DDEEB6}" destId="{99BEC214-9AC6-41B5-A356-1EB0A55A7555}" srcOrd="1" destOrd="0" presId="urn:microsoft.com/office/officeart/2016/7/layout/LinearArrowProcessNumbered"/>
    <dgm:cxn modelId="{E199D3B6-FEC6-46DE-B94B-DC0D83E3CFD3}" type="presParOf" srcId="{99BEC214-9AC6-41B5-A356-1EB0A55A7555}" destId="{23C2F79F-3DFA-4A0E-B6C0-C22637E88AA2}" srcOrd="0" destOrd="0" presId="urn:microsoft.com/office/officeart/2016/7/layout/LinearArrowProcessNumbered"/>
    <dgm:cxn modelId="{ED56FE11-5F71-4C2B-A30B-27F6E3A8AB0C}" type="presParOf" srcId="{99BEC214-9AC6-41B5-A356-1EB0A55A7555}" destId="{2F147F45-04B9-4B4B-8BE5-2FF9A9E9149D}" srcOrd="1" destOrd="0" presId="urn:microsoft.com/office/officeart/2016/7/layout/LinearArrowProcessNumbered"/>
    <dgm:cxn modelId="{33CC2AD3-533B-46E2-B41B-95E7A9C0027D}" type="presParOf" srcId="{99BEC214-9AC6-41B5-A356-1EB0A55A7555}" destId="{255105BD-51DA-46AC-A093-EB44C950E465}" srcOrd="2" destOrd="0" presId="urn:microsoft.com/office/officeart/2016/7/layout/LinearArrowProcessNumbered"/>
    <dgm:cxn modelId="{A5E5A845-FE85-4ADC-93C3-E41DB84BE8AC}" type="presParOf" srcId="{99BEC214-9AC6-41B5-A356-1EB0A55A7555}" destId="{1AA86A3F-4634-43F2-A330-060733A8A974}" srcOrd="3" destOrd="0" presId="urn:microsoft.com/office/officeart/2016/7/layout/LinearArrowProcessNumbered"/>
    <dgm:cxn modelId="{07218552-CA90-4B84-B5F9-9AAE42ABDFB2}" type="presParOf" srcId="{AA6C09EC-348C-4C88-8699-8E9784DDEEB6}" destId="{4B78395D-AFBF-43A6-90D2-68442B3F741E}" srcOrd="2" destOrd="0" presId="urn:microsoft.com/office/officeart/2016/7/layout/LinearArrowProcessNumbered"/>
    <dgm:cxn modelId="{E89981E1-15B8-4772-BFF0-E6D695174D56}" type="presParOf" srcId="{F12DCBDF-46D6-4BFC-BFE5-4E5C8E3A406F}" destId="{FEE08A49-9053-4355-BF0F-3F8B326113D9}" srcOrd="3" destOrd="0" presId="urn:microsoft.com/office/officeart/2016/7/layout/LinearArrowProcessNumbered"/>
    <dgm:cxn modelId="{AD5E3711-19A9-442C-B93E-368226564A23}" type="presParOf" srcId="{F12DCBDF-46D6-4BFC-BFE5-4E5C8E3A406F}" destId="{585FA789-FBDE-47BD-BB72-37AF6E493C2D}" srcOrd="4" destOrd="0" presId="urn:microsoft.com/office/officeart/2016/7/layout/LinearArrowProcessNumbered"/>
    <dgm:cxn modelId="{85E8A0E7-AD39-430C-9770-A65A35AF9D0B}" type="presParOf" srcId="{585FA789-FBDE-47BD-BB72-37AF6E493C2D}" destId="{35698F26-E129-485E-8244-F6AE4B8A0F75}" srcOrd="0" destOrd="0" presId="urn:microsoft.com/office/officeart/2016/7/layout/LinearArrowProcessNumbered"/>
    <dgm:cxn modelId="{B1C54816-93C2-4874-AB60-74DC84C458F4}" type="presParOf" srcId="{585FA789-FBDE-47BD-BB72-37AF6E493C2D}" destId="{410BAF09-0F53-46C2-AE2C-EA6D010CFF8F}" srcOrd="1" destOrd="0" presId="urn:microsoft.com/office/officeart/2016/7/layout/LinearArrowProcessNumbered"/>
    <dgm:cxn modelId="{02BE707B-26FE-4D7D-BC41-7BC9506F4C45}" type="presParOf" srcId="{410BAF09-0F53-46C2-AE2C-EA6D010CFF8F}" destId="{5DF74672-3D08-49F9-AD50-3F8517B6C295}" srcOrd="0" destOrd="0" presId="urn:microsoft.com/office/officeart/2016/7/layout/LinearArrowProcessNumbered"/>
    <dgm:cxn modelId="{A348AE36-4F91-4395-8C35-E85DB6938B9C}" type="presParOf" srcId="{410BAF09-0F53-46C2-AE2C-EA6D010CFF8F}" destId="{1E763312-BCB9-49C4-8ADA-B64E78E31CE0}" srcOrd="1" destOrd="0" presId="urn:microsoft.com/office/officeart/2016/7/layout/LinearArrowProcessNumbered"/>
    <dgm:cxn modelId="{2CCB097F-408D-4A25-84B4-7FB6DF090937}" type="presParOf" srcId="{410BAF09-0F53-46C2-AE2C-EA6D010CFF8F}" destId="{1F872C1F-527A-4820-9795-5609A871BBCD}" srcOrd="2" destOrd="0" presId="urn:microsoft.com/office/officeart/2016/7/layout/LinearArrowProcessNumbered"/>
    <dgm:cxn modelId="{DA1540D2-469B-4E9D-92F7-227384D480F8}" type="presParOf" srcId="{410BAF09-0F53-46C2-AE2C-EA6D010CFF8F}" destId="{39AAAD38-B53F-486F-B2DA-4D6E26C70AF5}" srcOrd="3" destOrd="0" presId="urn:microsoft.com/office/officeart/2016/7/layout/LinearArrowProcessNumbered"/>
    <dgm:cxn modelId="{B04D3BE2-401B-4F70-AD08-377B2C4025C3}" type="presParOf" srcId="{585FA789-FBDE-47BD-BB72-37AF6E493C2D}" destId="{23222D67-D617-431F-889A-571B037E57D0}" srcOrd="2" destOrd="0" presId="urn:microsoft.com/office/officeart/2016/7/layout/LinearArrowProcessNumbered"/>
    <dgm:cxn modelId="{729E81A8-4338-4510-B033-422982366660}" type="presParOf" srcId="{F12DCBDF-46D6-4BFC-BFE5-4E5C8E3A406F}" destId="{AB44D3BB-BFC5-4684-AFCB-47DFC2F8950E}" srcOrd="5" destOrd="0" presId="urn:microsoft.com/office/officeart/2016/7/layout/LinearArrowProcessNumbered"/>
    <dgm:cxn modelId="{42AAD88D-B226-426F-9383-5B8D8C2EE34C}" type="presParOf" srcId="{F12DCBDF-46D6-4BFC-BFE5-4E5C8E3A406F}" destId="{E4729AA8-D2A5-4AA3-AE31-7D40F132A853}" srcOrd="6" destOrd="0" presId="urn:microsoft.com/office/officeart/2016/7/layout/LinearArrowProcessNumbered"/>
    <dgm:cxn modelId="{B3B73586-F9C9-4648-92DF-3B43C11C52DA}" type="presParOf" srcId="{E4729AA8-D2A5-4AA3-AE31-7D40F132A853}" destId="{1D6FA99C-C646-45FA-8675-FB92FE3468BA}" srcOrd="0" destOrd="0" presId="urn:microsoft.com/office/officeart/2016/7/layout/LinearArrowProcessNumbered"/>
    <dgm:cxn modelId="{C70AFF99-8553-4A6D-BE2B-9B3D1AC027B3}" type="presParOf" srcId="{E4729AA8-D2A5-4AA3-AE31-7D40F132A853}" destId="{5B642189-C7EF-46C8-AC36-9B0BE966DC36}" srcOrd="1" destOrd="0" presId="urn:microsoft.com/office/officeart/2016/7/layout/LinearArrowProcessNumbered"/>
    <dgm:cxn modelId="{93441DB1-C7FF-49EB-ACAF-1DB5C78AF165}" type="presParOf" srcId="{5B642189-C7EF-46C8-AC36-9B0BE966DC36}" destId="{DB66CDDE-1F2A-4A4D-ACE2-91BEA65C210E}" srcOrd="0" destOrd="0" presId="urn:microsoft.com/office/officeart/2016/7/layout/LinearArrowProcessNumbered"/>
    <dgm:cxn modelId="{4237A541-203C-404C-8556-0966BD770359}" type="presParOf" srcId="{5B642189-C7EF-46C8-AC36-9B0BE966DC36}" destId="{AACC4E7E-5578-4C82-A578-1F3898E752E6}" srcOrd="1" destOrd="0" presId="urn:microsoft.com/office/officeart/2016/7/layout/LinearArrowProcessNumbered"/>
    <dgm:cxn modelId="{650E0633-B090-4C0D-95F1-488A49E854D3}" type="presParOf" srcId="{5B642189-C7EF-46C8-AC36-9B0BE966DC36}" destId="{29C014E9-D785-4EB4-9534-93E8F9F60860}" srcOrd="2" destOrd="0" presId="urn:microsoft.com/office/officeart/2016/7/layout/LinearArrowProcessNumbered"/>
    <dgm:cxn modelId="{A42D6F3B-D926-4FA0-836F-BD34559042FA}" type="presParOf" srcId="{5B642189-C7EF-46C8-AC36-9B0BE966DC36}" destId="{FD432F37-179C-44F9-8E46-607098A05A53}" srcOrd="3" destOrd="0" presId="urn:microsoft.com/office/officeart/2016/7/layout/LinearArrowProcessNumbered"/>
    <dgm:cxn modelId="{20FCC259-63E3-41FF-89F8-219B4E3BE4C2}" type="presParOf" srcId="{E4729AA8-D2A5-4AA3-AE31-7D40F132A853}" destId="{FD242F1D-6223-4216-BFA5-4DADBA89DAC6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97D24C-12E0-4761-A104-F0CC6A0A8F0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5_2" csCatId="accent5" phldr="1"/>
      <dgm:spPr/>
      <dgm:t>
        <a:bodyPr/>
        <a:lstStyle/>
        <a:p>
          <a:endParaRPr lang="en-US"/>
        </a:p>
      </dgm:t>
    </dgm:pt>
    <dgm:pt modelId="{F10D5710-CC76-49FF-A567-0129F1EF2B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“People can spot phishing if we train them once”</a:t>
          </a:r>
        </a:p>
      </dgm:t>
    </dgm:pt>
    <dgm:pt modelId="{A8AB2FD6-91F3-4061-9BF1-A18B0123F7A5}" type="parTrans" cxnId="{5E240C4F-CE4B-495B-9A20-737E46717EF2}">
      <dgm:prSet/>
      <dgm:spPr/>
      <dgm:t>
        <a:bodyPr/>
        <a:lstStyle/>
        <a:p>
          <a:endParaRPr lang="en-US"/>
        </a:p>
      </dgm:t>
    </dgm:pt>
    <dgm:pt modelId="{4EF64B21-6258-4880-A947-F6B5D342E207}" type="sibTrans" cxnId="{5E240C4F-CE4B-495B-9A20-737E46717EF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6494D05-18B3-4C6A-82A9-F7ECE98889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“Attackers need strong technical skills”</a:t>
          </a:r>
        </a:p>
      </dgm:t>
    </dgm:pt>
    <dgm:pt modelId="{9FD86EA1-FD0B-4701-8942-4C329C3E967D}" type="parTrans" cxnId="{979B376E-83BB-46BF-B3E5-F34887A313CF}">
      <dgm:prSet/>
      <dgm:spPr/>
      <dgm:t>
        <a:bodyPr/>
        <a:lstStyle/>
        <a:p>
          <a:endParaRPr lang="en-US"/>
        </a:p>
      </dgm:t>
    </dgm:pt>
    <dgm:pt modelId="{FF78B3EF-BBDD-40B2-BF46-496ED9E08604}" type="sibTrans" cxnId="{979B376E-83BB-46BF-B3E5-F34887A313C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6B0C8A-A7DA-4478-A925-AA3AACFBBD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“Security teams can manually review everything”</a:t>
          </a:r>
        </a:p>
      </dgm:t>
    </dgm:pt>
    <dgm:pt modelId="{565FFD1E-73AB-48A3-B7EC-F5267C6D243E}" type="parTrans" cxnId="{F2E0DB84-35B4-430D-9EBC-34FEBED90E7F}">
      <dgm:prSet/>
      <dgm:spPr/>
      <dgm:t>
        <a:bodyPr/>
        <a:lstStyle/>
        <a:p>
          <a:endParaRPr lang="en-US"/>
        </a:p>
      </dgm:t>
    </dgm:pt>
    <dgm:pt modelId="{9D7946FD-F338-4397-A896-8F73947E6A37}" type="sibTrans" cxnId="{F2E0DB84-35B4-430D-9EBC-34FEBED90E7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2C4503E-B843-4151-8FA3-6C5023D09E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“Email fraud is easy to recognise”</a:t>
          </a:r>
        </a:p>
      </dgm:t>
    </dgm:pt>
    <dgm:pt modelId="{FB0214D2-8B62-47BC-8909-2244E7FE2B77}" type="parTrans" cxnId="{DD066238-6FF8-40C4-BB94-4342552B4371}">
      <dgm:prSet/>
      <dgm:spPr/>
      <dgm:t>
        <a:bodyPr/>
        <a:lstStyle/>
        <a:p>
          <a:endParaRPr lang="en-US"/>
        </a:p>
      </dgm:t>
    </dgm:pt>
    <dgm:pt modelId="{7CDD25DD-3CF8-4FDF-B175-9B2195ECC691}" type="sibTrans" cxnId="{DD066238-6FF8-40C4-BB94-4342552B437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C53DB1-6406-450F-BB7C-F507FD883B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“If it’s inside the organisation, it’s safe”</a:t>
          </a:r>
        </a:p>
      </dgm:t>
    </dgm:pt>
    <dgm:pt modelId="{6DF1DE4A-58FF-4DC0-8DFB-2F02810B85D4}" type="parTrans" cxnId="{627DF7D4-1A6F-4548-97E2-0BE90A68E3C7}">
      <dgm:prSet/>
      <dgm:spPr/>
      <dgm:t>
        <a:bodyPr/>
        <a:lstStyle/>
        <a:p>
          <a:endParaRPr lang="en-US"/>
        </a:p>
      </dgm:t>
    </dgm:pt>
    <dgm:pt modelId="{E46E88BE-1F5F-4ADC-B265-72AA9338E8E4}" type="sibTrans" cxnId="{627DF7D4-1A6F-4548-97E2-0BE90A68E3C7}">
      <dgm:prSet/>
      <dgm:spPr/>
      <dgm:t>
        <a:bodyPr/>
        <a:lstStyle/>
        <a:p>
          <a:endParaRPr lang="en-US"/>
        </a:p>
      </dgm:t>
    </dgm:pt>
    <dgm:pt modelId="{8407DB11-A795-4DD9-B1FB-F1B4BEF70CEB}" type="pres">
      <dgm:prSet presAssocID="{B197D24C-12E0-4761-A104-F0CC6A0A8F05}" presName="root" presStyleCnt="0">
        <dgm:presLayoutVars>
          <dgm:dir/>
          <dgm:resizeHandles val="exact"/>
        </dgm:presLayoutVars>
      </dgm:prSet>
      <dgm:spPr/>
    </dgm:pt>
    <dgm:pt modelId="{EBB0F2F2-E94F-42AB-850C-B7EA140700B6}" type="pres">
      <dgm:prSet presAssocID="{B197D24C-12E0-4761-A104-F0CC6A0A8F05}" presName="container" presStyleCnt="0">
        <dgm:presLayoutVars>
          <dgm:dir/>
          <dgm:resizeHandles val="exact"/>
        </dgm:presLayoutVars>
      </dgm:prSet>
      <dgm:spPr/>
    </dgm:pt>
    <dgm:pt modelId="{81EAABBF-01B4-4B32-ADD3-B0C29EE31CD4}" type="pres">
      <dgm:prSet presAssocID="{F10D5710-CC76-49FF-A567-0129F1EF2BED}" presName="compNode" presStyleCnt="0"/>
      <dgm:spPr/>
    </dgm:pt>
    <dgm:pt modelId="{DE1F9DD6-8392-4903-BD96-D2F741D297FF}" type="pres">
      <dgm:prSet presAssocID="{F10D5710-CC76-49FF-A567-0129F1EF2BED}" presName="iconBgRect" presStyleLbl="bgShp" presStyleIdx="0" presStyleCnt="5"/>
      <dgm:spPr/>
    </dgm:pt>
    <dgm:pt modelId="{7780BD3E-8396-4FC3-8EA4-CBDCE602F7EB}" type="pres">
      <dgm:prSet presAssocID="{F10D5710-CC76-49FF-A567-0129F1EF2BE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63394B8D-4181-48BC-AEAB-EA63ACA48651}" type="pres">
      <dgm:prSet presAssocID="{F10D5710-CC76-49FF-A567-0129F1EF2BED}" presName="spaceRect" presStyleCnt="0"/>
      <dgm:spPr/>
    </dgm:pt>
    <dgm:pt modelId="{B341D0B6-2B6B-4EFA-90B9-6C49C51CC20C}" type="pres">
      <dgm:prSet presAssocID="{F10D5710-CC76-49FF-A567-0129F1EF2BED}" presName="textRect" presStyleLbl="revTx" presStyleIdx="0" presStyleCnt="5">
        <dgm:presLayoutVars>
          <dgm:chMax val="1"/>
          <dgm:chPref val="1"/>
        </dgm:presLayoutVars>
      </dgm:prSet>
      <dgm:spPr/>
    </dgm:pt>
    <dgm:pt modelId="{B8F3DC0B-5CB1-45B4-A4ED-36E7B15D5F11}" type="pres">
      <dgm:prSet presAssocID="{4EF64B21-6258-4880-A947-F6B5D342E207}" presName="sibTrans" presStyleLbl="sibTrans2D1" presStyleIdx="0" presStyleCnt="0"/>
      <dgm:spPr/>
    </dgm:pt>
    <dgm:pt modelId="{582454B6-62E9-4141-9D8D-4DC6ACAA036F}" type="pres">
      <dgm:prSet presAssocID="{36494D05-18B3-4C6A-82A9-F7ECE9888928}" presName="compNode" presStyleCnt="0"/>
      <dgm:spPr/>
    </dgm:pt>
    <dgm:pt modelId="{A8CD29C4-193C-46F7-AE6E-20828A23A472}" type="pres">
      <dgm:prSet presAssocID="{36494D05-18B3-4C6A-82A9-F7ECE9888928}" presName="iconBgRect" presStyleLbl="bgShp" presStyleIdx="1" presStyleCnt="5"/>
      <dgm:spPr/>
    </dgm:pt>
    <dgm:pt modelId="{13A265CE-B7ED-4DCD-8D28-3FA7232F6A5A}" type="pres">
      <dgm:prSet presAssocID="{36494D05-18B3-4C6A-82A9-F7ECE988892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5869E9FA-13A5-4C8B-BA5F-13905403A18A}" type="pres">
      <dgm:prSet presAssocID="{36494D05-18B3-4C6A-82A9-F7ECE9888928}" presName="spaceRect" presStyleCnt="0"/>
      <dgm:spPr/>
    </dgm:pt>
    <dgm:pt modelId="{9D2D7088-5BD2-4683-B3E7-16271BBEF9AC}" type="pres">
      <dgm:prSet presAssocID="{36494D05-18B3-4C6A-82A9-F7ECE9888928}" presName="textRect" presStyleLbl="revTx" presStyleIdx="1" presStyleCnt="5">
        <dgm:presLayoutVars>
          <dgm:chMax val="1"/>
          <dgm:chPref val="1"/>
        </dgm:presLayoutVars>
      </dgm:prSet>
      <dgm:spPr/>
    </dgm:pt>
    <dgm:pt modelId="{14389800-ACAD-4DF3-A590-BB5953D2B897}" type="pres">
      <dgm:prSet presAssocID="{FF78B3EF-BBDD-40B2-BF46-496ED9E08604}" presName="sibTrans" presStyleLbl="sibTrans2D1" presStyleIdx="0" presStyleCnt="0"/>
      <dgm:spPr/>
    </dgm:pt>
    <dgm:pt modelId="{A55A0194-44FB-4576-8350-B37238F3D276}" type="pres">
      <dgm:prSet presAssocID="{206B0C8A-A7DA-4478-A925-AA3AACFBBD86}" presName="compNode" presStyleCnt="0"/>
      <dgm:spPr/>
    </dgm:pt>
    <dgm:pt modelId="{08E10AA6-9F5E-4B56-9257-7144D8235E40}" type="pres">
      <dgm:prSet presAssocID="{206B0C8A-A7DA-4478-A925-AA3AACFBBD86}" presName="iconBgRect" presStyleLbl="bgShp" presStyleIdx="2" presStyleCnt="5"/>
      <dgm:spPr/>
    </dgm:pt>
    <dgm:pt modelId="{25ABC0AC-B831-4CB4-AC4F-2084AAB6C518}" type="pres">
      <dgm:prSet presAssocID="{206B0C8A-A7DA-4478-A925-AA3AACFBBD8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8B0EFD3-CAB0-4BCF-A072-9B94E80F52C3}" type="pres">
      <dgm:prSet presAssocID="{206B0C8A-A7DA-4478-A925-AA3AACFBBD86}" presName="spaceRect" presStyleCnt="0"/>
      <dgm:spPr/>
    </dgm:pt>
    <dgm:pt modelId="{695CFF9D-F524-42D4-95DA-01C0EF8E1574}" type="pres">
      <dgm:prSet presAssocID="{206B0C8A-A7DA-4478-A925-AA3AACFBBD86}" presName="textRect" presStyleLbl="revTx" presStyleIdx="2" presStyleCnt="5">
        <dgm:presLayoutVars>
          <dgm:chMax val="1"/>
          <dgm:chPref val="1"/>
        </dgm:presLayoutVars>
      </dgm:prSet>
      <dgm:spPr/>
    </dgm:pt>
    <dgm:pt modelId="{AB29E1E4-C4B3-4221-BD2C-5A2467764128}" type="pres">
      <dgm:prSet presAssocID="{9D7946FD-F338-4397-A896-8F73947E6A37}" presName="sibTrans" presStyleLbl="sibTrans2D1" presStyleIdx="0" presStyleCnt="0"/>
      <dgm:spPr/>
    </dgm:pt>
    <dgm:pt modelId="{3649F452-F186-4B8A-A995-7861DE80E58A}" type="pres">
      <dgm:prSet presAssocID="{42C4503E-B843-4151-8FA3-6C5023D09E93}" presName="compNode" presStyleCnt="0"/>
      <dgm:spPr/>
    </dgm:pt>
    <dgm:pt modelId="{08187B3E-487B-41D8-A606-F5CCDEE3A8F6}" type="pres">
      <dgm:prSet presAssocID="{42C4503E-B843-4151-8FA3-6C5023D09E93}" presName="iconBgRect" presStyleLbl="bgShp" presStyleIdx="3" presStyleCnt="5"/>
      <dgm:spPr/>
    </dgm:pt>
    <dgm:pt modelId="{BB0D5CDD-BBF4-431A-BF5D-0EEE7C0737CB}" type="pres">
      <dgm:prSet presAssocID="{42C4503E-B843-4151-8FA3-6C5023D09E9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FE510EEF-9706-4931-B01B-AFDA77A7E69C}" type="pres">
      <dgm:prSet presAssocID="{42C4503E-B843-4151-8FA3-6C5023D09E93}" presName="spaceRect" presStyleCnt="0"/>
      <dgm:spPr/>
    </dgm:pt>
    <dgm:pt modelId="{B3BB4FDE-7C27-4465-8742-4D6F82F976CB}" type="pres">
      <dgm:prSet presAssocID="{42C4503E-B843-4151-8FA3-6C5023D09E93}" presName="textRect" presStyleLbl="revTx" presStyleIdx="3" presStyleCnt="5">
        <dgm:presLayoutVars>
          <dgm:chMax val="1"/>
          <dgm:chPref val="1"/>
        </dgm:presLayoutVars>
      </dgm:prSet>
      <dgm:spPr/>
    </dgm:pt>
    <dgm:pt modelId="{42F25E11-A75A-40D0-B0F6-167A9F35E81E}" type="pres">
      <dgm:prSet presAssocID="{7CDD25DD-3CF8-4FDF-B175-9B2195ECC691}" presName="sibTrans" presStyleLbl="sibTrans2D1" presStyleIdx="0" presStyleCnt="0"/>
      <dgm:spPr/>
    </dgm:pt>
    <dgm:pt modelId="{282A34E1-84E4-47BD-9E5E-C8E04C5503F6}" type="pres">
      <dgm:prSet presAssocID="{D8C53DB1-6406-450F-BB7C-F507FD883BC7}" presName="compNode" presStyleCnt="0"/>
      <dgm:spPr/>
    </dgm:pt>
    <dgm:pt modelId="{E3DFDB3D-E0A6-4C53-A41C-6F86A9810843}" type="pres">
      <dgm:prSet presAssocID="{D8C53DB1-6406-450F-BB7C-F507FD883BC7}" presName="iconBgRect" presStyleLbl="bgShp" presStyleIdx="4" presStyleCnt="5"/>
      <dgm:spPr/>
    </dgm:pt>
    <dgm:pt modelId="{CC6097DA-B08C-4BE2-82D5-16E7D8E26A77}" type="pres">
      <dgm:prSet presAssocID="{D8C53DB1-6406-450F-BB7C-F507FD883BC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D3732A7-E8D0-48BF-BF60-8F8019DC8745}" type="pres">
      <dgm:prSet presAssocID="{D8C53DB1-6406-450F-BB7C-F507FD883BC7}" presName="spaceRect" presStyleCnt="0"/>
      <dgm:spPr/>
    </dgm:pt>
    <dgm:pt modelId="{5357C2E9-8C90-475B-8FD4-86D2064B3BDC}" type="pres">
      <dgm:prSet presAssocID="{D8C53DB1-6406-450F-BB7C-F507FD883BC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500F427-DB37-47C9-ACBA-F27A85963661}" type="presOf" srcId="{42C4503E-B843-4151-8FA3-6C5023D09E93}" destId="{B3BB4FDE-7C27-4465-8742-4D6F82F976CB}" srcOrd="0" destOrd="0" presId="urn:microsoft.com/office/officeart/2018/2/layout/IconCircleList"/>
    <dgm:cxn modelId="{00041531-384D-484F-93FA-F4E91A0D31D9}" type="presOf" srcId="{36494D05-18B3-4C6A-82A9-F7ECE9888928}" destId="{9D2D7088-5BD2-4683-B3E7-16271BBEF9AC}" srcOrd="0" destOrd="0" presId="urn:microsoft.com/office/officeart/2018/2/layout/IconCircleList"/>
    <dgm:cxn modelId="{DD066238-6FF8-40C4-BB94-4342552B4371}" srcId="{B197D24C-12E0-4761-A104-F0CC6A0A8F05}" destId="{42C4503E-B843-4151-8FA3-6C5023D09E93}" srcOrd="3" destOrd="0" parTransId="{FB0214D2-8B62-47BC-8909-2244E7FE2B77}" sibTransId="{7CDD25DD-3CF8-4FDF-B175-9B2195ECC691}"/>
    <dgm:cxn modelId="{8F19EE4B-5493-4141-987C-D86BC0204F8D}" type="presOf" srcId="{9D7946FD-F338-4397-A896-8F73947E6A37}" destId="{AB29E1E4-C4B3-4221-BD2C-5A2467764128}" srcOrd="0" destOrd="0" presId="urn:microsoft.com/office/officeart/2018/2/layout/IconCircleList"/>
    <dgm:cxn modelId="{979B376E-83BB-46BF-B3E5-F34887A313CF}" srcId="{B197D24C-12E0-4761-A104-F0CC6A0A8F05}" destId="{36494D05-18B3-4C6A-82A9-F7ECE9888928}" srcOrd="1" destOrd="0" parTransId="{9FD86EA1-FD0B-4701-8942-4C329C3E967D}" sibTransId="{FF78B3EF-BBDD-40B2-BF46-496ED9E08604}"/>
    <dgm:cxn modelId="{5E240C4F-CE4B-495B-9A20-737E46717EF2}" srcId="{B197D24C-12E0-4761-A104-F0CC6A0A8F05}" destId="{F10D5710-CC76-49FF-A567-0129F1EF2BED}" srcOrd="0" destOrd="0" parTransId="{A8AB2FD6-91F3-4061-9BF1-A18B0123F7A5}" sibTransId="{4EF64B21-6258-4880-A947-F6B5D342E207}"/>
    <dgm:cxn modelId="{53E63271-833E-4B7F-BBCB-A76A4110C1C7}" type="presOf" srcId="{4EF64B21-6258-4880-A947-F6B5D342E207}" destId="{B8F3DC0B-5CB1-45B4-A4ED-36E7B15D5F11}" srcOrd="0" destOrd="0" presId="urn:microsoft.com/office/officeart/2018/2/layout/IconCircleList"/>
    <dgm:cxn modelId="{15364D77-7AE2-4813-AA46-171ED4989C18}" type="presOf" srcId="{B197D24C-12E0-4761-A104-F0CC6A0A8F05}" destId="{8407DB11-A795-4DD9-B1FB-F1B4BEF70CEB}" srcOrd="0" destOrd="0" presId="urn:microsoft.com/office/officeart/2018/2/layout/IconCircleList"/>
    <dgm:cxn modelId="{5F258980-F66B-45B6-8715-17B855F9E399}" type="presOf" srcId="{FF78B3EF-BBDD-40B2-BF46-496ED9E08604}" destId="{14389800-ACAD-4DF3-A590-BB5953D2B897}" srcOrd="0" destOrd="0" presId="urn:microsoft.com/office/officeart/2018/2/layout/IconCircleList"/>
    <dgm:cxn modelId="{329AAC81-61AD-4F0E-9EBD-6BB525378387}" type="presOf" srcId="{D8C53DB1-6406-450F-BB7C-F507FD883BC7}" destId="{5357C2E9-8C90-475B-8FD4-86D2064B3BDC}" srcOrd="0" destOrd="0" presId="urn:microsoft.com/office/officeart/2018/2/layout/IconCircleList"/>
    <dgm:cxn modelId="{F2E0DB84-35B4-430D-9EBC-34FEBED90E7F}" srcId="{B197D24C-12E0-4761-A104-F0CC6A0A8F05}" destId="{206B0C8A-A7DA-4478-A925-AA3AACFBBD86}" srcOrd="2" destOrd="0" parTransId="{565FFD1E-73AB-48A3-B7EC-F5267C6D243E}" sibTransId="{9D7946FD-F338-4397-A896-8F73947E6A37}"/>
    <dgm:cxn modelId="{7966A78E-AAD3-400C-BA3B-BDB975A81476}" type="presOf" srcId="{206B0C8A-A7DA-4478-A925-AA3AACFBBD86}" destId="{695CFF9D-F524-42D4-95DA-01C0EF8E1574}" srcOrd="0" destOrd="0" presId="urn:microsoft.com/office/officeart/2018/2/layout/IconCircleList"/>
    <dgm:cxn modelId="{627DF7D4-1A6F-4548-97E2-0BE90A68E3C7}" srcId="{B197D24C-12E0-4761-A104-F0CC6A0A8F05}" destId="{D8C53DB1-6406-450F-BB7C-F507FD883BC7}" srcOrd="4" destOrd="0" parTransId="{6DF1DE4A-58FF-4DC0-8DFB-2F02810B85D4}" sibTransId="{E46E88BE-1F5F-4ADC-B265-72AA9338E8E4}"/>
    <dgm:cxn modelId="{E372B4E3-3CA3-4227-ACB2-022C63744E4D}" type="presOf" srcId="{7CDD25DD-3CF8-4FDF-B175-9B2195ECC691}" destId="{42F25E11-A75A-40D0-B0F6-167A9F35E81E}" srcOrd="0" destOrd="0" presId="urn:microsoft.com/office/officeart/2018/2/layout/IconCircleList"/>
    <dgm:cxn modelId="{0CEEEAE5-2E58-40EA-A030-AC5B2FCEDFB8}" type="presOf" srcId="{F10D5710-CC76-49FF-A567-0129F1EF2BED}" destId="{B341D0B6-2B6B-4EFA-90B9-6C49C51CC20C}" srcOrd="0" destOrd="0" presId="urn:microsoft.com/office/officeart/2018/2/layout/IconCircleList"/>
    <dgm:cxn modelId="{9049B5CF-39B6-4120-810C-C46C6ADC74A3}" type="presParOf" srcId="{8407DB11-A795-4DD9-B1FB-F1B4BEF70CEB}" destId="{EBB0F2F2-E94F-42AB-850C-B7EA140700B6}" srcOrd="0" destOrd="0" presId="urn:microsoft.com/office/officeart/2018/2/layout/IconCircleList"/>
    <dgm:cxn modelId="{6BA2C31C-1C76-46EF-B486-E6B69A61E13A}" type="presParOf" srcId="{EBB0F2F2-E94F-42AB-850C-B7EA140700B6}" destId="{81EAABBF-01B4-4B32-ADD3-B0C29EE31CD4}" srcOrd="0" destOrd="0" presId="urn:microsoft.com/office/officeart/2018/2/layout/IconCircleList"/>
    <dgm:cxn modelId="{02469F45-218E-49B0-9FFA-7C0CEA3CE1BF}" type="presParOf" srcId="{81EAABBF-01B4-4B32-ADD3-B0C29EE31CD4}" destId="{DE1F9DD6-8392-4903-BD96-D2F741D297FF}" srcOrd="0" destOrd="0" presId="urn:microsoft.com/office/officeart/2018/2/layout/IconCircleList"/>
    <dgm:cxn modelId="{F48781B1-4F96-448F-AC24-A5538E318E1C}" type="presParOf" srcId="{81EAABBF-01B4-4B32-ADD3-B0C29EE31CD4}" destId="{7780BD3E-8396-4FC3-8EA4-CBDCE602F7EB}" srcOrd="1" destOrd="0" presId="urn:microsoft.com/office/officeart/2018/2/layout/IconCircleList"/>
    <dgm:cxn modelId="{AD8A3215-0866-43F2-A468-31C58FBED26A}" type="presParOf" srcId="{81EAABBF-01B4-4B32-ADD3-B0C29EE31CD4}" destId="{63394B8D-4181-48BC-AEAB-EA63ACA48651}" srcOrd="2" destOrd="0" presId="urn:microsoft.com/office/officeart/2018/2/layout/IconCircleList"/>
    <dgm:cxn modelId="{A8BAA6EE-9F7E-430D-83CE-909107D8DD5C}" type="presParOf" srcId="{81EAABBF-01B4-4B32-ADD3-B0C29EE31CD4}" destId="{B341D0B6-2B6B-4EFA-90B9-6C49C51CC20C}" srcOrd="3" destOrd="0" presId="urn:microsoft.com/office/officeart/2018/2/layout/IconCircleList"/>
    <dgm:cxn modelId="{6C1A9E6D-C0F8-4098-8890-CCF87FBFD6B0}" type="presParOf" srcId="{EBB0F2F2-E94F-42AB-850C-B7EA140700B6}" destId="{B8F3DC0B-5CB1-45B4-A4ED-36E7B15D5F11}" srcOrd="1" destOrd="0" presId="urn:microsoft.com/office/officeart/2018/2/layout/IconCircleList"/>
    <dgm:cxn modelId="{3361E40F-7237-40E6-BCA1-F47B41A1E357}" type="presParOf" srcId="{EBB0F2F2-E94F-42AB-850C-B7EA140700B6}" destId="{582454B6-62E9-4141-9D8D-4DC6ACAA036F}" srcOrd="2" destOrd="0" presId="urn:microsoft.com/office/officeart/2018/2/layout/IconCircleList"/>
    <dgm:cxn modelId="{73C90987-5681-4DF2-AB64-04461221B0D1}" type="presParOf" srcId="{582454B6-62E9-4141-9D8D-4DC6ACAA036F}" destId="{A8CD29C4-193C-46F7-AE6E-20828A23A472}" srcOrd="0" destOrd="0" presId="urn:microsoft.com/office/officeart/2018/2/layout/IconCircleList"/>
    <dgm:cxn modelId="{BC444133-F7DF-4179-8694-2F780C570613}" type="presParOf" srcId="{582454B6-62E9-4141-9D8D-4DC6ACAA036F}" destId="{13A265CE-B7ED-4DCD-8D28-3FA7232F6A5A}" srcOrd="1" destOrd="0" presId="urn:microsoft.com/office/officeart/2018/2/layout/IconCircleList"/>
    <dgm:cxn modelId="{30A776AC-6EE2-48DC-88F9-2484460F18EC}" type="presParOf" srcId="{582454B6-62E9-4141-9D8D-4DC6ACAA036F}" destId="{5869E9FA-13A5-4C8B-BA5F-13905403A18A}" srcOrd="2" destOrd="0" presId="urn:microsoft.com/office/officeart/2018/2/layout/IconCircleList"/>
    <dgm:cxn modelId="{C01493C5-644C-422E-87F8-F37C0D53771E}" type="presParOf" srcId="{582454B6-62E9-4141-9D8D-4DC6ACAA036F}" destId="{9D2D7088-5BD2-4683-B3E7-16271BBEF9AC}" srcOrd="3" destOrd="0" presId="urn:microsoft.com/office/officeart/2018/2/layout/IconCircleList"/>
    <dgm:cxn modelId="{2DF00758-DD61-4445-AD2B-1071A09775EE}" type="presParOf" srcId="{EBB0F2F2-E94F-42AB-850C-B7EA140700B6}" destId="{14389800-ACAD-4DF3-A590-BB5953D2B897}" srcOrd="3" destOrd="0" presId="urn:microsoft.com/office/officeart/2018/2/layout/IconCircleList"/>
    <dgm:cxn modelId="{3577C6D9-269B-4330-A213-979BC44C5AFA}" type="presParOf" srcId="{EBB0F2F2-E94F-42AB-850C-B7EA140700B6}" destId="{A55A0194-44FB-4576-8350-B37238F3D276}" srcOrd="4" destOrd="0" presId="urn:microsoft.com/office/officeart/2018/2/layout/IconCircleList"/>
    <dgm:cxn modelId="{E32E4792-A72A-4421-AEBF-ED67DE5DCDE5}" type="presParOf" srcId="{A55A0194-44FB-4576-8350-B37238F3D276}" destId="{08E10AA6-9F5E-4B56-9257-7144D8235E40}" srcOrd="0" destOrd="0" presId="urn:microsoft.com/office/officeart/2018/2/layout/IconCircleList"/>
    <dgm:cxn modelId="{DF35C8DF-2333-41FD-9CA0-A525E0387204}" type="presParOf" srcId="{A55A0194-44FB-4576-8350-B37238F3D276}" destId="{25ABC0AC-B831-4CB4-AC4F-2084AAB6C518}" srcOrd="1" destOrd="0" presId="urn:microsoft.com/office/officeart/2018/2/layout/IconCircleList"/>
    <dgm:cxn modelId="{05508EFF-C473-45E0-9A30-800621FE4C45}" type="presParOf" srcId="{A55A0194-44FB-4576-8350-B37238F3D276}" destId="{38B0EFD3-CAB0-4BCF-A072-9B94E80F52C3}" srcOrd="2" destOrd="0" presId="urn:microsoft.com/office/officeart/2018/2/layout/IconCircleList"/>
    <dgm:cxn modelId="{17A50933-1B65-4B78-9C1C-D0709C5B4CB0}" type="presParOf" srcId="{A55A0194-44FB-4576-8350-B37238F3D276}" destId="{695CFF9D-F524-42D4-95DA-01C0EF8E1574}" srcOrd="3" destOrd="0" presId="urn:microsoft.com/office/officeart/2018/2/layout/IconCircleList"/>
    <dgm:cxn modelId="{A3C2FC7C-FC96-415B-964A-3BB52C917F44}" type="presParOf" srcId="{EBB0F2F2-E94F-42AB-850C-B7EA140700B6}" destId="{AB29E1E4-C4B3-4221-BD2C-5A2467764128}" srcOrd="5" destOrd="0" presId="urn:microsoft.com/office/officeart/2018/2/layout/IconCircleList"/>
    <dgm:cxn modelId="{C4E3FCEB-B4C2-4356-A39F-AD0C20C4DE67}" type="presParOf" srcId="{EBB0F2F2-E94F-42AB-850C-B7EA140700B6}" destId="{3649F452-F186-4B8A-A995-7861DE80E58A}" srcOrd="6" destOrd="0" presId="urn:microsoft.com/office/officeart/2018/2/layout/IconCircleList"/>
    <dgm:cxn modelId="{A680B55C-22F8-4853-8B63-680ED01BB0BE}" type="presParOf" srcId="{3649F452-F186-4B8A-A995-7861DE80E58A}" destId="{08187B3E-487B-41D8-A606-F5CCDEE3A8F6}" srcOrd="0" destOrd="0" presId="urn:microsoft.com/office/officeart/2018/2/layout/IconCircleList"/>
    <dgm:cxn modelId="{7B985442-F7E7-4873-A013-8F18693A28AF}" type="presParOf" srcId="{3649F452-F186-4B8A-A995-7861DE80E58A}" destId="{BB0D5CDD-BBF4-431A-BF5D-0EEE7C0737CB}" srcOrd="1" destOrd="0" presId="urn:microsoft.com/office/officeart/2018/2/layout/IconCircleList"/>
    <dgm:cxn modelId="{7D6FF68F-33EB-4E0A-B8D5-EF89040120B9}" type="presParOf" srcId="{3649F452-F186-4B8A-A995-7861DE80E58A}" destId="{FE510EEF-9706-4931-B01B-AFDA77A7E69C}" srcOrd="2" destOrd="0" presId="urn:microsoft.com/office/officeart/2018/2/layout/IconCircleList"/>
    <dgm:cxn modelId="{CF85AC70-86F1-44FB-ABF9-20C7CC9760F9}" type="presParOf" srcId="{3649F452-F186-4B8A-A995-7861DE80E58A}" destId="{B3BB4FDE-7C27-4465-8742-4D6F82F976CB}" srcOrd="3" destOrd="0" presId="urn:microsoft.com/office/officeart/2018/2/layout/IconCircleList"/>
    <dgm:cxn modelId="{E455F613-F344-4AF8-8FCB-F61EBE705798}" type="presParOf" srcId="{EBB0F2F2-E94F-42AB-850C-B7EA140700B6}" destId="{42F25E11-A75A-40D0-B0F6-167A9F35E81E}" srcOrd="7" destOrd="0" presId="urn:microsoft.com/office/officeart/2018/2/layout/IconCircleList"/>
    <dgm:cxn modelId="{5D53C911-DC58-441D-A8F2-9A5729FD19E4}" type="presParOf" srcId="{EBB0F2F2-E94F-42AB-850C-B7EA140700B6}" destId="{282A34E1-84E4-47BD-9E5E-C8E04C5503F6}" srcOrd="8" destOrd="0" presId="urn:microsoft.com/office/officeart/2018/2/layout/IconCircleList"/>
    <dgm:cxn modelId="{B381A383-6E9C-4F04-A48B-4E37ED1D6981}" type="presParOf" srcId="{282A34E1-84E4-47BD-9E5E-C8E04C5503F6}" destId="{E3DFDB3D-E0A6-4C53-A41C-6F86A9810843}" srcOrd="0" destOrd="0" presId="urn:microsoft.com/office/officeart/2018/2/layout/IconCircleList"/>
    <dgm:cxn modelId="{E76EE279-9423-42AE-85D9-673E3DED9B36}" type="presParOf" srcId="{282A34E1-84E4-47BD-9E5E-C8E04C5503F6}" destId="{CC6097DA-B08C-4BE2-82D5-16E7D8E26A77}" srcOrd="1" destOrd="0" presId="urn:microsoft.com/office/officeart/2018/2/layout/IconCircleList"/>
    <dgm:cxn modelId="{6FBE29CC-0D43-43EF-9360-0E3C915D5741}" type="presParOf" srcId="{282A34E1-84E4-47BD-9E5E-C8E04C5503F6}" destId="{AD3732A7-E8D0-48BF-BF60-8F8019DC8745}" srcOrd="2" destOrd="0" presId="urn:microsoft.com/office/officeart/2018/2/layout/IconCircleList"/>
    <dgm:cxn modelId="{6BF65F32-25F6-4770-8EC4-93C9B0953AF7}" type="presParOf" srcId="{282A34E1-84E4-47BD-9E5E-C8E04C5503F6}" destId="{5357C2E9-8C90-475B-8FD4-86D2064B3BD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91A198-C59B-4190-B9BD-6754347330DD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8F63B22-3D35-41BB-91A1-97A5970C003C}">
      <dgm:prSet/>
      <dgm:spPr/>
      <dgm:t>
        <a:bodyPr/>
        <a:lstStyle/>
        <a:p>
          <a:r>
            <a:rPr lang="en-US"/>
            <a:t>Before AI:</a:t>
          </a:r>
        </a:p>
      </dgm:t>
    </dgm:pt>
    <dgm:pt modelId="{C62EE262-B398-42CC-9DAE-88FEB538C7C3}" type="parTrans" cxnId="{833D518B-930E-42FF-8358-DBF1D855075C}">
      <dgm:prSet/>
      <dgm:spPr/>
      <dgm:t>
        <a:bodyPr/>
        <a:lstStyle/>
        <a:p>
          <a:endParaRPr lang="en-US"/>
        </a:p>
      </dgm:t>
    </dgm:pt>
    <dgm:pt modelId="{91CEB506-2918-4703-BA9C-4E26F4705DD9}" type="sibTrans" cxnId="{833D518B-930E-42FF-8358-DBF1D855075C}">
      <dgm:prSet/>
      <dgm:spPr/>
      <dgm:t>
        <a:bodyPr/>
        <a:lstStyle/>
        <a:p>
          <a:endParaRPr lang="en-US"/>
        </a:p>
      </dgm:t>
    </dgm:pt>
    <dgm:pt modelId="{E68F5CAB-A26D-4A8F-A3C6-BDD4686B8206}">
      <dgm:prSet/>
      <dgm:spPr/>
      <dgm:t>
        <a:bodyPr/>
        <a:lstStyle/>
        <a:p>
          <a:r>
            <a:rPr lang="en-US"/>
            <a:t>Manual phishing</a:t>
          </a:r>
        </a:p>
      </dgm:t>
    </dgm:pt>
    <dgm:pt modelId="{9DCF6A92-F2DD-4629-88DF-D9CCF3CCD3BA}" type="parTrans" cxnId="{6E1537C7-391B-49BE-81EF-58B4BF50537B}">
      <dgm:prSet/>
      <dgm:spPr/>
      <dgm:t>
        <a:bodyPr/>
        <a:lstStyle/>
        <a:p>
          <a:endParaRPr lang="en-US"/>
        </a:p>
      </dgm:t>
    </dgm:pt>
    <dgm:pt modelId="{68A689F4-2F23-46D7-9FA3-807CA5461565}" type="sibTrans" cxnId="{6E1537C7-391B-49BE-81EF-58B4BF50537B}">
      <dgm:prSet/>
      <dgm:spPr/>
      <dgm:t>
        <a:bodyPr/>
        <a:lstStyle/>
        <a:p>
          <a:endParaRPr lang="en-US"/>
        </a:p>
      </dgm:t>
    </dgm:pt>
    <dgm:pt modelId="{5439F057-88EF-457D-8218-7CE45F5BB700}">
      <dgm:prSet/>
      <dgm:spPr/>
      <dgm:t>
        <a:bodyPr/>
        <a:lstStyle/>
        <a:p>
          <a:r>
            <a:rPr lang="en-US"/>
            <a:t>Obvious scam writing</a:t>
          </a:r>
        </a:p>
      </dgm:t>
    </dgm:pt>
    <dgm:pt modelId="{5149D9E8-D86F-4F83-88C4-20DB1220EBE4}" type="parTrans" cxnId="{CBA9FD66-B69E-443C-A2E2-514906F62A4A}">
      <dgm:prSet/>
      <dgm:spPr/>
      <dgm:t>
        <a:bodyPr/>
        <a:lstStyle/>
        <a:p>
          <a:endParaRPr lang="en-US"/>
        </a:p>
      </dgm:t>
    </dgm:pt>
    <dgm:pt modelId="{69E196C6-F342-49A1-9C80-7EA1B4F23578}" type="sibTrans" cxnId="{CBA9FD66-B69E-443C-A2E2-514906F62A4A}">
      <dgm:prSet/>
      <dgm:spPr/>
      <dgm:t>
        <a:bodyPr/>
        <a:lstStyle/>
        <a:p>
          <a:endParaRPr lang="en-US"/>
        </a:p>
      </dgm:t>
    </dgm:pt>
    <dgm:pt modelId="{14215735-FA5C-44B3-B26C-66BFDB54A2CF}">
      <dgm:prSet/>
      <dgm:spPr/>
      <dgm:t>
        <a:bodyPr/>
        <a:lstStyle/>
        <a:p>
          <a:r>
            <a:rPr lang="en-US"/>
            <a:t>Slower targeting</a:t>
          </a:r>
        </a:p>
      </dgm:t>
    </dgm:pt>
    <dgm:pt modelId="{6278993F-E680-4534-8E5E-A5DEA6942C11}" type="parTrans" cxnId="{0F01FE70-BEEF-4F19-BA68-20B417269C95}">
      <dgm:prSet/>
      <dgm:spPr/>
      <dgm:t>
        <a:bodyPr/>
        <a:lstStyle/>
        <a:p>
          <a:endParaRPr lang="en-US"/>
        </a:p>
      </dgm:t>
    </dgm:pt>
    <dgm:pt modelId="{2A1465F2-A6A2-409C-BE8F-B6FCFA1B9D9D}" type="sibTrans" cxnId="{0F01FE70-BEEF-4F19-BA68-20B417269C95}">
      <dgm:prSet/>
      <dgm:spPr/>
      <dgm:t>
        <a:bodyPr/>
        <a:lstStyle/>
        <a:p>
          <a:endParaRPr lang="en-US"/>
        </a:p>
      </dgm:t>
    </dgm:pt>
    <dgm:pt modelId="{A541CDE9-194C-4773-84D9-B0E9828BD1A2}">
      <dgm:prSet/>
      <dgm:spPr/>
      <dgm:t>
        <a:bodyPr/>
        <a:lstStyle/>
        <a:p>
          <a:r>
            <a:rPr lang="en-US"/>
            <a:t>Higher attacker skill required</a:t>
          </a:r>
        </a:p>
      </dgm:t>
    </dgm:pt>
    <dgm:pt modelId="{DDE65EC7-1B8F-4FBF-8E29-EFA385330D9F}" type="parTrans" cxnId="{40054B60-D57D-4F1E-A031-06FBEA499F3F}">
      <dgm:prSet/>
      <dgm:spPr/>
      <dgm:t>
        <a:bodyPr/>
        <a:lstStyle/>
        <a:p>
          <a:endParaRPr lang="en-US"/>
        </a:p>
      </dgm:t>
    </dgm:pt>
    <dgm:pt modelId="{8FC475AD-D91A-4956-9566-9F96D4D49213}" type="sibTrans" cxnId="{40054B60-D57D-4F1E-A031-06FBEA499F3F}">
      <dgm:prSet/>
      <dgm:spPr/>
      <dgm:t>
        <a:bodyPr/>
        <a:lstStyle/>
        <a:p>
          <a:endParaRPr lang="en-US"/>
        </a:p>
      </dgm:t>
    </dgm:pt>
    <dgm:pt modelId="{F469540C-AC05-4E2F-B527-15D38024C092}">
      <dgm:prSet/>
      <dgm:spPr/>
      <dgm:t>
        <a:bodyPr/>
        <a:lstStyle/>
        <a:p>
          <a:r>
            <a:rPr lang="en-US"/>
            <a:t>After AI:</a:t>
          </a:r>
        </a:p>
      </dgm:t>
    </dgm:pt>
    <dgm:pt modelId="{3658A2A9-44A0-41F6-AF0D-080923B00931}" type="parTrans" cxnId="{353C285A-9017-4F84-8D0F-3A5D105E713B}">
      <dgm:prSet/>
      <dgm:spPr/>
      <dgm:t>
        <a:bodyPr/>
        <a:lstStyle/>
        <a:p>
          <a:endParaRPr lang="en-US"/>
        </a:p>
      </dgm:t>
    </dgm:pt>
    <dgm:pt modelId="{45CCEF6A-8B29-41C5-8C53-CC022DF415EE}" type="sibTrans" cxnId="{353C285A-9017-4F84-8D0F-3A5D105E713B}">
      <dgm:prSet/>
      <dgm:spPr/>
      <dgm:t>
        <a:bodyPr/>
        <a:lstStyle/>
        <a:p>
          <a:endParaRPr lang="en-US"/>
        </a:p>
      </dgm:t>
    </dgm:pt>
    <dgm:pt modelId="{46E9B237-0560-441C-9147-553E373EDDA7}">
      <dgm:prSet/>
      <dgm:spPr/>
      <dgm:t>
        <a:bodyPr/>
        <a:lstStyle/>
        <a:p>
          <a:r>
            <a:rPr lang="en-US"/>
            <a:t>Personalised phishing at scale</a:t>
          </a:r>
        </a:p>
      </dgm:t>
    </dgm:pt>
    <dgm:pt modelId="{B6C48FBF-0BC0-4B2A-996B-80D974248FE8}" type="parTrans" cxnId="{4E98914F-8282-484A-8E84-F19D574AD8F5}">
      <dgm:prSet/>
      <dgm:spPr/>
      <dgm:t>
        <a:bodyPr/>
        <a:lstStyle/>
        <a:p>
          <a:endParaRPr lang="en-US"/>
        </a:p>
      </dgm:t>
    </dgm:pt>
    <dgm:pt modelId="{49688AC6-2208-4556-BD3E-F6410AD0C233}" type="sibTrans" cxnId="{4E98914F-8282-484A-8E84-F19D574AD8F5}">
      <dgm:prSet/>
      <dgm:spPr/>
      <dgm:t>
        <a:bodyPr/>
        <a:lstStyle/>
        <a:p>
          <a:endParaRPr lang="en-US"/>
        </a:p>
      </dgm:t>
    </dgm:pt>
    <dgm:pt modelId="{63EDF666-E41D-4577-8CF0-2B17D311863C}">
      <dgm:prSet/>
      <dgm:spPr/>
      <dgm:t>
        <a:bodyPr/>
        <a:lstStyle/>
        <a:p>
          <a:r>
            <a:rPr lang="en-US"/>
            <a:t>Perfect grammar + tone matching</a:t>
          </a:r>
        </a:p>
      </dgm:t>
    </dgm:pt>
    <dgm:pt modelId="{7F6C002C-2A79-4D03-93E2-F072E4FC04F2}" type="parTrans" cxnId="{1A8C6B3D-DBB5-4A46-A79F-9BE8DDDB09B6}">
      <dgm:prSet/>
      <dgm:spPr/>
      <dgm:t>
        <a:bodyPr/>
        <a:lstStyle/>
        <a:p>
          <a:endParaRPr lang="en-US"/>
        </a:p>
      </dgm:t>
    </dgm:pt>
    <dgm:pt modelId="{6159114A-8A2D-4248-A2CC-A95044607D97}" type="sibTrans" cxnId="{1A8C6B3D-DBB5-4A46-A79F-9BE8DDDB09B6}">
      <dgm:prSet/>
      <dgm:spPr/>
      <dgm:t>
        <a:bodyPr/>
        <a:lstStyle/>
        <a:p>
          <a:endParaRPr lang="en-US"/>
        </a:p>
      </dgm:t>
    </dgm:pt>
    <dgm:pt modelId="{FE2DDF30-31F4-4D79-9EF7-B7CD3095CEC5}">
      <dgm:prSet/>
      <dgm:spPr/>
      <dgm:t>
        <a:bodyPr/>
        <a:lstStyle/>
        <a:p>
          <a:r>
            <a:rPr lang="en-US"/>
            <a:t>Deepfake voice/video scams</a:t>
          </a:r>
        </a:p>
      </dgm:t>
    </dgm:pt>
    <dgm:pt modelId="{A747FD51-122C-4306-BFB3-153CD25D08A1}" type="parTrans" cxnId="{FC1478F8-A7FC-4086-A179-23DC5F4F8BCC}">
      <dgm:prSet/>
      <dgm:spPr/>
      <dgm:t>
        <a:bodyPr/>
        <a:lstStyle/>
        <a:p>
          <a:endParaRPr lang="en-US"/>
        </a:p>
      </dgm:t>
    </dgm:pt>
    <dgm:pt modelId="{D1F97599-7619-42C3-93DD-0B97D6DFB3F9}" type="sibTrans" cxnId="{FC1478F8-A7FC-4086-A179-23DC5F4F8BCC}">
      <dgm:prSet/>
      <dgm:spPr/>
      <dgm:t>
        <a:bodyPr/>
        <a:lstStyle/>
        <a:p>
          <a:endParaRPr lang="en-US"/>
        </a:p>
      </dgm:t>
    </dgm:pt>
    <dgm:pt modelId="{B1ADFBCD-56F0-45DB-99FF-8F8B0CAD5DE1}">
      <dgm:prSet/>
      <dgm:spPr/>
      <dgm:t>
        <a:bodyPr/>
        <a:lstStyle/>
        <a:p>
          <a:r>
            <a:rPr lang="en-US"/>
            <a:t>Rapid targeting of roles/teams</a:t>
          </a:r>
        </a:p>
      </dgm:t>
    </dgm:pt>
    <dgm:pt modelId="{D2E29BD3-7415-461E-9497-8DF9229CF1FC}" type="parTrans" cxnId="{B7429BA0-43D0-4D18-A6CC-FF1EA66E283A}">
      <dgm:prSet/>
      <dgm:spPr/>
      <dgm:t>
        <a:bodyPr/>
        <a:lstStyle/>
        <a:p>
          <a:endParaRPr lang="en-US"/>
        </a:p>
      </dgm:t>
    </dgm:pt>
    <dgm:pt modelId="{2F85D426-BA85-4DB1-B95F-14A8027F2CB2}" type="sibTrans" cxnId="{B7429BA0-43D0-4D18-A6CC-FF1EA66E283A}">
      <dgm:prSet/>
      <dgm:spPr/>
      <dgm:t>
        <a:bodyPr/>
        <a:lstStyle/>
        <a:p>
          <a:endParaRPr lang="en-US"/>
        </a:p>
      </dgm:t>
    </dgm:pt>
    <dgm:pt modelId="{09876F63-1558-478B-BFBF-2A1527FA8347}" type="pres">
      <dgm:prSet presAssocID="{DC91A198-C59B-4190-B9BD-6754347330DD}" presName="Name0" presStyleCnt="0">
        <dgm:presLayoutVars>
          <dgm:dir/>
          <dgm:animLvl val="lvl"/>
          <dgm:resizeHandles val="exact"/>
        </dgm:presLayoutVars>
      </dgm:prSet>
      <dgm:spPr/>
    </dgm:pt>
    <dgm:pt modelId="{5BE04A62-C941-431B-8799-315BD313AF66}" type="pres">
      <dgm:prSet presAssocID="{38F63B22-3D35-41BB-91A1-97A5970C003C}" presName="composite" presStyleCnt="0"/>
      <dgm:spPr/>
    </dgm:pt>
    <dgm:pt modelId="{AD0E3280-4E2C-4891-B94A-F688533B0F47}" type="pres">
      <dgm:prSet presAssocID="{38F63B22-3D35-41BB-91A1-97A5970C003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4C79E0C-48E5-47B8-B357-BCD9A5E61227}" type="pres">
      <dgm:prSet presAssocID="{38F63B22-3D35-41BB-91A1-97A5970C003C}" presName="desTx" presStyleLbl="alignAccFollowNode1" presStyleIdx="0" presStyleCnt="2">
        <dgm:presLayoutVars>
          <dgm:bulletEnabled val="1"/>
        </dgm:presLayoutVars>
      </dgm:prSet>
      <dgm:spPr/>
    </dgm:pt>
    <dgm:pt modelId="{1975BBF3-0A45-42A8-8085-11092BC08224}" type="pres">
      <dgm:prSet presAssocID="{91CEB506-2918-4703-BA9C-4E26F4705DD9}" presName="space" presStyleCnt="0"/>
      <dgm:spPr/>
    </dgm:pt>
    <dgm:pt modelId="{19AB2096-3F8B-4558-94CB-5BD349CCC47F}" type="pres">
      <dgm:prSet presAssocID="{F469540C-AC05-4E2F-B527-15D38024C092}" presName="composite" presStyleCnt="0"/>
      <dgm:spPr/>
    </dgm:pt>
    <dgm:pt modelId="{2ECF27B9-98B2-492C-91D9-54CB974D34D9}" type="pres">
      <dgm:prSet presAssocID="{F469540C-AC05-4E2F-B527-15D38024C09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E1AF0FB-05EE-42B1-944C-68E7A730B9C4}" type="pres">
      <dgm:prSet presAssocID="{F469540C-AC05-4E2F-B527-15D38024C09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3A78317-5CB8-4519-88EF-9A2A73F38B8F}" type="presOf" srcId="{F469540C-AC05-4E2F-B527-15D38024C092}" destId="{2ECF27B9-98B2-492C-91D9-54CB974D34D9}" srcOrd="0" destOrd="0" presId="urn:microsoft.com/office/officeart/2005/8/layout/hList1"/>
    <dgm:cxn modelId="{1A8C6B3D-DBB5-4A46-A79F-9BE8DDDB09B6}" srcId="{F469540C-AC05-4E2F-B527-15D38024C092}" destId="{63EDF666-E41D-4577-8CF0-2B17D311863C}" srcOrd="1" destOrd="0" parTransId="{7F6C002C-2A79-4D03-93E2-F072E4FC04F2}" sibTransId="{6159114A-8A2D-4248-A2CC-A95044607D97}"/>
    <dgm:cxn modelId="{37C9555C-7577-4117-A0A8-CDBD3F2711FD}" type="presOf" srcId="{A541CDE9-194C-4773-84D9-B0E9828BD1A2}" destId="{A4C79E0C-48E5-47B8-B357-BCD9A5E61227}" srcOrd="0" destOrd="3" presId="urn:microsoft.com/office/officeart/2005/8/layout/hList1"/>
    <dgm:cxn modelId="{40054B60-D57D-4F1E-A031-06FBEA499F3F}" srcId="{38F63B22-3D35-41BB-91A1-97A5970C003C}" destId="{A541CDE9-194C-4773-84D9-B0E9828BD1A2}" srcOrd="3" destOrd="0" parTransId="{DDE65EC7-1B8F-4FBF-8E29-EFA385330D9F}" sibTransId="{8FC475AD-D91A-4956-9566-9F96D4D49213}"/>
    <dgm:cxn modelId="{CBA9FD66-B69E-443C-A2E2-514906F62A4A}" srcId="{38F63B22-3D35-41BB-91A1-97A5970C003C}" destId="{5439F057-88EF-457D-8218-7CE45F5BB700}" srcOrd="1" destOrd="0" parTransId="{5149D9E8-D86F-4F83-88C4-20DB1220EBE4}" sibTransId="{69E196C6-F342-49A1-9C80-7EA1B4F23578}"/>
    <dgm:cxn modelId="{4E98914F-8282-484A-8E84-F19D574AD8F5}" srcId="{F469540C-AC05-4E2F-B527-15D38024C092}" destId="{46E9B237-0560-441C-9147-553E373EDDA7}" srcOrd="0" destOrd="0" parTransId="{B6C48FBF-0BC0-4B2A-996B-80D974248FE8}" sibTransId="{49688AC6-2208-4556-BD3E-F6410AD0C233}"/>
    <dgm:cxn modelId="{D1815870-A3D1-4135-B38A-092C119C446E}" type="presOf" srcId="{B1ADFBCD-56F0-45DB-99FF-8F8B0CAD5DE1}" destId="{1E1AF0FB-05EE-42B1-944C-68E7A730B9C4}" srcOrd="0" destOrd="3" presId="urn:microsoft.com/office/officeart/2005/8/layout/hList1"/>
    <dgm:cxn modelId="{0F01FE70-BEEF-4F19-BA68-20B417269C95}" srcId="{38F63B22-3D35-41BB-91A1-97A5970C003C}" destId="{14215735-FA5C-44B3-B26C-66BFDB54A2CF}" srcOrd="2" destOrd="0" parTransId="{6278993F-E680-4534-8E5E-A5DEA6942C11}" sibTransId="{2A1465F2-A6A2-409C-BE8F-B6FCFA1B9D9D}"/>
    <dgm:cxn modelId="{85F32955-45FE-44FB-9E61-47CFE9D5C0D5}" type="presOf" srcId="{5439F057-88EF-457D-8218-7CE45F5BB700}" destId="{A4C79E0C-48E5-47B8-B357-BCD9A5E61227}" srcOrd="0" destOrd="1" presId="urn:microsoft.com/office/officeart/2005/8/layout/hList1"/>
    <dgm:cxn modelId="{E5173359-DDE5-4A40-8E11-4AFA5BFA62C0}" type="presOf" srcId="{FE2DDF30-31F4-4D79-9EF7-B7CD3095CEC5}" destId="{1E1AF0FB-05EE-42B1-944C-68E7A730B9C4}" srcOrd="0" destOrd="2" presId="urn:microsoft.com/office/officeart/2005/8/layout/hList1"/>
    <dgm:cxn modelId="{353C285A-9017-4F84-8D0F-3A5D105E713B}" srcId="{DC91A198-C59B-4190-B9BD-6754347330DD}" destId="{F469540C-AC05-4E2F-B527-15D38024C092}" srcOrd="1" destOrd="0" parTransId="{3658A2A9-44A0-41F6-AF0D-080923B00931}" sibTransId="{45CCEF6A-8B29-41C5-8C53-CC022DF415EE}"/>
    <dgm:cxn modelId="{F788207C-0CEC-4E7D-A887-CD8FA0DCBF02}" type="presOf" srcId="{14215735-FA5C-44B3-B26C-66BFDB54A2CF}" destId="{A4C79E0C-48E5-47B8-B357-BCD9A5E61227}" srcOrd="0" destOrd="2" presId="urn:microsoft.com/office/officeart/2005/8/layout/hList1"/>
    <dgm:cxn modelId="{833D518B-930E-42FF-8358-DBF1D855075C}" srcId="{DC91A198-C59B-4190-B9BD-6754347330DD}" destId="{38F63B22-3D35-41BB-91A1-97A5970C003C}" srcOrd="0" destOrd="0" parTransId="{C62EE262-B398-42CC-9DAE-88FEB538C7C3}" sibTransId="{91CEB506-2918-4703-BA9C-4E26F4705DD9}"/>
    <dgm:cxn modelId="{969E4695-23A2-4063-8932-DE5BFF80E963}" type="presOf" srcId="{63EDF666-E41D-4577-8CF0-2B17D311863C}" destId="{1E1AF0FB-05EE-42B1-944C-68E7A730B9C4}" srcOrd="0" destOrd="1" presId="urn:microsoft.com/office/officeart/2005/8/layout/hList1"/>
    <dgm:cxn modelId="{4E528C98-0987-448E-85BC-F71498108F8B}" type="presOf" srcId="{E68F5CAB-A26D-4A8F-A3C6-BDD4686B8206}" destId="{A4C79E0C-48E5-47B8-B357-BCD9A5E61227}" srcOrd="0" destOrd="0" presId="urn:microsoft.com/office/officeart/2005/8/layout/hList1"/>
    <dgm:cxn modelId="{B7429BA0-43D0-4D18-A6CC-FF1EA66E283A}" srcId="{F469540C-AC05-4E2F-B527-15D38024C092}" destId="{B1ADFBCD-56F0-45DB-99FF-8F8B0CAD5DE1}" srcOrd="3" destOrd="0" parTransId="{D2E29BD3-7415-461E-9497-8DF9229CF1FC}" sibTransId="{2F85D426-BA85-4DB1-B95F-14A8027F2CB2}"/>
    <dgm:cxn modelId="{21FA6DA3-9668-4D13-8048-CB17F4FDCDDF}" type="presOf" srcId="{46E9B237-0560-441C-9147-553E373EDDA7}" destId="{1E1AF0FB-05EE-42B1-944C-68E7A730B9C4}" srcOrd="0" destOrd="0" presId="urn:microsoft.com/office/officeart/2005/8/layout/hList1"/>
    <dgm:cxn modelId="{A9F434B7-002D-43B7-97F1-1E5F5EE7C0EC}" type="presOf" srcId="{38F63B22-3D35-41BB-91A1-97A5970C003C}" destId="{AD0E3280-4E2C-4891-B94A-F688533B0F47}" srcOrd="0" destOrd="0" presId="urn:microsoft.com/office/officeart/2005/8/layout/hList1"/>
    <dgm:cxn modelId="{6E1537C7-391B-49BE-81EF-58B4BF50537B}" srcId="{38F63B22-3D35-41BB-91A1-97A5970C003C}" destId="{E68F5CAB-A26D-4A8F-A3C6-BDD4686B8206}" srcOrd="0" destOrd="0" parTransId="{9DCF6A92-F2DD-4629-88DF-D9CCF3CCD3BA}" sibTransId="{68A689F4-2F23-46D7-9FA3-807CA5461565}"/>
    <dgm:cxn modelId="{66708BDD-879F-469B-938F-0F94A06F222C}" type="presOf" srcId="{DC91A198-C59B-4190-B9BD-6754347330DD}" destId="{09876F63-1558-478B-BFBF-2A1527FA8347}" srcOrd="0" destOrd="0" presId="urn:microsoft.com/office/officeart/2005/8/layout/hList1"/>
    <dgm:cxn modelId="{FC1478F8-A7FC-4086-A179-23DC5F4F8BCC}" srcId="{F469540C-AC05-4E2F-B527-15D38024C092}" destId="{FE2DDF30-31F4-4D79-9EF7-B7CD3095CEC5}" srcOrd="2" destOrd="0" parTransId="{A747FD51-122C-4306-BFB3-153CD25D08A1}" sibTransId="{D1F97599-7619-42C3-93DD-0B97D6DFB3F9}"/>
    <dgm:cxn modelId="{0E9D57B4-D338-495C-A536-02EAD0FEE870}" type="presParOf" srcId="{09876F63-1558-478B-BFBF-2A1527FA8347}" destId="{5BE04A62-C941-431B-8799-315BD313AF66}" srcOrd="0" destOrd="0" presId="urn:microsoft.com/office/officeart/2005/8/layout/hList1"/>
    <dgm:cxn modelId="{7063A315-1A57-4159-B0C0-98E5557DD2A5}" type="presParOf" srcId="{5BE04A62-C941-431B-8799-315BD313AF66}" destId="{AD0E3280-4E2C-4891-B94A-F688533B0F47}" srcOrd="0" destOrd="0" presId="urn:microsoft.com/office/officeart/2005/8/layout/hList1"/>
    <dgm:cxn modelId="{CFEDBBB9-C555-415E-AB8C-F7E88E5D1287}" type="presParOf" srcId="{5BE04A62-C941-431B-8799-315BD313AF66}" destId="{A4C79E0C-48E5-47B8-B357-BCD9A5E61227}" srcOrd="1" destOrd="0" presId="urn:microsoft.com/office/officeart/2005/8/layout/hList1"/>
    <dgm:cxn modelId="{E7A66C85-F0BD-47E9-A990-66D0D8E661EA}" type="presParOf" srcId="{09876F63-1558-478B-BFBF-2A1527FA8347}" destId="{1975BBF3-0A45-42A8-8085-11092BC08224}" srcOrd="1" destOrd="0" presId="urn:microsoft.com/office/officeart/2005/8/layout/hList1"/>
    <dgm:cxn modelId="{C052293A-104A-410A-9224-741E675B87A0}" type="presParOf" srcId="{09876F63-1558-478B-BFBF-2A1527FA8347}" destId="{19AB2096-3F8B-4558-94CB-5BD349CCC47F}" srcOrd="2" destOrd="0" presId="urn:microsoft.com/office/officeart/2005/8/layout/hList1"/>
    <dgm:cxn modelId="{8BC8EF60-4713-4E85-A289-1CF8816FA57E}" type="presParOf" srcId="{19AB2096-3F8B-4558-94CB-5BD349CCC47F}" destId="{2ECF27B9-98B2-492C-91D9-54CB974D34D9}" srcOrd="0" destOrd="0" presId="urn:microsoft.com/office/officeart/2005/8/layout/hList1"/>
    <dgm:cxn modelId="{255CA993-3753-4B1F-AD39-AB9565E5620E}" type="presParOf" srcId="{19AB2096-3F8B-4558-94CB-5BD349CCC47F}" destId="{1E1AF0FB-05EE-42B1-944C-68E7A730B9C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D4F27E-570A-4663-8D30-A4EE9CFEB9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8646BD-0788-4B54-9FAF-07C2FF4E94A1}">
      <dgm:prSet/>
      <dgm:spPr/>
      <dgm:t>
        <a:bodyPr/>
        <a:lstStyle/>
        <a:p>
          <a:r>
            <a:rPr lang="en-US"/>
            <a:t>Explain two ways AI changes cyber risk for NZ organisations</a:t>
          </a:r>
        </a:p>
      </dgm:t>
    </dgm:pt>
    <dgm:pt modelId="{D0E1CF87-D58B-4D30-A338-59E2AB747544}" type="parTrans" cxnId="{9837D9CB-1E8C-47E7-989E-FB18FB0F56F7}">
      <dgm:prSet/>
      <dgm:spPr/>
      <dgm:t>
        <a:bodyPr/>
        <a:lstStyle/>
        <a:p>
          <a:endParaRPr lang="en-US"/>
        </a:p>
      </dgm:t>
    </dgm:pt>
    <dgm:pt modelId="{E9C3CD8C-1BF1-4B29-A9CA-9A708F32D553}" type="sibTrans" cxnId="{9837D9CB-1E8C-47E7-989E-FB18FB0F56F7}">
      <dgm:prSet/>
      <dgm:spPr/>
      <dgm:t>
        <a:bodyPr/>
        <a:lstStyle/>
        <a:p>
          <a:endParaRPr lang="en-US"/>
        </a:p>
      </dgm:t>
    </dgm:pt>
    <dgm:pt modelId="{A71E67A2-1283-4CAD-B3B8-7BA64F360ADF}">
      <dgm:prSet/>
      <dgm:spPr/>
      <dgm:t>
        <a:bodyPr/>
        <a:lstStyle/>
        <a:p>
          <a:r>
            <a:rPr lang="en-US"/>
            <a:t>Recommend two controls that reduce impact</a:t>
          </a:r>
        </a:p>
      </dgm:t>
    </dgm:pt>
    <dgm:pt modelId="{C491CB0D-9DA6-4718-9A23-636A18795DFE}" type="parTrans" cxnId="{69CD934A-6763-4354-BF62-CC41A824F9FB}">
      <dgm:prSet/>
      <dgm:spPr/>
      <dgm:t>
        <a:bodyPr/>
        <a:lstStyle/>
        <a:p>
          <a:endParaRPr lang="en-US"/>
        </a:p>
      </dgm:t>
    </dgm:pt>
    <dgm:pt modelId="{948ECC13-E939-4514-8656-24759672E194}" type="sibTrans" cxnId="{69CD934A-6763-4354-BF62-CC41A824F9FB}">
      <dgm:prSet/>
      <dgm:spPr/>
      <dgm:t>
        <a:bodyPr/>
        <a:lstStyle/>
        <a:p>
          <a:endParaRPr lang="en-US"/>
        </a:p>
      </dgm:t>
    </dgm:pt>
    <dgm:pt modelId="{2D4285BC-7C9D-45B9-BDE9-344EF90A544C}" type="pres">
      <dgm:prSet presAssocID="{4ED4F27E-570A-4663-8D30-A4EE9CFEB96E}" presName="root" presStyleCnt="0">
        <dgm:presLayoutVars>
          <dgm:dir/>
          <dgm:resizeHandles val="exact"/>
        </dgm:presLayoutVars>
      </dgm:prSet>
      <dgm:spPr/>
    </dgm:pt>
    <dgm:pt modelId="{72719108-5821-40E2-96D4-CB945A4EECDA}" type="pres">
      <dgm:prSet presAssocID="{1C8646BD-0788-4B54-9FAF-07C2FF4E94A1}" presName="compNode" presStyleCnt="0"/>
      <dgm:spPr/>
    </dgm:pt>
    <dgm:pt modelId="{12B5A1F8-A3E9-4E63-86F9-01D0489956E9}" type="pres">
      <dgm:prSet presAssocID="{1C8646BD-0788-4B54-9FAF-07C2FF4E94A1}" presName="bgRect" presStyleLbl="bgShp" presStyleIdx="0" presStyleCnt="2"/>
      <dgm:spPr/>
    </dgm:pt>
    <dgm:pt modelId="{A43FE365-0197-4A1C-A875-D353F1B7F9ED}" type="pres">
      <dgm:prSet presAssocID="{1C8646BD-0788-4B54-9FAF-07C2FF4E94A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A4DD576-4AF7-4D63-B40B-231627626BA0}" type="pres">
      <dgm:prSet presAssocID="{1C8646BD-0788-4B54-9FAF-07C2FF4E94A1}" presName="spaceRect" presStyleCnt="0"/>
      <dgm:spPr/>
    </dgm:pt>
    <dgm:pt modelId="{CFF02A3B-3017-4921-9804-5C6829EE55C1}" type="pres">
      <dgm:prSet presAssocID="{1C8646BD-0788-4B54-9FAF-07C2FF4E94A1}" presName="parTx" presStyleLbl="revTx" presStyleIdx="0" presStyleCnt="2">
        <dgm:presLayoutVars>
          <dgm:chMax val="0"/>
          <dgm:chPref val="0"/>
        </dgm:presLayoutVars>
      </dgm:prSet>
      <dgm:spPr/>
    </dgm:pt>
    <dgm:pt modelId="{5A1441A8-4216-49AD-AC73-B4B782A3A544}" type="pres">
      <dgm:prSet presAssocID="{E9C3CD8C-1BF1-4B29-A9CA-9A708F32D553}" presName="sibTrans" presStyleCnt="0"/>
      <dgm:spPr/>
    </dgm:pt>
    <dgm:pt modelId="{C99CCCAF-9E50-4130-BF02-242218063335}" type="pres">
      <dgm:prSet presAssocID="{A71E67A2-1283-4CAD-B3B8-7BA64F360ADF}" presName="compNode" presStyleCnt="0"/>
      <dgm:spPr/>
    </dgm:pt>
    <dgm:pt modelId="{6F7070CD-9C59-4AF1-A00C-222A45095BE4}" type="pres">
      <dgm:prSet presAssocID="{A71E67A2-1283-4CAD-B3B8-7BA64F360ADF}" presName="bgRect" presStyleLbl="bgShp" presStyleIdx="1" presStyleCnt="2"/>
      <dgm:spPr/>
    </dgm:pt>
    <dgm:pt modelId="{AF6561C9-5F7A-4B5B-94A2-315054F4418D}" type="pres">
      <dgm:prSet presAssocID="{A71E67A2-1283-4CAD-B3B8-7BA64F360AD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3795DBF5-0194-475B-8F24-9A6CACE3471A}" type="pres">
      <dgm:prSet presAssocID="{A71E67A2-1283-4CAD-B3B8-7BA64F360ADF}" presName="spaceRect" presStyleCnt="0"/>
      <dgm:spPr/>
    </dgm:pt>
    <dgm:pt modelId="{3E1467C4-6467-4029-A2C2-8CC858E485C9}" type="pres">
      <dgm:prSet presAssocID="{A71E67A2-1283-4CAD-B3B8-7BA64F360AD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9CD934A-6763-4354-BF62-CC41A824F9FB}" srcId="{4ED4F27E-570A-4663-8D30-A4EE9CFEB96E}" destId="{A71E67A2-1283-4CAD-B3B8-7BA64F360ADF}" srcOrd="1" destOrd="0" parTransId="{C491CB0D-9DA6-4718-9A23-636A18795DFE}" sibTransId="{948ECC13-E939-4514-8656-24759672E194}"/>
    <dgm:cxn modelId="{13C5F1B1-1EDD-4B15-9085-ED1D76FA65CF}" type="presOf" srcId="{A71E67A2-1283-4CAD-B3B8-7BA64F360ADF}" destId="{3E1467C4-6467-4029-A2C2-8CC858E485C9}" srcOrd="0" destOrd="0" presId="urn:microsoft.com/office/officeart/2018/2/layout/IconVerticalSolidList"/>
    <dgm:cxn modelId="{03C24FC0-10ED-474D-9837-D636A7ACA38D}" type="presOf" srcId="{1C8646BD-0788-4B54-9FAF-07C2FF4E94A1}" destId="{CFF02A3B-3017-4921-9804-5C6829EE55C1}" srcOrd="0" destOrd="0" presId="urn:microsoft.com/office/officeart/2018/2/layout/IconVerticalSolidList"/>
    <dgm:cxn modelId="{9837D9CB-1E8C-47E7-989E-FB18FB0F56F7}" srcId="{4ED4F27E-570A-4663-8D30-A4EE9CFEB96E}" destId="{1C8646BD-0788-4B54-9FAF-07C2FF4E94A1}" srcOrd="0" destOrd="0" parTransId="{D0E1CF87-D58B-4D30-A338-59E2AB747544}" sibTransId="{E9C3CD8C-1BF1-4B29-A9CA-9A708F32D553}"/>
    <dgm:cxn modelId="{3C536AEA-EBA8-41BF-B689-13B1C9CF78EB}" type="presOf" srcId="{4ED4F27E-570A-4663-8D30-A4EE9CFEB96E}" destId="{2D4285BC-7C9D-45B9-BDE9-344EF90A544C}" srcOrd="0" destOrd="0" presId="urn:microsoft.com/office/officeart/2018/2/layout/IconVerticalSolidList"/>
    <dgm:cxn modelId="{E721882B-7FC8-47D0-9DB3-FDFAC1380ED8}" type="presParOf" srcId="{2D4285BC-7C9D-45B9-BDE9-344EF90A544C}" destId="{72719108-5821-40E2-96D4-CB945A4EECDA}" srcOrd="0" destOrd="0" presId="urn:microsoft.com/office/officeart/2018/2/layout/IconVerticalSolidList"/>
    <dgm:cxn modelId="{414479E2-39F9-4EFF-8BF1-7C0F1969AA2E}" type="presParOf" srcId="{72719108-5821-40E2-96D4-CB945A4EECDA}" destId="{12B5A1F8-A3E9-4E63-86F9-01D0489956E9}" srcOrd="0" destOrd="0" presId="urn:microsoft.com/office/officeart/2018/2/layout/IconVerticalSolidList"/>
    <dgm:cxn modelId="{523FFD45-4756-43D2-AB68-174B8E4EE7CE}" type="presParOf" srcId="{72719108-5821-40E2-96D4-CB945A4EECDA}" destId="{A43FE365-0197-4A1C-A875-D353F1B7F9ED}" srcOrd="1" destOrd="0" presId="urn:microsoft.com/office/officeart/2018/2/layout/IconVerticalSolidList"/>
    <dgm:cxn modelId="{6495B327-08AA-419D-8562-99B480CCA43C}" type="presParOf" srcId="{72719108-5821-40E2-96D4-CB945A4EECDA}" destId="{5A4DD576-4AF7-4D63-B40B-231627626BA0}" srcOrd="2" destOrd="0" presId="urn:microsoft.com/office/officeart/2018/2/layout/IconVerticalSolidList"/>
    <dgm:cxn modelId="{594DCDE4-878E-4169-A310-6BB9384691B8}" type="presParOf" srcId="{72719108-5821-40E2-96D4-CB945A4EECDA}" destId="{CFF02A3B-3017-4921-9804-5C6829EE55C1}" srcOrd="3" destOrd="0" presId="urn:microsoft.com/office/officeart/2018/2/layout/IconVerticalSolidList"/>
    <dgm:cxn modelId="{527CA7B4-B256-4C5F-AE3A-8D822F821A45}" type="presParOf" srcId="{2D4285BC-7C9D-45B9-BDE9-344EF90A544C}" destId="{5A1441A8-4216-49AD-AC73-B4B782A3A544}" srcOrd="1" destOrd="0" presId="urn:microsoft.com/office/officeart/2018/2/layout/IconVerticalSolidList"/>
    <dgm:cxn modelId="{0F2223B2-46C5-4A1A-B848-05F5530DBCE0}" type="presParOf" srcId="{2D4285BC-7C9D-45B9-BDE9-344EF90A544C}" destId="{C99CCCAF-9E50-4130-BF02-242218063335}" srcOrd="2" destOrd="0" presId="urn:microsoft.com/office/officeart/2018/2/layout/IconVerticalSolidList"/>
    <dgm:cxn modelId="{818001AB-77A3-45C3-A7C9-043A6B29B0E1}" type="presParOf" srcId="{C99CCCAF-9E50-4130-BF02-242218063335}" destId="{6F7070CD-9C59-4AF1-A00C-222A45095BE4}" srcOrd="0" destOrd="0" presId="urn:microsoft.com/office/officeart/2018/2/layout/IconVerticalSolidList"/>
    <dgm:cxn modelId="{9DF7D8D8-BC05-40B5-8854-C54A012333E6}" type="presParOf" srcId="{C99CCCAF-9E50-4130-BF02-242218063335}" destId="{AF6561C9-5F7A-4B5B-94A2-315054F4418D}" srcOrd="1" destOrd="0" presId="urn:microsoft.com/office/officeart/2018/2/layout/IconVerticalSolidList"/>
    <dgm:cxn modelId="{DAB26F64-8CA3-492D-9B97-C502FF228F0E}" type="presParOf" srcId="{C99CCCAF-9E50-4130-BF02-242218063335}" destId="{3795DBF5-0194-475B-8F24-9A6CACE3471A}" srcOrd="2" destOrd="0" presId="urn:microsoft.com/office/officeart/2018/2/layout/IconVerticalSolidList"/>
    <dgm:cxn modelId="{4B8D2536-CB32-449D-A3A7-E21C443C6731}" type="presParOf" srcId="{C99CCCAF-9E50-4130-BF02-242218063335}" destId="{3E1467C4-6467-4029-A2C2-8CC858E485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B74493-5D37-4A7E-B78D-2E6032C526D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289704-ACED-4366-BDC7-E25CA19D9D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scales and improves social engineering</a:t>
          </a:r>
        </a:p>
      </dgm:t>
    </dgm:pt>
    <dgm:pt modelId="{CE406F00-CE2C-4C9A-9550-8F1C36843E39}" type="parTrans" cxnId="{4549455C-E3F8-431C-9E45-AF0FB401B93B}">
      <dgm:prSet/>
      <dgm:spPr/>
      <dgm:t>
        <a:bodyPr/>
        <a:lstStyle/>
        <a:p>
          <a:endParaRPr lang="en-US"/>
        </a:p>
      </dgm:t>
    </dgm:pt>
    <dgm:pt modelId="{5D8D4245-CA66-4A8D-9B69-2BB101388440}" type="sibTrans" cxnId="{4549455C-E3F8-431C-9E45-AF0FB401B93B}">
      <dgm:prSet/>
      <dgm:spPr/>
      <dgm:t>
        <a:bodyPr/>
        <a:lstStyle/>
        <a:p>
          <a:endParaRPr lang="en-US"/>
        </a:p>
      </dgm:t>
    </dgm:pt>
    <dgm:pt modelId="{4294380E-E498-4147-8594-249CE73462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Trust signals (voice/video/writing) are less reliable</a:t>
          </a:r>
        </a:p>
      </dgm:t>
    </dgm:pt>
    <dgm:pt modelId="{D82419EA-A812-494E-B7FB-4CEE2D6DC349}" type="parTrans" cxnId="{E046B786-5050-4732-8CAD-858B6457DB7B}">
      <dgm:prSet/>
      <dgm:spPr/>
      <dgm:t>
        <a:bodyPr/>
        <a:lstStyle/>
        <a:p>
          <a:endParaRPr lang="en-US"/>
        </a:p>
      </dgm:t>
    </dgm:pt>
    <dgm:pt modelId="{87678160-E389-49A4-8801-DA70B1222F1B}" type="sibTrans" cxnId="{E046B786-5050-4732-8CAD-858B6457DB7B}">
      <dgm:prSet/>
      <dgm:spPr/>
      <dgm:t>
        <a:bodyPr/>
        <a:lstStyle/>
        <a:p>
          <a:endParaRPr lang="en-US"/>
        </a:p>
      </dgm:t>
    </dgm:pt>
    <dgm:pt modelId="{660BC8DE-E022-4ED7-89A0-6229E5471C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lowers barriers and increases attack volume</a:t>
          </a:r>
        </a:p>
      </dgm:t>
    </dgm:pt>
    <dgm:pt modelId="{31F2DDFE-90AA-4B4B-96B4-676411CC6D2E}" type="parTrans" cxnId="{400406A5-EFEC-4D6A-B79A-7638A31FC2C6}">
      <dgm:prSet/>
      <dgm:spPr/>
      <dgm:t>
        <a:bodyPr/>
        <a:lstStyle/>
        <a:p>
          <a:endParaRPr lang="en-US"/>
        </a:p>
      </dgm:t>
    </dgm:pt>
    <dgm:pt modelId="{B991A356-6036-43B3-8052-DE8214E71569}" type="sibTrans" cxnId="{400406A5-EFEC-4D6A-B79A-7638A31FC2C6}">
      <dgm:prSet/>
      <dgm:spPr/>
      <dgm:t>
        <a:bodyPr/>
        <a:lstStyle/>
        <a:p>
          <a:endParaRPr lang="en-US"/>
        </a:p>
      </dgm:t>
    </dgm:pt>
    <dgm:pt modelId="{4F8EE63F-4AF7-4D27-B267-0DCD8E4337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NZ organisations need layered controls + strong processes</a:t>
          </a:r>
        </a:p>
      </dgm:t>
    </dgm:pt>
    <dgm:pt modelId="{BCAD9F0F-22F2-4B84-83B0-47FAFDB55730}" type="parTrans" cxnId="{2832E33D-D457-4BA5-8AC0-904FAC71E5F0}">
      <dgm:prSet/>
      <dgm:spPr/>
      <dgm:t>
        <a:bodyPr/>
        <a:lstStyle/>
        <a:p>
          <a:endParaRPr lang="en-US"/>
        </a:p>
      </dgm:t>
    </dgm:pt>
    <dgm:pt modelId="{985FDF3A-5AD1-438F-B5E7-9C73D1D7986A}" type="sibTrans" cxnId="{2832E33D-D457-4BA5-8AC0-904FAC71E5F0}">
      <dgm:prSet/>
      <dgm:spPr/>
      <dgm:t>
        <a:bodyPr/>
        <a:lstStyle/>
        <a:p>
          <a:endParaRPr lang="en-US"/>
        </a:p>
      </dgm:t>
    </dgm:pt>
    <dgm:pt modelId="{42F61482-0350-42EA-80D5-FC1C7870E50C}" type="pres">
      <dgm:prSet presAssocID="{8DB74493-5D37-4A7E-B78D-2E6032C526D4}" presName="root" presStyleCnt="0">
        <dgm:presLayoutVars>
          <dgm:dir/>
          <dgm:resizeHandles val="exact"/>
        </dgm:presLayoutVars>
      </dgm:prSet>
      <dgm:spPr/>
    </dgm:pt>
    <dgm:pt modelId="{E72B904A-E578-411C-ABBE-ADD78F590DF9}" type="pres">
      <dgm:prSet presAssocID="{32289704-ACED-4366-BDC7-E25CA19D9D1C}" presName="compNode" presStyleCnt="0"/>
      <dgm:spPr/>
    </dgm:pt>
    <dgm:pt modelId="{4F4108E3-F68D-478F-BCBC-D2C7C1F9C1E6}" type="pres">
      <dgm:prSet presAssocID="{32289704-ACED-4366-BDC7-E25CA19D9D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630670E-5349-455F-AEFE-CC7CA9214B45}" type="pres">
      <dgm:prSet presAssocID="{32289704-ACED-4366-BDC7-E25CA19D9D1C}" presName="spaceRect" presStyleCnt="0"/>
      <dgm:spPr/>
    </dgm:pt>
    <dgm:pt modelId="{830788BD-7F7A-48FB-BAC5-4C789BD5726A}" type="pres">
      <dgm:prSet presAssocID="{32289704-ACED-4366-BDC7-E25CA19D9D1C}" presName="textRect" presStyleLbl="revTx" presStyleIdx="0" presStyleCnt="4">
        <dgm:presLayoutVars>
          <dgm:chMax val="1"/>
          <dgm:chPref val="1"/>
        </dgm:presLayoutVars>
      </dgm:prSet>
      <dgm:spPr/>
    </dgm:pt>
    <dgm:pt modelId="{150AD308-DD6A-4C79-8D3D-BC794F55BF6C}" type="pres">
      <dgm:prSet presAssocID="{5D8D4245-CA66-4A8D-9B69-2BB101388440}" presName="sibTrans" presStyleCnt="0"/>
      <dgm:spPr/>
    </dgm:pt>
    <dgm:pt modelId="{5EA29514-0A8D-434B-8F6F-2A42AED36915}" type="pres">
      <dgm:prSet presAssocID="{4294380E-E498-4147-8594-249CE7346269}" presName="compNode" presStyleCnt="0"/>
      <dgm:spPr/>
    </dgm:pt>
    <dgm:pt modelId="{581CBBCC-5AAF-424A-88C7-C012B482D869}" type="pres">
      <dgm:prSet presAssocID="{4294380E-E498-4147-8594-249CE734626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DFF6728-C885-4C94-8099-95AA976E754C}" type="pres">
      <dgm:prSet presAssocID="{4294380E-E498-4147-8594-249CE7346269}" presName="spaceRect" presStyleCnt="0"/>
      <dgm:spPr/>
    </dgm:pt>
    <dgm:pt modelId="{266367F7-CE54-4C07-898A-6381BAAF98CC}" type="pres">
      <dgm:prSet presAssocID="{4294380E-E498-4147-8594-249CE7346269}" presName="textRect" presStyleLbl="revTx" presStyleIdx="1" presStyleCnt="4">
        <dgm:presLayoutVars>
          <dgm:chMax val="1"/>
          <dgm:chPref val="1"/>
        </dgm:presLayoutVars>
      </dgm:prSet>
      <dgm:spPr/>
    </dgm:pt>
    <dgm:pt modelId="{D5A4FEB0-D20B-4CD9-9A43-3FC0A23C4F09}" type="pres">
      <dgm:prSet presAssocID="{87678160-E389-49A4-8801-DA70B1222F1B}" presName="sibTrans" presStyleCnt="0"/>
      <dgm:spPr/>
    </dgm:pt>
    <dgm:pt modelId="{37509500-85E9-4093-B750-03520B5A1915}" type="pres">
      <dgm:prSet presAssocID="{660BC8DE-E022-4ED7-89A0-6229E5471C06}" presName="compNode" presStyleCnt="0"/>
      <dgm:spPr/>
    </dgm:pt>
    <dgm:pt modelId="{4C16C551-8A19-4E66-B44F-19BAA4EA2829}" type="pres">
      <dgm:prSet presAssocID="{660BC8DE-E022-4ED7-89A0-6229E5471C0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467760D-17E3-470F-87EC-6D5023F44806}" type="pres">
      <dgm:prSet presAssocID="{660BC8DE-E022-4ED7-89A0-6229E5471C06}" presName="spaceRect" presStyleCnt="0"/>
      <dgm:spPr/>
    </dgm:pt>
    <dgm:pt modelId="{51914D25-50CF-4763-9E81-267A9C0FFBE9}" type="pres">
      <dgm:prSet presAssocID="{660BC8DE-E022-4ED7-89A0-6229E5471C06}" presName="textRect" presStyleLbl="revTx" presStyleIdx="2" presStyleCnt="4">
        <dgm:presLayoutVars>
          <dgm:chMax val="1"/>
          <dgm:chPref val="1"/>
        </dgm:presLayoutVars>
      </dgm:prSet>
      <dgm:spPr/>
    </dgm:pt>
    <dgm:pt modelId="{4CAF3A3D-EB73-415B-AF4C-0B880BCBF65B}" type="pres">
      <dgm:prSet presAssocID="{B991A356-6036-43B3-8052-DE8214E71569}" presName="sibTrans" presStyleCnt="0"/>
      <dgm:spPr/>
    </dgm:pt>
    <dgm:pt modelId="{680F825D-1AD4-43C1-B3B4-C076D5DDE06D}" type="pres">
      <dgm:prSet presAssocID="{4F8EE63F-4AF7-4D27-B267-0DCD8E4337B7}" presName="compNode" presStyleCnt="0"/>
      <dgm:spPr/>
    </dgm:pt>
    <dgm:pt modelId="{9DA1C775-F6CE-4A83-A67F-9877A1373466}" type="pres">
      <dgm:prSet presAssocID="{4F8EE63F-4AF7-4D27-B267-0DCD8E4337B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B318E13-5FF2-4323-8EDB-581C5F9E2BC3}" type="pres">
      <dgm:prSet presAssocID="{4F8EE63F-4AF7-4D27-B267-0DCD8E4337B7}" presName="spaceRect" presStyleCnt="0"/>
      <dgm:spPr/>
    </dgm:pt>
    <dgm:pt modelId="{2ED72B42-6841-439F-9BC7-3190A019ABCA}" type="pres">
      <dgm:prSet presAssocID="{4F8EE63F-4AF7-4D27-B267-0DCD8E4337B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482B403-EEB1-4088-B17E-5D9EE3516D20}" type="presOf" srcId="{4294380E-E498-4147-8594-249CE7346269}" destId="{266367F7-CE54-4C07-898A-6381BAAF98CC}" srcOrd="0" destOrd="0" presId="urn:microsoft.com/office/officeart/2018/2/layout/IconLabelList"/>
    <dgm:cxn modelId="{B6F7B40C-0768-49DF-BEB2-8DB04AC2F6C1}" type="presOf" srcId="{660BC8DE-E022-4ED7-89A0-6229E5471C06}" destId="{51914D25-50CF-4763-9E81-267A9C0FFBE9}" srcOrd="0" destOrd="0" presId="urn:microsoft.com/office/officeart/2018/2/layout/IconLabelList"/>
    <dgm:cxn modelId="{E423DC38-0108-4C45-94FA-82DB7141E540}" type="presOf" srcId="{8DB74493-5D37-4A7E-B78D-2E6032C526D4}" destId="{42F61482-0350-42EA-80D5-FC1C7870E50C}" srcOrd="0" destOrd="0" presId="urn:microsoft.com/office/officeart/2018/2/layout/IconLabelList"/>
    <dgm:cxn modelId="{2832E33D-D457-4BA5-8AC0-904FAC71E5F0}" srcId="{8DB74493-5D37-4A7E-B78D-2E6032C526D4}" destId="{4F8EE63F-4AF7-4D27-B267-0DCD8E4337B7}" srcOrd="3" destOrd="0" parTransId="{BCAD9F0F-22F2-4B84-83B0-47FAFDB55730}" sibTransId="{985FDF3A-5AD1-438F-B5E7-9C73D1D7986A}"/>
    <dgm:cxn modelId="{4549455C-E3F8-431C-9E45-AF0FB401B93B}" srcId="{8DB74493-5D37-4A7E-B78D-2E6032C526D4}" destId="{32289704-ACED-4366-BDC7-E25CA19D9D1C}" srcOrd="0" destOrd="0" parTransId="{CE406F00-CE2C-4C9A-9550-8F1C36843E39}" sibTransId="{5D8D4245-CA66-4A8D-9B69-2BB101388440}"/>
    <dgm:cxn modelId="{265D8E7D-F38F-4A2E-A7D7-68FC88DABBEA}" type="presOf" srcId="{4F8EE63F-4AF7-4D27-B267-0DCD8E4337B7}" destId="{2ED72B42-6841-439F-9BC7-3190A019ABCA}" srcOrd="0" destOrd="0" presId="urn:microsoft.com/office/officeart/2018/2/layout/IconLabelList"/>
    <dgm:cxn modelId="{E046B786-5050-4732-8CAD-858B6457DB7B}" srcId="{8DB74493-5D37-4A7E-B78D-2E6032C526D4}" destId="{4294380E-E498-4147-8594-249CE7346269}" srcOrd="1" destOrd="0" parTransId="{D82419EA-A812-494E-B7FB-4CEE2D6DC349}" sibTransId="{87678160-E389-49A4-8801-DA70B1222F1B}"/>
    <dgm:cxn modelId="{400406A5-EFEC-4D6A-B79A-7638A31FC2C6}" srcId="{8DB74493-5D37-4A7E-B78D-2E6032C526D4}" destId="{660BC8DE-E022-4ED7-89A0-6229E5471C06}" srcOrd="2" destOrd="0" parTransId="{31F2DDFE-90AA-4B4B-96B4-676411CC6D2E}" sibTransId="{B991A356-6036-43B3-8052-DE8214E71569}"/>
    <dgm:cxn modelId="{5AB3AFC1-984E-4F68-8D96-66FC3BC77452}" type="presOf" srcId="{32289704-ACED-4366-BDC7-E25CA19D9D1C}" destId="{830788BD-7F7A-48FB-BAC5-4C789BD5726A}" srcOrd="0" destOrd="0" presId="urn:microsoft.com/office/officeart/2018/2/layout/IconLabelList"/>
    <dgm:cxn modelId="{8AD44A2F-8D2E-471F-AF4B-AE07B8DA6823}" type="presParOf" srcId="{42F61482-0350-42EA-80D5-FC1C7870E50C}" destId="{E72B904A-E578-411C-ABBE-ADD78F590DF9}" srcOrd="0" destOrd="0" presId="urn:microsoft.com/office/officeart/2018/2/layout/IconLabelList"/>
    <dgm:cxn modelId="{2E58B344-97F4-4498-ACCD-F76CA6EB1789}" type="presParOf" srcId="{E72B904A-E578-411C-ABBE-ADD78F590DF9}" destId="{4F4108E3-F68D-478F-BCBC-D2C7C1F9C1E6}" srcOrd="0" destOrd="0" presId="urn:microsoft.com/office/officeart/2018/2/layout/IconLabelList"/>
    <dgm:cxn modelId="{87DDDBF5-EA0D-4DA8-95F2-A5CCAF3AD409}" type="presParOf" srcId="{E72B904A-E578-411C-ABBE-ADD78F590DF9}" destId="{1630670E-5349-455F-AEFE-CC7CA9214B45}" srcOrd="1" destOrd="0" presId="urn:microsoft.com/office/officeart/2018/2/layout/IconLabelList"/>
    <dgm:cxn modelId="{987490E0-2D0D-4128-8875-A7997EE7588C}" type="presParOf" srcId="{E72B904A-E578-411C-ABBE-ADD78F590DF9}" destId="{830788BD-7F7A-48FB-BAC5-4C789BD5726A}" srcOrd="2" destOrd="0" presId="urn:microsoft.com/office/officeart/2018/2/layout/IconLabelList"/>
    <dgm:cxn modelId="{C1B796EE-7863-4410-83BE-142FFEBB6999}" type="presParOf" srcId="{42F61482-0350-42EA-80D5-FC1C7870E50C}" destId="{150AD308-DD6A-4C79-8D3D-BC794F55BF6C}" srcOrd="1" destOrd="0" presId="urn:microsoft.com/office/officeart/2018/2/layout/IconLabelList"/>
    <dgm:cxn modelId="{1FD32078-2BD1-41ED-BEC4-9250EA67C8B2}" type="presParOf" srcId="{42F61482-0350-42EA-80D5-FC1C7870E50C}" destId="{5EA29514-0A8D-434B-8F6F-2A42AED36915}" srcOrd="2" destOrd="0" presId="urn:microsoft.com/office/officeart/2018/2/layout/IconLabelList"/>
    <dgm:cxn modelId="{1797E7C7-AE1E-4CAB-AC41-0C3F0187BF2A}" type="presParOf" srcId="{5EA29514-0A8D-434B-8F6F-2A42AED36915}" destId="{581CBBCC-5AAF-424A-88C7-C012B482D869}" srcOrd="0" destOrd="0" presId="urn:microsoft.com/office/officeart/2018/2/layout/IconLabelList"/>
    <dgm:cxn modelId="{83D4FDC5-6993-4D1D-98A3-79EE38D9F147}" type="presParOf" srcId="{5EA29514-0A8D-434B-8F6F-2A42AED36915}" destId="{1DFF6728-C885-4C94-8099-95AA976E754C}" srcOrd="1" destOrd="0" presId="urn:microsoft.com/office/officeart/2018/2/layout/IconLabelList"/>
    <dgm:cxn modelId="{07C8D703-0EDF-4418-9CAA-944059753CD8}" type="presParOf" srcId="{5EA29514-0A8D-434B-8F6F-2A42AED36915}" destId="{266367F7-CE54-4C07-898A-6381BAAF98CC}" srcOrd="2" destOrd="0" presId="urn:microsoft.com/office/officeart/2018/2/layout/IconLabelList"/>
    <dgm:cxn modelId="{5BDDDDFC-D15C-4699-B806-D02DD1AF03DA}" type="presParOf" srcId="{42F61482-0350-42EA-80D5-FC1C7870E50C}" destId="{D5A4FEB0-D20B-4CD9-9A43-3FC0A23C4F09}" srcOrd="3" destOrd="0" presId="urn:microsoft.com/office/officeart/2018/2/layout/IconLabelList"/>
    <dgm:cxn modelId="{E482F03A-A12B-43FC-8B80-4A05331F2EE2}" type="presParOf" srcId="{42F61482-0350-42EA-80D5-FC1C7870E50C}" destId="{37509500-85E9-4093-B750-03520B5A1915}" srcOrd="4" destOrd="0" presId="urn:microsoft.com/office/officeart/2018/2/layout/IconLabelList"/>
    <dgm:cxn modelId="{17E82575-9039-48E8-B331-FD6FD985A2B7}" type="presParOf" srcId="{37509500-85E9-4093-B750-03520B5A1915}" destId="{4C16C551-8A19-4E66-B44F-19BAA4EA2829}" srcOrd="0" destOrd="0" presId="urn:microsoft.com/office/officeart/2018/2/layout/IconLabelList"/>
    <dgm:cxn modelId="{69FE53C1-B2B3-4525-9185-7727EEB0628D}" type="presParOf" srcId="{37509500-85E9-4093-B750-03520B5A1915}" destId="{F467760D-17E3-470F-87EC-6D5023F44806}" srcOrd="1" destOrd="0" presId="urn:microsoft.com/office/officeart/2018/2/layout/IconLabelList"/>
    <dgm:cxn modelId="{88447F2C-6F1B-46E7-9CEE-26E65A545BAD}" type="presParOf" srcId="{37509500-85E9-4093-B750-03520B5A1915}" destId="{51914D25-50CF-4763-9E81-267A9C0FFBE9}" srcOrd="2" destOrd="0" presId="urn:microsoft.com/office/officeart/2018/2/layout/IconLabelList"/>
    <dgm:cxn modelId="{7EF6C6F0-81B2-4967-A081-B6FEC09819DF}" type="presParOf" srcId="{42F61482-0350-42EA-80D5-FC1C7870E50C}" destId="{4CAF3A3D-EB73-415B-AF4C-0B880BCBF65B}" srcOrd="5" destOrd="0" presId="urn:microsoft.com/office/officeart/2018/2/layout/IconLabelList"/>
    <dgm:cxn modelId="{B2E819B7-5D62-4565-842C-2D77E4D7E32C}" type="presParOf" srcId="{42F61482-0350-42EA-80D5-FC1C7870E50C}" destId="{680F825D-1AD4-43C1-B3B4-C076D5DDE06D}" srcOrd="6" destOrd="0" presId="urn:microsoft.com/office/officeart/2018/2/layout/IconLabelList"/>
    <dgm:cxn modelId="{D0FD93F5-7688-4A95-8082-BC259FD28E2C}" type="presParOf" srcId="{680F825D-1AD4-43C1-B3B4-C076D5DDE06D}" destId="{9DA1C775-F6CE-4A83-A67F-9877A1373466}" srcOrd="0" destOrd="0" presId="urn:microsoft.com/office/officeart/2018/2/layout/IconLabelList"/>
    <dgm:cxn modelId="{DA981D70-7524-42D6-A45F-835052422529}" type="presParOf" srcId="{680F825D-1AD4-43C1-B3B4-C076D5DDE06D}" destId="{AB318E13-5FF2-4323-8EDB-581C5F9E2BC3}" srcOrd="1" destOrd="0" presId="urn:microsoft.com/office/officeart/2018/2/layout/IconLabelList"/>
    <dgm:cxn modelId="{20CB0BFF-2FCC-4C72-9CF5-8A1AFED72A4A}" type="presParOf" srcId="{680F825D-1AD4-43C1-B3B4-C076D5DDE06D}" destId="{2ED72B42-6841-439F-9BC7-3190A019ABC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61A811-B6D4-465C-AC93-FBC1CEA493BE}">
      <dsp:nvSpPr>
        <dsp:cNvPr id="0" name=""/>
        <dsp:cNvSpPr/>
      </dsp:nvSpPr>
      <dsp:spPr>
        <a:xfrm>
          <a:off x="497546" y="809403"/>
          <a:ext cx="396487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83CECA5-56A5-4213-8495-A8E4235DE30F}">
      <dsp:nvSpPr>
        <dsp:cNvPr id="0" name=""/>
        <dsp:cNvSpPr/>
      </dsp:nvSpPr>
      <dsp:spPr>
        <a:xfrm>
          <a:off x="917823" y="776101"/>
          <a:ext cx="45596" cy="8497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716A1F3-DA21-40DE-928A-606B5D0D5E18}">
      <dsp:nvSpPr>
        <dsp:cNvPr id="0" name=""/>
        <dsp:cNvSpPr/>
      </dsp:nvSpPr>
      <dsp:spPr>
        <a:xfrm>
          <a:off x="291932" y="653386"/>
          <a:ext cx="312106" cy="31210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11" tIns="12111" rIns="12111" bIns="121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</a:t>
          </a:r>
        </a:p>
      </dsp:txBody>
      <dsp:txXfrm>
        <a:off x="337639" y="699093"/>
        <a:ext cx="220692" cy="220692"/>
      </dsp:txXfrm>
    </dsp:sp>
    <dsp:sp modelId="{0121C330-0AEC-4B17-982E-A7590942E7FF}">
      <dsp:nvSpPr>
        <dsp:cNvPr id="0" name=""/>
        <dsp:cNvSpPr/>
      </dsp:nvSpPr>
      <dsp:spPr>
        <a:xfrm>
          <a:off x="1937" y="1129635"/>
          <a:ext cx="89209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370" tIns="165100" rIns="7037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Explain how AI has changed cyber threats (speed, scale, realism)</a:t>
          </a:r>
        </a:p>
      </dsp:txBody>
      <dsp:txXfrm>
        <a:off x="1937" y="1308054"/>
        <a:ext cx="892096" cy="1787181"/>
      </dsp:txXfrm>
    </dsp:sp>
    <dsp:sp modelId="{23C2F79F-3DFA-4A0E-B6C0-C22637E88AA2}">
      <dsp:nvSpPr>
        <dsp:cNvPr id="0" name=""/>
        <dsp:cNvSpPr/>
      </dsp:nvSpPr>
      <dsp:spPr>
        <a:xfrm>
          <a:off x="993155" y="810788"/>
          <a:ext cx="892096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F147F45-04B9-4B4B-8BE5-2FF9A9E9149D}">
      <dsp:nvSpPr>
        <dsp:cNvPr id="0" name=""/>
        <dsp:cNvSpPr/>
      </dsp:nvSpPr>
      <dsp:spPr>
        <a:xfrm>
          <a:off x="1909040" y="777191"/>
          <a:ext cx="45596" cy="8648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55105BD-51DA-46AC-A093-EB44C950E465}">
      <dsp:nvSpPr>
        <dsp:cNvPr id="0" name=""/>
        <dsp:cNvSpPr/>
      </dsp:nvSpPr>
      <dsp:spPr>
        <a:xfrm>
          <a:off x="1283150" y="654771"/>
          <a:ext cx="312106" cy="31210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11" tIns="12111" rIns="12111" bIns="121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</a:t>
          </a:r>
        </a:p>
      </dsp:txBody>
      <dsp:txXfrm>
        <a:off x="1328857" y="700478"/>
        <a:ext cx="220692" cy="220692"/>
      </dsp:txXfrm>
    </dsp:sp>
    <dsp:sp modelId="{4B78395D-AFBF-43A6-90D2-68442B3F741E}">
      <dsp:nvSpPr>
        <dsp:cNvPr id="0" name=""/>
        <dsp:cNvSpPr/>
      </dsp:nvSpPr>
      <dsp:spPr>
        <a:xfrm>
          <a:off x="993155" y="1133862"/>
          <a:ext cx="89209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370" tIns="165100" rIns="7037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Identify AI-driven risks relevant to NZ organisations</a:t>
          </a:r>
        </a:p>
      </dsp:txBody>
      <dsp:txXfrm>
        <a:off x="993155" y="1312281"/>
        <a:ext cx="892096" cy="1787181"/>
      </dsp:txXfrm>
    </dsp:sp>
    <dsp:sp modelId="{5DF74672-3D08-49F9-AD50-3F8517B6C295}">
      <dsp:nvSpPr>
        <dsp:cNvPr id="0" name=""/>
        <dsp:cNvSpPr/>
      </dsp:nvSpPr>
      <dsp:spPr>
        <a:xfrm>
          <a:off x="1984373" y="810788"/>
          <a:ext cx="892096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E763312-BCB9-49C4-8ADA-B64E78E31CE0}">
      <dsp:nvSpPr>
        <dsp:cNvPr id="0" name=""/>
        <dsp:cNvSpPr/>
      </dsp:nvSpPr>
      <dsp:spPr>
        <a:xfrm>
          <a:off x="2900258" y="777191"/>
          <a:ext cx="45596" cy="8648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F872C1F-527A-4820-9795-5609A871BBCD}">
      <dsp:nvSpPr>
        <dsp:cNvPr id="0" name=""/>
        <dsp:cNvSpPr/>
      </dsp:nvSpPr>
      <dsp:spPr>
        <a:xfrm>
          <a:off x="2274368" y="654771"/>
          <a:ext cx="312106" cy="31210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11" tIns="12111" rIns="12111" bIns="121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</a:t>
          </a:r>
        </a:p>
      </dsp:txBody>
      <dsp:txXfrm>
        <a:off x="2320075" y="700478"/>
        <a:ext cx="220692" cy="220692"/>
      </dsp:txXfrm>
    </dsp:sp>
    <dsp:sp modelId="{23222D67-D617-431F-889A-571B037E57D0}">
      <dsp:nvSpPr>
        <dsp:cNvPr id="0" name=""/>
        <dsp:cNvSpPr/>
      </dsp:nvSpPr>
      <dsp:spPr>
        <a:xfrm>
          <a:off x="1984373" y="1133862"/>
          <a:ext cx="89209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370" tIns="165100" rIns="7037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Critique “old security assumptions” that no longer hold</a:t>
          </a:r>
        </a:p>
      </dsp:txBody>
      <dsp:txXfrm>
        <a:off x="1984373" y="1312281"/>
        <a:ext cx="892096" cy="1787181"/>
      </dsp:txXfrm>
    </dsp:sp>
    <dsp:sp modelId="{DB66CDDE-1F2A-4A4D-ACE2-91BEA65C210E}">
      <dsp:nvSpPr>
        <dsp:cNvPr id="0" name=""/>
        <dsp:cNvSpPr/>
      </dsp:nvSpPr>
      <dsp:spPr>
        <a:xfrm>
          <a:off x="2975591" y="810788"/>
          <a:ext cx="44604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9C014E9-D785-4EB4-9534-93E8F9F60860}">
      <dsp:nvSpPr>
        <dsp:cNvPr id="0" name=""/>
        <dsp:cNvSpPr/>
      </dsp:nvSpPr>
      <dsp:spPr>
        <a:xfrm>
          <a:off x="3265586" y="654771"/>
          <a:ext cx="312106" cy="31210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11" tIns="12111" rIns="12111" bIns="121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</a:t>
          </a:r>
        </a:p>
      </dsp:txBody>
      <dsp:txXfrm>
        <a:off x="3311293" y="700478"/>
        <a:ext cx="220692" cy="220692"/>
      </dsp:txXfrm>
    </dsp:sp>
    <dsp:sp modelId="{FD242F1D-6223-4216-BFA5-4DADBA89DAC6}">
      <dsp:nvSpPr>
        <dsp:cNvPr id="0" name=""/>
        <dsp:cNvSpPr/>
      </dsp:nvSpPr>
      <dsp:spPr>
        <a:xfrm>
          <a:off x="2975591" y="1133862"/>
          <a:ext cx="89209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370" tIns="165100" rIns="7037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Recommend controls that reduce AI-enabled incidents</a:t>
          </a:r>
        </a:p>
      </dsp:txBody>
      <dsp:txXfrm>
        <a:off x="2975591" y="1312281"/>
        <a:ext cx="892096" cy="17871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F9DD6-8392-4903-BD96-D2F741D297FF}">
      <dsp:nvSpPr>
        <dsp:cNvPr id="0" name=""/>
        <dsp:cNvSpPr/>
      </dsp:nvSpPr>
      <dsp:spPr>
        <a:xfrm>
          <a:off x="810005" y="1161"/>
          <a:ext cx="415800" cy="4158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0BD3E-8396-4FC3-8EA4-CBDCE602F7EB}">
      <dsp:nvSpPr>
        <dsp:cNvPr id="0" name=""/>
        <dsp:cNvSpPr/>
      </dsp:nvSpPr>
      <dsp:spPr>
        <a:xfrm>
          <a:off x="897323" y="88479"/>
          <a:ext cx="241164" cy="2411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1D0B6-2B6B-4EFA-90B9-6C49C51CC20C}">
      <dsp:nvSpPr>
        <dsp:cNvPr id="0" name=""/>
        <dsp:cNvSpPr/>
      </dsp:nvSpPr>
      <dsp:spPr>
        <a:xfrm>
          <a:off x="1314905" y="1161"/>
          <a:ext cx="980099" cy="415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“People can spot phishing if we train them once”</a:t>
          </a:r>
        </a:p>
      </dsp:txBody>
      <dsp:txXfrm>
        <a:off x="1314905" y="1161"/>
        <a:ext cx="980099" cy="415800"/>
      </dsp:txXfrm>
    </dsp:sp>
    <dsp:sp modelId="{A8CD29C4-193C-46F7-AE6E-20828A23A472}">
      <dsp:nvSpPr>
        <dsp:cNvPr id="0" name=""/>
        <dsp:cNvSpPr/>
      </dsp:nvSpPr>
      <dsp:spPr>
        <a:xfrm>
          <a:off x="810005" y="873777"/>
          <a:ext cx="415800" cy="4158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A265CE-B7ED-4DCD-8D28-3FA7232F6A5A}">
      <dsp:nvSpPr>
        <dsp:cNvPr id="0" name=""/>
        <dsp:cNvSpPr/>
      </dsp:nvSpPr>
      <dsp:spPr>
        <a:xfrm>
          <a:off x="897323" y="961095"/>
          <a:ext cx="241164" cy="2411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D7088-5BD2-4683-B3E7-16271BBEF9AC}">
      <dsp:nvSpPr>
        <dsp:cNvPr id="0" name=""/>
        <dsp:cNvSpPr/>
      </dsp:nvSpPr>
      <dsp:spPr>
        <a:xfrm>
          <a:off x="1314905" y="873777"/>
          <a:ext cx="980099" cy="415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“Attackers need strong technical skills”</a:t>
          </a:r>
        </a:p>
      </dsp:txBody>
      <dsp:txXfrm>
        <a:off x="1314905" y="873777"/>
        <a:ext cx="980099" cy="415800"/>
      </dsp:txXfrm>
    </dsp:sp>
    <dsp:sp modelId="{08E10AA6-9F5E-4B56-9257-7144D8235E40}">
      <dsp:nvSpPr>
        <dsp:cNvPr id="0" name=""/>
        <dsp:cNvSpPr/>
      </dsp:nvSpPr>
      <dsp:spPr>
        <a:xfrm>
          <a:off x="810005" y="1746393"/>
          <a:ext cx="415800" cy="4158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ABC0AC-B831-4CB4-AC4F-2084AAB6C518}">
      <dsp:nvSpPr>
        <dsp:cNvPr id="0" name=""/>
        <dsp:cNvSpPr/>
      </dsp:nvSpPr>
      <dsp:spPr>
        <a:xfrm>
          <a:off x="897323" y="1833711"/>
          <a:ext cx="241164" cy="2411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CFF9D-F524-42D4-95DA-01C0EF8E1574}">
      <dsp:nvSpPr>
        <dsp:cNvPr id="0" name=""/>
        <dsp:cNvSpPr/>
      </dsp:nvSpPr>
      <dsp:spPr>
        <a:xfrm>
          <a:off x="1314905" y="1746393"/>
          <a:ext cx="980099" cy="415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“Security teams can manually review everything”</a:t>
          </a:r>
        </a:p>
      </dsp:txBody>
      <dsp:txXfrm>
        <a:off x="1314905" y="1746393"/>
        <a:ext cx="980099" cy="415800"/>
      </dsp:txXfrm>
    </dsp:sp>
    <dsp:sp modelId="{08187B3E-487B-41D8-A606-F5CCDEE3A8F6}">
      <dsp:nvSpPr>
        <dsp:cNvPr id="0" name=""/>
        <dsp:cNvSpPr/>
      </dsp:nvSpPr>
      <dsp:spPr>
        <a:xfrm>
          <a:off x="810005" y="2619008"/>
          <a:ext cx="415800" cy="4158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0D5CDD-BBF4-431A-BF5D-0EEE7C0737CB}">
      <dsp:nvSpPr>
        <dsp:cNvPr id="0" name=""/>
        <dsp:cNvSpPr/>
      </dsp:nvSpPr>
      <dsp:spPr>
        <a:xfrm>
          <a:off x="897323" y="2706326"/>
          <a:ext cx="241164" cy="2411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B4FDE-7C27-4465-8742-4D6F82F976CB}">
      <dsp:nvSpPr>
        <dsp:cNvPr id="0" name=""/>
        <dsp:cNvSpPr/>
      </dsp:nvSpPr>
      <dsp:spPr>
        <a:xfrm>
          <a:off x="1314905" y="2619008"/>
          <a:ext cx="980099" cy="415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“Email fraud is easy to recognise”</a:t>
          </a:r>
        </a:p>
      </dsp:txBody>
      <dsp:txXfrm>
        <a:off x="1314905" y="2619008"/>
        <a:ext cx="980099" cy="415800"/>
      </dsp:txXfrm>
    </dsp:sp>
    <dsp:sp modelId="{E3DFDB3D-E0A6-4C53-A41C-6F86A9810843}">
      <dsp:nvSpPr>
        <dsp:cNvPr id="0" name=""/>
        <dsp:cNvSpPr/>
      </dsp:nvSpPr>
      <dsp:spPr>
        <a:xfrm>
          <a:off x="810005" y="3491624"/>
          <a:ext cx="415800" cy="4158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097DA-B08C-4BE2-82D5-16E7D8E26A77}">
      <dsp:nvSpPr>
        <dsp:cNvPr id="0" name=""/>
        <dsp:cNvSpPr/>
      </dsp:nvSpPr>
      <dsp:spPr>
        <a:xfrm>
          <a:off x="897323" y="3578942"/>
          <a:ext cx="241164" cy="2411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7C2E9-8C90-475B-8FD4-86D2064B3BDC}">
      <dsp:nvSpPr>
        <dsp:cNvPr id="0" name=""/>
        <dsp:cNvSpPr/>
      </dsp:nvSpPr>
      <dsp:spPr>
        <a:xfrm>
          <a:off x="1314905" y="3491624"/>
          <a:ext cx="980099" cy="415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“If it’s inside the organisation, it’s safe”</a:t>
          </a:r>
        </a:p>
      </dsp:txBody>
      <dsp:txXfrm>
        <a:off x="1314905" y="3491624"/>
        <a:ext cx="980099" cy="4158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0E3280-4E2C-4891-B94A-F688533B0F47}">
      <dsp:nvSpPr>
        <dsp:cNvPr id="0" name=""/>
        <dsp:cNvSpPr/>
      </dsp:nvSpPr>
      <dsp:spPr>
        <a:xfrm>
          <a:off x="38" y="61625"/>
          <a:ext cx="3685337" cy="748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Before AI:</a:t>
          </a:r>
        </a:p>
      </dsp:txBody>
      <dsp:txXfrm>
        <a:off x="38" y="61625"/>
        <a:ext cx="3685337" cy="748800"/>
      </dsp:txXfrm>
    </dsp:sp>
    <dsp:sp modelId="{A4C79E0C-48E5-47B8-B357-BCD9A5E61227}">
      <dsp:nvSpPr>
        <dsp:cNvPr id="0" name=""/>
        <dsp:cNvSpPr/>
      </dsp:nvSpPr>
      <dsp:spPr>
        <a:xfrm>
          <a:off x="38" y="810425"/>
          <a:ext cx="3685337" cy="347928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Manual phishing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Obvious scam writing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Slower targeting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Higher attacker skill required</a:t>
          </a:r>
        </a:p>
      </dsp:txBody>
      <dsp:txXfrm>
        <a:off x="38" y="810425"/>
        <a:ext cx="3685337" cy="3479287"/>
      </dsp:txXfrm>
    </dsp:sp>
    <dsp:sp modelId="{2ECF27B9-98B2-492C-91D9-54CB974D34D9}">
      <dsp:nvSpPr>
        <dsp:cNvPr id="0" name=""/>
        <dsp:cNvSpPr/>
      </dsp:nvSpPr>
      <dsp:spPr>
        <a:xfrm>
          <a:off x="4201323" y="61625"/>
          <a:ext cx="3685337" cy="748800"/>
        </a:xfrm>
        <a:prstGeom prst="rect">
          <a:avLst/>
        </a:prstGeom>
        <a:solidFill>
          <a:schemeClr val="accent5">
            <a:hueOff val="2327545"/>
            <a:satOff val="7755"/>
            <a:lumOff val="8823"/>
            <a:alphaOff val="0"/>
          </a:schemeClr>
        </a:solidFill>
        <a:ln w="12700" cap="flat" cmpd="sng" algn="ctr">
          <a:solidFill>
            <a:schemeClr val="accent5">
              <a:hueOff val="2327545"/>
              <a:satOff val="7755"/>
              <a:lumOff val="8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After AI:</a:t>
          </a:r>
        </a:p>
      </dsp:txBody>
      <dsp:txXfrm>
        <a:off x="4201323" y="61625"/>
        <a:ext cx="3685337" cy="748800"/>
      </dsp:txXfrm>
    </dsp:sp>
    <dsp:sp modelId="{1E1AF0FB-05EE-42B1-944C-68E7A730B9C4}">
      <dsp:nvSpPr>
        <dsp:cNvPr id="0" name=""/>
        <dsp:cNvSpPr/>
      </dsp:nvSpPr>
      <dsp:spPr>
        <a:xfrm>
          <a:off x="4201323" y="810425"/>
          <a:ext cx="3685337" cy="3479287"/>
        </a:xfrm>
        <a:prstGeom prst="rect">
          <a:avLst/>
        </a:prstGeom>
        <a:solidFill>
          <a:schemeClr val="accent5">
            <a:tint val="40000"/>
            <a:alpha val="90000"/>
            <a:hueOff val="3166380"/>
            <a:satOff val="14521"/>
            <a:lumOff val="181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3166380"/>
              <a:satOff val="14521"/>
              <a:lumOff val="18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Personalised phishing at scale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Perfect grammar + tone matching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Deepfake voice/video scams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Rapid targeting of roles/teams</a:t>
          </a:r>
        </a:p>
      </dsp:txBody>
      <dsp:txXfrm>
        <a:off x="4201323" y="810425"/>
        <a:ext cx="3685337" cy="34792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5A1F8-A3E9-4E63-86F9-01D0489956E9}">
      <dsp:nvSpPr>
        <dsp:cNvPr id="0" name=""/>
        <dsp:cNvSpPr/>
      </dsp:nvSpPr>
      <dsp:spPr>
        <a:xfrm>
          <a:off x="0" y="885258"/>
          <a:ext cx="4717669" cy="16343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FE365-0197-4A1C-A875-D353F1B7F9ED}">
      <dsp:nvSpPr>
        <dsp:cNvPr id="0" name=""/>
        <dsp:cNvSpPr/>
      </dsp:nvSpPr>
      <dsp:spPr>
        <a:xfrm>
          <a:off x="494382" y="1252981"/>
          <a:ext cx="898877" cy="898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02A3B-3017-4921-9804-5C6829EE55C1}">
      <dsp:nvSpPr>
        <dsp:cNvPr id="0" name=""/>
        <dsp:cNvSpPr/>
      </dsp:nvSpPr>
      <dsp:spPr>
        <a:xfrm>
          <a:off x="1887643" y="885258"/>
          <a:ext cx="2830025" cy="163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966" tIns="172966" rIns="172966" bIns="17296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Explain two ways AI changes cyber risk for NZ organisations</a:t>
          </a:r>
        </a:p>
      </dsp:txBody>
      <dsp:txXfrm>
        <a:off x="1887643" y="885258"/>
        <a:ext cx="2830025" cy="1634323"/>
      </dsp:txXfrm>
    </dsp:sp>
    <dsp:sp modelId="{6F7070CD-9C59-4AF1-A00C-222A45095BE4}">
      <dsp:nvSpPr>
        <dsp:cNvPr id="0" name=""/>
        <dsp:cNvSpPr/>
      </dsp:nvSpPr>
      <dsp:spPr>
        <a:xfrm>
          <a:off x="0" y="2928162"/>
          <a:ext cx="4717669" cy="16343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6561C9-5F7A-4B5B-94A2-315054F4418D}">
      <dsp:nvSpPr>
        <dsp:cNvPr id="0" name=""/>
        <dsp:cNvSpPr/>
      </dsp:nvSpPr>
      <dsp:spPr>
        <a:xfrm>
          <a:off x="494382" y="3295885"/>
          <a:ext cx="898877" cy="8988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467C4-6467-4029-A2C2-8CC858E485C9}">
      <dsp:nvSpPr>
        <dsp:cNvPr id="0" name=""/>
        <dsp:cNvSpPr/>
      </dsp:nvSpPr>
      <dsp:spPr>
        <a:xfrm>
          <a:off x="1887643" y="2928162"/>
          <a:ext cx="2830025" cy="163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966" tIns="172966" rIns="172966" bIns="17296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Recommend two controls that reduce impact</a:t>
          </a:r>
        </a:p>
      </dsp:txBody>
      <dsp:txXfrm>
        <a:off x="1887643" y="2928162"/>
        <a:ext cx="2830025" cy="16343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4108E3-F68D-478F-BCBC-D2C7C1F9C1E6}">
      <dsp:nvSpPr>
        <dsp:cNvPr id="0" name=""/>
        <dsp:cNvSpPr/>
      </dsp:nvSpPr>
      <dsp:spPr>
        <a:xfrm>
          <a:off x="483987" y="1155621"/>
          <a:ext cx="791015" cy="7910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788BD-7F7A-48FB-BAC5-4C789BD5726A}">
      <dsp:nvSpPr>
        <dsp:cNvPr id="0" name=""/>
        <dsp:cNvSpPr/>
      </dsp:nvSpPr>
      <dsp:spPr>
        <a:xfrm>
          <a:off x="589" y="2210333"/>
          <a:ext cx="1757812" cy="7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 scales and improves social engineering</a:t>
          </a:r>
        </a:p>
      </dsp:txBody>
      <dsp:txXfrm>
        <a:off x="589" y="2210333"/>
        <a:ext cx="1757812" cy="703125"/>
      </dsp:txXfrm>
    </dsp:sp>
    <dsp:sp modelId="{581CBBCC-5AAF-424A-88C7-C012B482D869}">
      <dsp:nvSpPr>
        <dsp:cNvPr id="0" name=""/>
        <dsp:cNvSpPr/>
      </dsp:nvSpPr>
      <dsp:spPr>
        <a:xfrm>
          <a:off x="2549417" y="1155621"/>
          <a:ext cx="791015" cy="7910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367F7-CE54-4C07-898A-6381BAAF98CC}">
      <dsp:nvSpPr>
        <dsp:cNvPr id="0" name=""/>
        <dsp:cNvSpPr/>
      </dsp:nvSpPr>
      <dsp:spPr>
        <a:xfrm>
          <a:off x="2066018" y="2210333"/>
          <a:ext cx="1757812" cy="7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Trust signals (voice/video/writing) are less reliable</a:t>
          </a:r>
        </a:p>
      </dsp:txBody>
      <dsp:txXfrm>
        <a:off x="2066018" y="2210333"/>
        <a:ext cx="1757812" cy="703125"/>
      </dsp:txXfrm>
    </dsp:sp>
    <dsp:sp modelId="{4C16C551-8A19-4E66-B44F-19BAA4EA2829}">
      <dsp:nvSpPr>
        <dsp:cNvPr id="0" name=""/>
        <dsp:cNvSpPr/>
      </dsp:nvSpPr>
      <dsp:spPr>
        <a:xfrm>
          <a:off x="4614847" y="1155621"/>
          <a:ext cx="791015" cy="7910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14D25-50CF-4763-9E81-267A9C0FFBE9}">
      <dsp:nvSpPr>
        <dsp:cNvPr id="0" name=""/>
        <dsp:cNvSpPr/>
      </dsp:nvSpPr>
      <dsp:spPr>
        <a:xfrm>
          <a:off x="4131448" y="2210333"/>
          <a:ext cx="1757812" cy="7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 lowers barriers and increases attack volume</a:t>
          </a:r>
        </a:p>
      </dsp:txBody>
      <dsp:txXfrm>
        <a:off x="4131448" y="2210333"/>
        <a:ext cx="1757812" cy="703125"/>
      </dsp:txXfrm>
    </dsp:sp>
    <dsp:sp modelId="{9DA1C775-F6CE-4A83-A67F-9877A1373466}">
      <dsp:nvSpPr>
        <dsp:cNvPr id="0" name=""/>
        <dsp:cNvSpPr/>
      </dsp:nvSpPr>
      <dsp:spPr>
        <a:xfrm>
          <a:off x="6680276" y="1155621"/>
          <a:ext cx="791015" cy="7910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72B42-6841-439F-9BC7-3190A019ABCA}">
      <dsp:nvSpPr>
        <dsp:cNvPr id="0" name=""/>
        <dsp:cNvSpPr/>
      </dsp:nvSpPr>
      <dsp:spPr>
        <a:xfrm>
          <a:off x="6196878" y="2210333"/>
          <a:ext cx="1757812" cy="7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NZ organisations need layered controls + strong processes</a:t>
          </a:r>
        </a:p>
      </dsp:txBody>
      <dsp:txXfrm>
        <a:off x="6196878" y="2210333"/>
        <a:ext cx="1757812" cy="703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16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NZ" dirty="0"/>
              <a:t>How has</a:t>
            </a:r>
            <a:r>
              <a:rPr dirty="0"/>
              <a:t> information security has changed due to the onset of AI. </a:t>
            </a:r>
            <a:r>
              <a:rPr lang="en-NZ" dirty="0"/>
              <a:t>W</a:t>
            </a:r>
            <a:r>
              <a:rPr dirty="0" err="1"/>
              <a:t>e’re</a:t>
            </a:r>
            <a:r>
              <a:rPr dirty="0"/>
              <a:t> not just describing tools</a:t>
            </a:r>
            <a:r>
              <a:rPr lang="en-NZ" dirty="0"/>
              <a:t>, </a:t>
            </a:r>
            <a:r>
              <a:rPr dirty="0"/>
              <a:t>we’re </a:t>
            </a:r>
            <a:r>
              <a:rPr dirty="0" err="1"/>
              <a:t>analysing</a:t>
            </a:r>
            <a:r>
              <a:rPr dirty="0"/>
              <a:t> how AI shifts threat capability, organisational risk, and security decision-making. We’ll use New Zealand examples including tertiary education, SMEs, government, healthcare, and financial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Your focus is not “AI is scary”. Your focus is: what changed, why it matters, and what a security professional would do about it in a real organisation here in 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AI doesn’t only create new threats</a:t>
            </a:r>
            <a:r>
              <a:rPr lang="en-NZ" dirty="0"/>
              <a:t>,</a:t>
            </a:r>
            <a:r>
              <a:rPr dirty="0"/>
              <a:t> it increases the effectiveness of existing ones. The biggest shift is </a:t>
            </a:r>
            <a:r>
              <a:rPr dirty="0" err="1"/>
              <a:t>personalised</a:t>
            </a:r>
            <a:r>
              <a:rPr dirty="0"/>
              <a:t> attacks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NZ" dirty="0"/>
              <a:t>M</a:t>
            </a:r>
            <a:r>
              <a:rPr dirty="0"/>
              <a:t>any security strategies were built around humans being the main bottleneck. AI removes bottlenecks for attackers.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NZ organisations often have lean IT teams and heavy SaaS use. AI-enabled social engineering and credential theft can be more damaging than purely technical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most important phrase here is </a:t>
            </a:r>
            <a:r>
              <a:rPr dirty="0" err="1"/>
              <a:t>personalised</a:t>
            </a:r>
            <a:r>
              <a:rPr dirty="0"/>
              <a:t> at scale. Users can’t rely on spotting bad grammar anymore.</a:t>
            </a:r>
            <a:endParaRPr lang="en-NZ" dirty="0"/>
          </a:p>
          <a:p>
            <a:r>
              <a:rPr lang="en-GB" dirty="0"/>
              <a:t>How hackers are exploiting artificial intelligence</a:t>
            </a:r>
          </a:p>
          <a:p>
            <a:r>
              <a:rPr lang="en-GB" dirty="0"/>
              <a:t>Artificial intelligence (AI) is transforming cybercrime. Sophisticated attacks used to take skilled hackers months to plan and prepare. Today, they can be automated and executed easily in minutes.</a:t>
            </a:r>
          </a:p>
          <a:p>
            <a:r>
              <a:rPr lang="en-GB" dirty="0"/>
              <a:t>Traditional attacks used crude spray-and-pray tactics. By contrast, AI-powered attacks identify targets carefully, calculate optimal strike times, and adjust their approach to ensure maximum impact.</a:t>
            </a:r>
          </a:p>
          <a:p>
            <a:r>
              <a:rPr lang="en-GB" dirty="0"/>
              <a:t>Some reports say 40% of business email compromise (BEC) messages are now generated using AI. This represents a major shift in how digital crimes are committed, and businesses must adapt their defences.</a:t>
            </a:r>
          </a:p>
          <a:p>
            <a:endParaRPr lang="en-GB" dirty="0"/>
          </a:p>
          <a:p>
            <a:r>
              <a:rPr lang="en-GB" dirty="0"/>
              <a:t>How AI helps hackers launch faster and more sophisticated attacks</a:t>
            </a:r>
          </a:p>
          <a:p>
            <a:r>
              <a:rPr lang="en-GB" dirty="0"/>
              <a:t>Cybercriminals use key capabilities of AI:</a:t>
            </a:r>
          </a:p>
          <a:p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Automation to launch thousands of attacks simultaneously.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Adaptation to modify their tactics in real time to get around defences, learning from failed attacks to increase their chances of success next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Unprecedented scale to target millions of potential victims.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Automated vulnerability scanning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AI systems can scan millions of code lines across GitHub repositories, software updates, and system configurations to detect unpatched vulnerabilities and zero-day exploits far faster than before.</a:t>
            </a:r>
          </a:p>
          <a:p>
            <a:endParaRPr lang="en-GB" dirty="0"/>
          </a:p>
          <a:p>
            <a:r>
              <a:rPr lang="en-GB" dirty="0"/>
              <a:t>Speed and scale</a:t>
            </a:r>
          </a:p>
          <a:p>
            <a:r>
              <a:rPr lang="en-GB" dirty="0"/>
              <a:t>Cybercriminals train AI models to penetrate firewalls, endpoint protection, and intrusion detection systems, testing thousands of variations to find ways in.</a:t>
            </a:r>
          </a:p>
          <a:p>
            <a:r>
              <a:rPr lang="en-GB" dirty="0"/>
              <a:t>They can also attack at scale. Human hackers might attempt dozens of attacks daily, whereas AI systems can launch millions.</a:t>
            </a:r>
          </a:p>
          <a:p>
            <a:endParaRPr lang="en-GB" dirty="0"/>
          </a:p>
          <a:p>
            <a:r>
              <a:rPr lang="en-GB" dirty="0"/>
              <a:t>Indicators of AI-driven attacks include:</a:t>
            </a:r>
          </a:p>
          <a:p>
            <a:r>
              <a:rPr lang="en-GB" dirty="0"/>
              <a:t>Unusually rapid attack variations.</a:t>
            </a:r>
          </a:p>
          <a:p>
            <a:r>
              <a:rPr lang="en-GB" dirty="0"/>
              <a:t>Perfectly timed strikes during off-hours.</a:t>
            </a:r>
          </a:p>
          <a:p>
            <a:r>
              <a:rPr lang="en-GB" dirty="0"/>
              <a:t>Simultaneous multi-vector approaches.</a:t>
            </a:r>
          </a:p>
          <a:p>
            <a:r>
              <a:rPr lang="en-GB" dirty="0"/>
              <a:t>Adaptive responses to defensive measures.</a:t>
            </a:r>
          </a:p>
          <a:p>
            <a:endParaRPr lang="en-GB" dirty="0"/>
          </a:p>
          <a:p>
            <a:r>
              <a:rPr lang="en-GB" dirty="0"/>
              <a:t>Sleeper threats</a:t>
            </a:r>
          </a:p>
          <a:p>
            <a:r>
              <a:rPr lang="en-GB" dirty="0"/>
              <a:t>AI can learn how a system behaves to create advanced persistent threats (APTs) or sleeper threats. These can remain undetected for months, gathering intelligence and waiting for the most damaging moment to strike.</a:t>
            </a:r>
          </a:p>
          <a:p>
            <a:endParaRPr lang="en-GB" dirty="0"/>
          </a:p>
          <a:p>
            <a:r>
              <a:rPr lang="en-GB" dirty="0"/>
              <a:t>Democratisation of sophisticated attacks</a:t>
            </a:r>
          </a:p>
          <a:p>
            <a:r>
              <a:rPr lang="en-GB" dirty="0"/>
              <a:t>With AI, low-skilled criminals can launch enterprise-grade attacks. Cybercrime has never been easier, and the potential impact has never been higher.</a:t>
            </a:r>
          </a:p>
          <a:p>
            <a:endParaRPr lang="en-GB" dirty="0"/>
          </a:p>
          <a:p>
            <a:r>
              <a:rPr lang="en-GB" dirty="0"/>
              <a:t>Types of AI cyberattacks and AI-powered hacking</a:t>
            </a:r>
          </a:p>
          <a:p>
            <a:r>
              <a:rPr lang="en-GB" dirty="0"/>
              <a:t>Automated phishing: The personal touch at scale</a:t>
            </a:r>
          </a:p>
          <a:p>
            <a:r>
              <a:rPr lang="en-GB" dirty="0"/>
              <a:t>Cybercriminals use AI to create highly personalised and convincing phishing messages.</a:t>
            </a:r>
          </a:p>
          <a:p>
            <a:endParaRPr lang="en-GB" dirty="0"/>
          </a:p>
          <a:p>
            <a:r>
              <a:rPr lang="en-GB" dirty="0"/>
              <a:t>For example, they can reference the victim’s recent purchases, or projects, or personal stories. They can also mimic the writing style of someone they know. As a result, click rates can be up to 40% higher than traditional phishing attacks.</a:t>
            </a:r>
          </a:p>
          <a:p>
            <a:endParaRPr lang="en-GB" dirty="0"/>
          </a:p>
          <a:p>
            <a:r>
              <a:rPr lang="en-GB" dirty="0"/>
              <a:t>AI-enhanced malware: Shape-shifting threats</a:t>
            </a:r>
          </a:p>
          <a:p>
            <a:r>
              <a:rPr lang="en-GB" dirty="0"/>
              <a:t>Today’s malware is polymorphic. Using machine learning, it can study its target environment and modify its code to evade detection. By continuously changing its signatures, it can sidestep traditional antivirus solutions.</a:t>
            </a:r>
          </a:p>
          <a:p>
            <a:endParaRPr lang="en-GB" dirty="0"/>
          </a:p>
          <a:p>
            <a:r>
              <a:rPr lang="en-GB" dirty="0"/>
              <a:t>Some infostealer malware uses AI to identify the most valuable data to steal and the best time to steal it.</a:t>
            </a:r>
          </a:p>
          <a:p>
            <a:endParaRPr lang="en-GB" dirty="0"/>
          </a:p>
          <a:p>
            <a:r>
              <a:rPr lang="en-GB" dirty="0"/>
              <a:t>Deepfake scams: When seeing isn’t believing</a:t>
            </a:r>
          </a:p>
          <a:p>
            <a:r>
              <a:rPr lang="en-GB" dirty="0"/>
              <a:t>Cybercriminals are using deepfake audio and video to impersonate people. For example, senior executives, IT personnel, or important clients or partners.</a:t>
            </a:r>
          </a:p>
          <a:p>
            <a:endParaRPr lang="en-GB" dirty="0"/>
          </a:p>
          <a:p>
            <a:r>
              <a:rPr lang="en-GB" dirty="0"/>
              <a:t>For example, in 2024 the CEO of WPP, the world’s largest advertising agency, warned the firm’s leadership to be on their guard after scammers impersonated him in a fake video call.</a:t>
            </a:r>
          </a:p>
          <a:p>
            <a:endParaRPr lang="en-GB" dirty="0"/>
          </a:p>
          <a:p>
            <a:r>
              <a:rPr lang="en-GB" dirty="0"/>
              <a:t>Building a cyber security strategy for the AI age</a:t>
            </a:r>
          </a:p>
          <a:p>
            <a:r>
              <a:rPr lang="en-GB" dirty="0"/>
              <a:t>Start with these critical steps:</a:t>
            </a:r>
          </a:p>
          <a:p>
            <a:endParaRPr lang="en-GB" dirty="0"/>
          </a:p>
          <a:p>
            <a:r>
              <a:rPr lang="en-GB" dirty="0"/>
              <a:t>Deploy AI-enhanced security tools that can match the speed and adaptability of AI attacks.</a:t>
            </a:r>
          </a:p>
          <a:p>
            <a:r>
              <a:rPr lang="en-GB" dirty="0"/>
              <a:t>Train employees to be aware of the risks and recognise AI-generated content and deepfakes.</a:t>
            </a:r>
          </a:p>
          <a:p>
            <a:r>
              <a:rPr lang="en-GB" dirty="0"/>
              <a:t>Regular security assessments that test for AI-attack vulnerabilities.</a:t>
            </a:r>
          </a:p>
          <a:p>
            <a:r>
              <a:rPr lang="en-GB" dirty="0"/>
              <a:t>Develop incident response plans that account for AI-speed attacks.</a:t>
            </a:r>
          </a:p>
          <a:p>
            <a:r>
              <a:rPr lang="en-GB" dirty="0"/>
              <a:t>Implement continuous credential monitoring to detect compromised accounts before they’re exploited. </a:t>
            </a:r>
            <a:r>
              <a:rPr lang="en-GB" dirty="0" err="1"/>
              <a:t>Cybercheck</a:t>
            </a:r>
            <a:r>
              <a:rPr lang="en-GB" dirty="0"/>
              <a:t> provides real-time. Our solution’s continuous monitoring and real-time alerts help you to detect and respond to threats before they escalate.</a:t>
            </a:r>
          </a:p>
          <a:p>
            <a:r>
              <a:rPr lang="en-GB" dirty="0"/>
              <a:t>With vigilance, the right tools, and a culture of security awareness, you can protect your business, your customers, and your reputation.</a:t>
            </a:r>
          </a:p>
          <a:p>
            <a:endParaRPr lang="en-GB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common NZ example is invoice fraud. AI makes impersonation far more convincing.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Remote work increases reliance on digital trust signals. Deepfake audio/video means voice is no longer proof of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careful with hype: AI doesn’t make everyone elite, but it increases volume and lowers barriers.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affects multiple stages, not just phishing. That’s why layered defence is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Students should propose layered controls: MFA, safe links, attachment scanning, least privilege, and reporting 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the AI era, assume humans will sometimes be fooled. Controls must reduce impact and enable fast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governance and workflow control issue. Email should never be treated as proof of payment instruction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one social/people-based change and one technical change, with controls that include both technology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AI doesn’t replace security fundamentals — it stresses them. Identity, governance, monitoring, and resilient processes matter more than 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4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30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1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1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0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89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92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91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6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7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92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5458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99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30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805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52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2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2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.png"/><Relationship Id="rId9" Type="http://schemas.microsoft.com/office/2007/relationships/diagramDrawing" Target="../diagrams/drawing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4" descr="Green Lock In A 3D Electronic System">
            <a:extLst>
              <a:ext uri="{FF2B5EF4-FFF2-40B4-BE49-F238E27FC236}">
                <a16:creationId xmlns:a16="http://schemas.microsoft.com/office/drawing/2014/main" id="{5908E0B4-7FAE-4AF6-74F8-D588C51BAD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2177" r="12609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4500">
                <a:solidFill>
                  <a:srgbClr val="FFFFFF"/>
                </a:solidFill>
              </a:rPr>
              <a:t>Information Security in the Age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Lecture 1: AI Changes the Threat Landscape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1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299" y="490537"/>
            <a:ext cx="3968748" cy="1628775"/>
          </a:xfrm>
        </p:spPr>
        <p:txBody>
          <a:bodyPr anchor="b">
            <a:normAutofit/>
          </a:bodyPr>
          <a:lstStyle/>
          <a:p>
            <a:r>
              <a:rPr lang="en-NZ" sz="3500"/>
              <a:t>Learning outcomes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3E3463-4EC5-819F-121F-806FDC788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152245"/>
              </p:ext>
            </p:extLst>
          </p:nvPr>
        </p:nvGraphicFramePr>
        <p:xfrm>
          <a:off x="4813300" y="2614612"/>
          <a:ext cx="3968747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9852882-CCEA-22E6-A6BB-F214000BCF4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5353" r="17135" b="2"/>
          <a:stretch>
            <a:fillRect/>
          </a:stretch>
        </p:blipFill>
        <p:spPr>
          <a:xfrm>
            <a:off x="1" y="1587"/>
            <a:ext cx="4571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0349" y="609600"/>
            <a:ext cx="3105011" cy="1330839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3100"/>
              <a:t>What changed when AI arrived?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0348" y="2194102"/>
            <a:ext cx="3105010" cy="3908586"/>
          </a:xfrm>
        </p:spPr>
        <p:txBody>
          <a:bodyPr>
            <a:normAutofit/>
          </a:bodyPr>
          <a:lstStyle/>
          <a:p>
            <a:r>
              <a:rPr lang="en-GB" sz="1700"/>
              <a:t>Scales attacks (volume + speed)</a:t>
            </a:r>
          </a:p>
          <a:p>
            <a:r>
              <a:rPr lang="en-GB" sz="1700"/>
              <a:t>Improves quality (convincing writing/voice/video)</a:t>
            </a:r>
          </a:p>
          <a:p>
            <a:r>
              <a:rPr lang="en-GB" sz="1700"/>
              <a:t>Automates discovery (recon + targeting)</a:t>
            </a:r>
          </a:p>
          <a:p>
            <a:r>
              <a:rPr lang="en-GB" sz="1700"/>
              <a:t>Lowers skill barriers (more attackers can participate)</a:t>
            </a:r>
          </a:p>
          <a:p>
            <a:r>
              <a:rPr lang="en-GB" sz="1700"/>
              <a:t>Creates new assets to protect (models, prompts, AI tools)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CB7BE-400F-7C18-DABB-DF2F8CAF5C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12" r="40119" b="1"/>
          <a:stretch>
            <a:fillRect/>
          </a:stretch>
        </p:blipFill>
        <p:spPr>
          <a:xfrm>
            <a:off x="20" y="10"/>
            <a:ext cx="5176278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0349" y="609600"/>
            <a:ext cx="3105011" cy="1330839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800"/>
              <a:t>Old InfoSec assumptions that don’t hold anymore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A73DF0-3B49-371F-CFCE-DCD4440FA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234427"/>
              </p:ext>
            </p:extLst>
          </p:nvPr>
        </p:nvGraphicFramePr>
        <p:xfrm>
          <a:off x="5490348" y="2194102"/>
          <a:ext cx="3105010" cy="3908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E79F58F-1C9B-54D0-D854-7885D9F10F5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900" r="32340" b="-2"/>
          <a:stretch>
            <a:fillRect/>
          </a:stretch>
        </p:blipFill>
        <p:spPr>
          <a:xfrm>
            <a:off x="20" y="10"/>
            <a:ext cx="5176278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0349" y="609600"/>
            <a:ext cx="3105011" cy="13308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/>
              <a:t>NZ context: what sectors are exposed?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0348" y="2194102"/>
            <a:ext cx="3105010" cy="3908586"/>
          </a:xfrm>
        </p:spPr>
        <p:txBody>
          <a:bodyPr>
            <a:normAutofit/>
          </a:bodyPr>
          <a:lstStyle/>
          <a:p>
            <a:r>
              <a:rPr lang="en-GB" sz="1700"/>
              <a:t>Education (student records, staff access, open networks)</a:t>
            </a:r>
          </a:p>
          <a:p>
            <a:r>
              <a:rPr lang="en-GB" sz="1700"/>
              <a:t>Healthcare (privacy + urgent operations)</a:t>
            </a:r>
          </a:p>
          <a:p>
            <a:r>
              <a:rPr lang="en-GB" sz="1700"/>
              <a:t>Local government (public trust + legacy systems)</a:t>
            </a:r>
          </a:p>
          <a:p>
            <a:r>
              <a:rPr lang="en-GB" sz="1700"/>
              <a:t>Financial services (fraud, identity, social engineering)</a:t>
            </a:r>
          </a:p>
          <a:p>
            <a:r>
              <a:rPr lang="en-GB" sz="1700"/>
              <a:t>SMEs (low security maturity, high reliance on SaaS)</a:t>
            </a:r>
          </a:p>
        </p:txBody>
      </p:sp>
      <p:pic>
        <p:nvPicPr>
          <p:cNvPr id="5" name="Picture 4" descr="Old computer monitors">
            <a:extLst>
              <a:ext uri="{FF2B5EF4-FFF2-40B4-BE49-F238E27FC236}">
                <a16:creationId xmlns:a16="http://schemas.microsoft.com/office/drawing/2014/main" id="{B3F52E2B-30CD-C036-19FE-FC9A4DA1B8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40" r="28444" b="-1"/>
          <a:stretch>
            <a:fillRect/>
          </a:stretch>
        </p:blipFill>
        <p:spPr>
          <a:xfrm>
            <a:off x="20" y="10"/>
            <a:ext cx="5176278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 fontScale="90000"/>
          </a:bodyPr>
          <a:lstStyle/>
          <a:p>
            <a:r>
              <a:rPr lang="en-GB" sz="4100">
                <a:solidFill>
                  <a:srgbClr val="FFFFFF"/>
                </a:solidFill>
              </a:rPr>
              <a:t>Threat landscape: before vs after 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0D3B39-5821-0FF2-65DF-1B0A6DF293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71244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AI-enabled social engineering (the #1 risk)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Tone mimicry (sounds like your manager)</a:t>
            </a:r>
          </a:p>
          <a:p>
            <a:r>
              <a:t>Realistic context (projects, names, deadlines)</a:t>
            </a:r>
          </a:p>
          <a:p>
            <a:r>
              <a:t>Deepfake voice messages</a:t>
            </a:r>
          </a:p>
          <a:p>
            <a:r>
              <a:t>Fake Teams/Zoom meeting links</a:t>
            </a:r>
          </a:p>
          <a:p>
            <a:r>
              <a:t>Multi-step “conversation phishing”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7880" y="764372"/>
            <a:ext cx="5575552" cy="1432289"/>
          </a:xfrm>
        </p:spPr>
        <p:txBody>
          <a:bodyPr>
            <a:normAutofit/>
          </a:bodyPr>
          <a:lstStyle/>
          <a:p>
            <a:r>
              <a:rPr lang="en-GB" sz="3100"/>
              <a:t>Deepfakes and impersonation: why it matters in NZ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4917B9-5D95-4999-9E13-3568EDD42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1" r="43746" b="531"/>
          <a:stretch/>
        </p:blipFill>
        <p:spPr>
          <a:xfrm rot="5400000" flipH="1" flipV="1">
            <a:off x="-1805274" y="2497932"/>
            <a:ext cx="6857999" cy="186213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7880" y="2628900"/>
            <a:ext cx="5590558" cy="3589785"/>
          </a:xfrm>
        </p:spPr>
        <p:txBody>
          <a:bodyPr>
            <a:normAutofit/>
          </a:bodyPr>
          <a:lstStyle/>
          <a:p>
            <a:r>
              <a:rPr lang="en-GB" sz="1700"/>
              <a:t>CEO/CFO voice scams in finance teams</a:t>
            </a:r>
          </a:p>
          <a:p>
            <a:r>
              <a:rPr lang="en-GB" sz="1700"/>
              <a:t>Fake “IT Service Desk” calls to staff</a:t>
            </a:r>
          </a:p>
          <a:p>
            <a:r>
              <a:rPr lang="en-GB" sz="1700"/>
              <a:t>Fake video requests during remote work</a:t>
            </a:r>
          </a:p>
          <a:p>
            <a:r>
              <a:rPr lang="en-GB" sz="1700"/>
              <a:t>Fake student/staff identity for account resets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 and malware: what’s actually changing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Speeds up scripting and variations</a:t>
            </a:r>
          </a:p>
          <a:p>
            <a:r>
              <a:t>Helps low-skill attackers write working code</a:t>
            </a:r>
          </a:p>
          <a:p>
            <a:r>
              <a:t>Improves phishing-to-malware delivery rates</a:t>
            </a:r>
          </a:p>
          <a:p>
            <a:r>
              <a:t>Supports faster vulnerability 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lifecycle with AI embedded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Recon: automated OSINT profiling</a:t>
            </a:r>
          </a:p>
          <a:p>
            <a:r>
              <a:t>Delivery: tailored messages and timing</a:t>
            </a:r>
          </a:p>
          <a:p>
            <a:r>
              <a:t>Exploitation: faster matching of known vulnerabilities</a:t>
            </a:r>
          </a:p>
          <a:p>
            <a:r>
              <a:t>Actions: automated data theft and cover stories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7880" y="764372"/>
            <a:ext cx="5575552" cy="1432289"/>
          </a:xfrm>
        </p:spPr>
        <p:txBody>
          <a:bodyPr>
            <a:normAutofit/>
          </a:bodyPr>
          <a:lstStyle/>
          <a:p>
            <a:r>
              <a:rPr lang="en-GB" sz="3100"/>
              <a:t>NZ case scenario: tertiary sector phishing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4917B9-5D95-4999-9E13-3568EDD42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1" r="43746" b="531"/>
          <a:stretch/>
        </p:blipFill>
        <p:spPr>
          <a:xfrm rot="5400000" flipH="1" flipV="1">
            <a:off x="-1805274" y="2497932"/>
            <a:ext cx="6857999" cy="186213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7880" y="2628900"/>
            <a:ext cx="5590558" cy="3589785"/>
          </a:xfrm>
        </p:spPr>
        <p:txBody>
          <a:bodyPr>
            <a:normAutofit/>
          </a:bodyPr>
          <a:lstStyle/>
          <a:p>
            <a:r>
              <a:rPr lang="en-GB" sz="1700"/>
              <a:t>Scenario: urgent email to review a student complaint file</a:t>
            </a:r>
          </a:p>
          <a:p>
            <a:r>
              <a:rPr lang="en-GB" sz="1700"/>
              <a:t>Red flags: urgency + emotional pressure + attachment/login link</a:t>
            </a:r>
          </a:p>
          <a:p>
            <a:r>
              <a:rPr lang="en-GB" sz="1700"/>
              <a:t>Discussion: what controls should exist even if it looks real?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Controls that matter more in the AI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Phishing-resistant MFA where possible</a:t>
            </a:r>
          </a:p>
          <a:p>
            <a:r>
              <a:t>Privileged access management</a:t>
            </a:r>
          </a:p>
          <a:p>
            <a:r>
              <a:t>Email security and domain protections</a:t>
            </a:r>
          </a:p>
          <a:p>
            <a:r>
              <a:t>Logging + monitoring</a:t>
            </a:r>
          </a:p>
          <a:p>
            <a:r>
              <a:t>Payment verification processes</a:t>
            </a:r>
          </a:p>
          <a:p>
            <a:r>
              <a:t>Data classification + DLP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7880" y="764372"/>
            <a:ext cx="5575552" cy="1432289"/>
          </a:xfrm>
        </p:spPr>
        <p:txBody>
          <a:bodyPr>
            <a:normAutofit/>
          </a:bodyPr>
          <a:lstStyle/>
          <a:p>
            <a:r>
              <a:rPr lang="en-NZ" sz="3700"/>
              <a:t>NZ scenario: invoice fraud in an SME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4917B9-5D95-4999-9E13-3568EDD42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1" r="43746" b="531"/>
          <a:stretch/>
        </p:blipFill>
        <p:spPr>
          <a:xfrm rot="5400000" flipH="1" flipV="1">
            <a:off x="-1805274" y="2497932"/>
            <a:ext cx="6857999" cy="186213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7880" y="2628900"/>
            <a:ext cx="5590558" cy="3589785"/>
          </a:xfrm>
        </p:spPr>
        <p:txBody>
          <a:bodyPr>
            <a:normAutofit/>
          </a:bodyPr>
          <a:lstStyle/>
          <a:p>
            <a:r>
              <a:rPr lang="en-GB" sz="1700"/>
              <a:t>Scenario: supplier requests bank account change via email</a:t>
            </a:r>
          </a:p>
          <a:p>
            <a:r>
              <a:rPr lang="en-GB" sz="1700"/>
              <a:t>Risks: business email compromise + weak verification</a:t>
            </a:r>
          </a:p>
          <a:p>
            <a:r>
              <a:rPr lang="en-GB" sz="1700"/>
              <a:t>Best practice: out-of-band verification + two-person approval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n-NZ" sz="2800">
                <a:solidFill>
                  <a:schemeClr val="bg1"/>
                </a:solidFill>
              </a:rPr>
              <a:t>Quick check (assessment style)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CF6544-FC45-37B5-1F7E-1F052752CD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6927692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1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82BF72-F34E-EFF3-84C9-4B0D7DF00C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4360" y="2194560"/>
          <a:ext cx="7955280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28</TotalTime>
  <Words>1598</Words>
  <Application>Microsoft Office PowerPoint</Application>
  <PresentationFormat>On-screen Show (4:3)</PresentationFormat>
  <Paragraphs>154</Paragraphs>
  <Slides>15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Vapor Trail</vt:lpstr>
      <vt:lpstr>Information Security in the Age of AI</vt:lpstr>
      <vt:lpstr>Learning outcomes</vt:lpstr>
      <vt:lpstr>What changed when AI arrived?</vt:lpstr>
      <vt:lpstr>Old InfoSec assumptions that don’t hold anymore</vt:lpstr>
      <vt:lpstr>NZ context: what sectors are exposed?</vt:lpstr>
      <vt:lpstr>Threat landscape: before vs after AI</vt:lpstr>
      <vt:lpstr>AI-enabled social engineering (the #1 risk)</vt:lpstr>
      <vt:lpstr>Deepfakes and impersonation: why it matters in NZ</vt:lpstr>
      <vt:lpstr>AI and malware: what’s actually changing</vt:lpstr>
      <vt:lpstr>Attack lifecycle with AI embedded</vt:lpstr>
      <vt:lpstr>NZ case scenario: tertiary sector phishing</vt:lpstr>
      <vt:lpstr>Controls that matter more in the AI era</vt:lpstr>
      <vt:lpstr>NZ scenario: invoice fraud in an SME</vt:lpstr>
      <vt:lpstr>Quick check (assessment style)</vt:lpstr>
      <vt:lpstr>Lecture 1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Lorraine Skelton</dc:creator>
  <cp:keywords/>
  <dc:description>generated using python-pptx</dc:description>
  <cp:lastModifiedBy>Lorraine Skelton</cp:lastModifiedBy>
  <cp:revision>4</cp:revision>
  <dcterms:created xsi:type="dcterms:W3CDTF">2013-01-27T09:14:16Z</dcterms:created>
  <dcterms:modified xsi:type="dcterms:W3CDTF">2026-02-03T22:56:55Z</dcterms:modified>
  <cp:category/>
</cp:coreProperties>
</file>