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4.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5.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6.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7.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8.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19.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20.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1.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22.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23.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24.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25.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26.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27.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28.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29.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30.xml" ContentType="application/vnd.openxmlformats-officedocument.presentationml.notesSlide+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31.xml" ContentType="application/vnd.openxmlformats-officedocument.presentationml.notesSlide+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notesSlides/notesSlide32.xml" ContentType="application/vnd.openxmlformats-officedocument.presentationml.notesSlide+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notesSlides/notesSlide33.xml" ContentType="application/vnd.openxmlformats-officedocument.presentationml.notesSlide+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notesSlides/notesSlide34.xml" ContentType="application/vnd.openxmlformats-officedocument.presentationml.notesSlide+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notesSlides/notesSlide35.xml" ContentType="application/vnd.openxmlformats-officedocument.presentationml.notesSlide+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notesSlides/notesSlide36.xml" ContentType="application/vnd.openxmlformats-officedocument.presentationml.notesSlide+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notesSlides/notesSlide37.xml" ContentType="application/vnd.openxmlformats-officedocument.presentationml.notesSlide+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notesSlides/notesSlide38.xml" ContentType="application/vnd.openxmlformats-officedocument.presentationml.notesSlide+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notesSlides/notesSlide39.xml" ContentType="application/vnd.openxmlformats-officedocument.presentationml.notesSlide+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notesSlides/notesSlide40.xml" ContentType="application/vnd.openxmlformats-officedocument.presentationml.notesSlide+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notesSlides/notesSlide41.xml" ContentType="application/vnd.openxmlformats-officedocument.presentationml.notesSlide+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notesSlides/notesSlide42.xml" ContentType="application/vnd.openxmlformats-officedocument.presentationml.notesSlide+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notesSlides/notesSlide43.xml" ContentType="application/vnd.openxmlformats-officedocument.presentationml.notesSlide+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notesSlides/notesSlide44.xml" ContentType="application/vnd.openxmlformats-officedocument.presentationml.notesSlide+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notesSlides/notesSlide45.xml" ContentType="application/vnd.openxmlformats-officedocument.presentationml.notesSlide+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1" r:id="rId36"/>
    <p:sldId id="307" r:id="rId37"/>
    <p:sldId id="292" r:id="rId38"/>
    <p:sldId id="293" r:id="rId39"/>
    <p:sldId id="294" r:id="rId40"/>
    <p:sldId id="295" r:id="rId41"/>
    <p:sldId id="296" r:id="rId42"/>
    <p:sldId id="297" r:id="rId43"/>
    <p:sldId id="298" r:id="rId44"/>
    <p:sldId id="308" r:id="rId45"/>
    <p:sldId id="300" r:id="rId46"/>
    <p:sldId id="301" r:id="rId47"/>
    <p:sldId id="302" r:id="rId48"/>
    <p:sldId id="303" r:id="rId49"/>
    <p:sldId id="304" r:id="rId50"/>
    <p:sldId id="305" r:id="rId51"/>
    <p:sldId id="306" r:id="rId5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188337-F3C0-4E35-BA13-0FB7E4C44891}" v="58" dt="2026-01-29T01:35:38.5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496" autoAdjust="0"/>
  </p:normalViewPr>
  <p:slideViewPr>
    <p:cSldViewPr snapToGrid="0" snapToObjects="1">
      <p:cViewPr varScale="1">
        <p:scale>
          <a:sx n="66" d="100"/>
          <a:sy n="66" d="100"/>
        </p:scale>
        <p:origin x="2088" y="2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1442E6-CCD7-4D62-AAF7-A1EDDD014784}"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AE60DB50-FB61-4E10-80A1-C32FE1FD4335}">
      <dgm:prSet/>
      <dgm:spPr/>
      <dgm:t>
        <a:bodyPr/>
        <a:lstStyle/>
        <a:p>
          <a:r>
            <a:rPr lang="en-US"/>
            <a:t>❌ Answer: No</a:t>
          </a:r>
        </a:p>
      </dgm:t>
    </dgm:pt>
    <dgm:pt modelId="{0F463DF0-06A8-42BD-96F2-911A9BC096C1}" type="parTrans" cxnId="{D12697F2-FF42-4ADE-9D46-2A437C78A744}">
      <dgm:prSet/>
      <dgm:spPr/>
      <dgm:t>
        <a:bodyPr/>
        <a:lstStyle/>
        <a:p>
          <a:endParaRPr lang="en-US"/>
        </a:p>
      </dgm:t>
    </dgm:pt>
    <dgm:pt modelId="{0DC65359-9F17-4450-A254-616C1A381F83}" type="sibTrans" cxnId="{D12697F2-FF42-4ADE-9D46-2A437C78A744}">
      <dgm:prSet/>
      <dgm:spPr/>
      <dgm:t>
        <a:bodyPr/>
        <a:lstStyle/>
        <a:p>
          <a:endParaRPr lang="en-US"/>
        </a:p>
      </dgm:t>
    </dgm:pt>
    <dgm:pt modelId="{2A4C9F2E-63FB-4E59-84E4-D5016927B7D1}">
      <dgm:prSet/>
      <dgm:spPr/>
      <dgm:t>
        <a:bodyPr/>
        <a:lstStyle/>
        <a:p>
          <a:r>
            <a:rPr lang="en-US"/>
            <a:t>HTTPS only protects data in transit. It does not secure servers, databases, endpoints, or application logic.</a:t>
          </a:r>
        </a:p>
      </dgm:t>
    </dgm:pt>
    <dgm:pt modelId="{E5BC9709-4EAC-4964-95D4-B91CBCEE0168}" type="parTrans" cxnId="{46B38EAC-D19D-48F7-BEC1-01AA689A7145}">
      <dgm:prSet/>
      <dgm:spPr/>
      <dgm:t>
        <a:bodyPr/>
        <a:lstStyle/>
        <a:p>
          <a:endParaRPr lang="en-US"/>
        </a:p>
      </dgm:t>
    </dgm:pt>
    <dgm:pt modelId="{C246511A-E7BE-4ADE-B26C-72188A215ADA}" type="sibTrans" cxnId="{46B38EAC-D19D-48F7-BEC1-01AA689A7145}">
      <dgm:prSet/>
      <dgm:spPr/>
      <dgm:t>
        <a:bodyPr/>
        <a:lstStyle/>
        <a:p>
          <a:endParaRPr lang="en-US"/>
        </a:p>
      </dgm:t>
    </dgm:pt>
    <dgm:pt modelId="{5BB371C0-471F-4C57-ACDD-9CE396C7F0FB}" type="pres">
      <dgm:prSet presAssocID="{BE1442E6-CCD7-4D62-AAF7-A1EDDD014784}" presName="linear" presStyleCnt="0">
        <dgm:presLayoutVars>
          <dgm:animLvl val="lvl"/>
          <dgm:resizeHandles val="exact"/>
        </dgm:presLayoutVars>
      </dgm:prSet>
      <dgm:spPr/>
    </dgm:pt>
    <dgm:pt modelId="{16BADDE5-04FF-47B2-B8EF-DEAAC9DF4C83}" type="pres">
      <dgm:prSet presAssocID="{AE60DB50-FB61-4E10-80A1-C32FE1FD4335}" presName="parentText" presStyleLbl="node1" presStyleIdx="0" presStyleCnt="2">
        <dgm:presLayoutVars>
          <dgm:chMax val="0"/>
          <dgm:bulletEnabled val="1"/>
        </dgm:presLayoutVars>
      </dgm:prSet>
      <dgm:spPr/>
    </dgm:pt>
    <dgm:pt modelId="{B37A5D86-94EB-40EB-AC3F-54AE345DE388}" type="pres">
      <dgm:prSet presAssocID="{0DC65359-9F17-4450-A254-616C1A381F83}" presName="spacer" presStyleCnt="0"/>
      <dgm:spPr/>
    </dgm:pt>
    <dgm:pt modelId="{6AF06B4F-120A-45D9-AF3A-1D8D30980E14}" type="pres">
      <dgm:prSet presAssocID="{2A4C9F2E-63FB-4E59-84E4-D5016927B7D1}" presName="parentText" presStyleLbl="node1" presStyleIdx="1" presStyleCnt="2">
        <dgm:presLayoutVars>
          <dgm:chMax val="0"/>
          <dgm:bulletEnabled val="1"/>
        </dgm:presLayoutVars>
      </dgm:prSet>
      <dgm:spPr/>
    </dgm:pt>
  </dgm:ptLst>
  <dgm:cxnLst>
    <dgm:cxn modelId="{3273B10C-417D-41FC-886B-0380ACA0F287}" type="presOf" srcId="{2A4C9F2E-63FB-4E59-84E4-D5016927B7D1}" destId="{6AF06B4F-120A-45D9-AF3A-1D8D30980E14}" srcOrd="0" destOrd="0" presId="urn:microsoft.com/office/officeart/2005/8/layout/vList2"/>
    <dgm:cxn modelId="{1343160D-097E-49DA-8166-B87BC07CAD22}" type="presOf" srcId="{AE60DB50-FB61-4E10-80A1-C32FE1FD4335}" destId="{16BADDE5-04FF-47B2-B8EF-DEAAC9DF4C83}" srcOrd="0" destOrd="0" presId="urn:microsoft.com/office/officeart/2005/8/layout/vList2"/>
    <dgm:cxn modelId="{0533A99C-9C40-4EEA-95F8-668182A621EB}" type="presOf" srcId="{BE1442E6-CCD7-4D62-AAF7-A1EDDD014784}" destId="{5BB371C0-471F-4C57-ACDD-9CE396C7F0FB}" srcOrd="0" destOrd="0" presId="urn:microsoft.com/office/officeart/2005/8/layout/vList2"/>
    <dgm:cxn modelId="{46B38EAC-D19D-48F7-BEC1-01AA689A7145}" srcId="{BE1442E6-CCD7-4D62-AAF7-A1EDDD014784}" destId="{2A4C9F2E-63FB-4E59-84E4-D5016927B7D1}" srcOrd="1" destOrd="0" parTransId="{E5BC9709-4EAC-4964-95D4-B91CBCEE0168}" sibTransId="{C246511A-E7BE-4ADE-B26C-72188A215ADA}"/>
    <dgm:cxn modelId="{D12697F2-FF42-4ADE-9D46-2A437C78A744}" srcId="{BE1442E6-CCD7-4D62-AAF7-A1EDDD014784}" destId="{AE60DB50-FB61-4E10-80A1-C32FE1FD4335}" srcOrd="0" destOrd="0" parTransId="{0F463DF0-06A8-42BD-96F2-911A9BC096C1}" sibTransId="{0DC65359-9F17-4450-A254-616C1A381F83}"/>
    <dgm:cxn modelId="{B06EE577-5950-4A82-A501-37D571ADC05A}" type="presParOf" srcId="{5BB371C0-471F-4C57-ACDD-9CE396C7F0FB}" destId="{16BADDE5-04FF-47B2-B8EF-DEAAC9DF4C83}" srcOrd="0" destOrd="0" presId="urn:microsoft.com/office/officeart/2005/8/layout/vList2"/>
    <dgm:cxn modelId="{25F767EE-C926-4923-B59D-0937DCA82FE8}" type="presParOf" srcId="{5BB371C0-471F-4C57-ACDD-9CE396C7F0FB}" destId="{B37A5D86-94EB-40EB-AC3F-54AE345DE388}" srcOrd="1" destOrd="0" presId="urn:microsoft.com/office/officeart/2005/8/layout/vList2"/>
    <dgm:cxn modelId="{67002A4A-0A32-4ABA-B789-A5B07C129363}" type="presParOf" srcId="{5BB371C0-471F-4C57-ACDD-9CE396C7F0FB}" destId="{6AF06B4F-120A-45D9-AF3A-1D8D30980E14}"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83D0594-5D0B-4047-AA29-89CE047EA8D6}" type="doc">
      <dgm:prSet loTypeId="urn:microsoft.com/office/officeart/2005/8/layout/hierarchy1" loCatId="hierarchy" qsTypeId="urn:microsoft.com/office/officeart/2005/8/quickstyle/simple1" qsCatId="simple" csTypeId="urn:microsoft.com/office/officeart/2005/8/colors/accent3_2" csCatId="accent3"/>
      <dgm:spPr/>
      <dgm:t>
        <a:bodyPr/>
        <a:lstStyle/>
        <a:p>
          <a:endParaRPr lang="en-US"/>
        </a:p>
      </dgm:t>
    </dgm:pt>
    <dgm:pt modelId="{B8AFF32F-F4B7-42D4-8837-7B3E4D24246E}">
      <dgm:prSet/>
      <dgm:spPr/>
      <dgm:t>
        <a:bodyPr/>
        <a:lstStyle/>
        <a:p>
          <a:r>
            <a:rPr lang="en-US"/>
            <a:t>✅ Answer: C</a:t>
          </a:r>
        </a:p>
      </dgm:t>
    </dgm:pt>
    <dgm:pt modelId="{CA1C73C0-11B2-42D0-BE9C-7E0F4BA09F37}" type="parTrans" cxnId="{AE64468B-E303-413D-ADF1-5953C617255F}">
      <dgm:prSet/>
      <dgm:spPr/>
      <dgm:t>
        <a:bodyPr/>
        <a:lstStyle/>
        <a:p>
          <a:endParaRPr lang="en-US"/>
        </a:p>
      </dgm:t>
    </dgm:pt>
    <dgm:pt modelId="{5012B097-5627-4252-9053-F7E427FE0CA4}" type="sibTrans" cxnId="{AE64468B-E303-413D-ADF1-5953C617255F}">
      <dgm:prSet/>
      <dgm:spPr/>
      <dgm:t>
        <a:bodyPr/>
        <a:lstStyle/>
        <a:p>
          <a:endParaRPr lang="en-US"/>
        </a:p>
      </dgm:t>
    </dgm:pt>
    <dgm:pt modelId="{0761DC25-C91C-4997-AE45-67E240F3D1F9}">
      <dgm:prSet/>
      <dgm:spPr/>
      <dgm:t>
        <a:bodyPr/>
        <a:lstStyle/>
        <a:p>
          <a:r>
            <a:rPr lang="en-US"/>
            <a:t>How passwords are stored (hashing, salting, stretching) matters more than complexity rules.</a:t>
          </a:r>
        </a:p>
      </dgm:t>
    </dgm:pt>
    <dgm:pt modelId="{CA35BE2B-033E-4334-BD5A-344578E96309}" type="parTrans" cxnId="{4528654F-01E0-4094-B46E-0863071DF7EA}">
      <dgm:prSet/>
      <dgm:spPr/>
      <dgm:t>
        <a:bodyPr/>
        <a:lstStyle/>
        <a:p>
          <a:endParaRPr lang="en-US"/>
        </a:p>
      </dgm:t>
    </dgm:pt>
    <dgm:pt modelId="{06751C74-7F6E-487A-BF8F-9151B735C90F}" type="sibTrans" cxnId="{4528654F-01E0-4094-B46E-0863071DF7EA}">
      <dgm:prSet/>
      <dgm:spPr/>
      <dgm:t>
        <a:bodyPr/>
        <a:lstStyle/>
        <a:p>
          <a:endParaRPr lang="en-US"/>
        </a:p>
      </dgm:t>
    </dgm:pt>
    <dgm:pt modelId="{3A0F1993-A37F-4937-A58E-69C29B3D5F22}" type="pres">
      <dgm:prSet presAssocID="{583D0594-5D0B-4047-AA29-89CE047EA8D6}" presName="hierChild1" presStyleCnt="0">
        <dgm:presLayoutVars>
          <dgm:chPref val="1"/>
          <dgm:dir/>
          <dgm:animOne val="branch"/>
          <dgm:animLvl val="lvl"/>
          <dgm:resizeHandles/>
        </dgm:presLayoutVars>
      </dgm:prSet>
      <dgm:spPr/>
    </dgm:pt>
    <dgm:pt modelId="{C768AB4E-0B79-4632-BD0B-341E1DAD2F16}" type="pres">
      <dgm:prSet presAssocID="{B8AFF32F-F4B7-42D4-8837-7B3E4D24246E}" presName="hierRoot1" presStyleCnt="0"/>
      <dgm:spPr/>
    </dgm:pt>
    <dgm:pt modelId="{0E955292-1397-4FDA-A4F8-AC2D443603D0}" type="pres">
      <dgm:prSet presAssocID="{B8AFF32F-F4B7-42D4-8837-7B3E4D24246E}" presName="composite" presStyleCnt="0"/>
      <dgm:spPr/>
    </dgm:pt>
    <dgm:pt modelId="{63B5FE19-7072-496A-8F7E-52AB97F184B9}" type="pres">
      <dgm:prSet presAssocID="{B8AFF32F-F4B7-42D4-8837-7B3E4D24246E}" presName="background" presStyleLbl="node0" presStyleIdx="0" presStyleCnt="2"/>
      <dgm:spPr/>
    </dgm:pt>
    <dgm:pt modelId="{8A7FC0E0-8F2D-48BD-A392-521B3999297A}" type="pres">
      <dgm:prSet presAssocID="{B8AFF32F-F4B7-42D4-8837-7B3E4D24246E}" presName="text" presStyleLbl="fgAcc0" presStyleIdx="0" presStyleCnt="2">
        <dgm:presLayoutVars>
          <dgm:chPref val="3"/>
        </dgm:presLayoutVars>
      </dgm:prSet>
      <dgm:spPr/>
    </dgm:pt>
    <dgm:pt modelId="{9FE5333E-59CB-44E2-AD6D-CEF24D7E7185}" type="pres">
      <dgm:prSet presAssocID="{B8AFF32F-F4B7-42D4-8837-7B3E4D24246E}" presName="hierChild2" presStyleCnt="0"/>
      <dgm:spPr/>
    </dgm:pt>
    <dgm:pt modelId="{C10A84C0-1223-4E7E-8D0E-7622729EE34C}" type="pres">
      <dgm:prSet presAssocID="{0761DC25-C91C-4997-AE45-67E240F3D1F9}" presName="hierRoot1" presStyleCnt="0"/>
      <dgm:spPr/>
    </dgm:pt>
    <dgm:pt modelId="{E1A1A828-CAEE-412D-8DA0-A1FD1A316759}" type="pres">
      <dgm:prSet presAssocID="{0761DC25-C91C-4997-AE45-67E240F3D1F9}" presName="composite" presStyleCnt="0"/>
      <dgm:spPr/>
    </dgm:pt>
    <dgm:pt modelId="{52A645D2-811B-4F2F-8B81-905FB0BF10BD}" type="pres">
      <dgm:prSet presAssocID="{0761DC25-C91C-4997-AE45-67E240F3D1F9}" presName="background" presStyleLbl="node0" presStyleIdx="1" presStyleCnt="2"/>
      <dgm:spPr/>
    </dgm:pt>
    <dgm:pt modelId="{29FFEB68-7DF8-4110-9DB1-BF0BB82B56A3}" type="pres">
      <dgm:prSet presAssocID="{0761DC25-C91C-4997-AE45-67E240F3D1F9}" presName="text" presStyleLbl="fgAcc0" presStyleIdx="1" presStyleCnt="2">
        <dgm:presLayoutVars>
          <dgm:chPref val="3"/>
        </dgm:presLayoutVars>
      </dgm:prSet>
      <dgm:spPr/>
    </dgm:pt>
    <dgm:pt modelId="{DC529DEA-28C1-41D5-9B3E-A244A23628AA}" type="pres">
      <dgm:prSet presAssocID="{0761DC25-C91C-4997-AE45-67E240F3D1F9}" presName="hierChild2" presStyleCnt="0"/>
      <dgm:spPr/>
    </dgm:pt>
  </dgm:ptLst>
  <dgm:cxnLst>
    <dgm:cxn modelId="{A2D5D120-7179-4207-9059-D86A3219646E}" type="presOf" srcId="{0761DC25-C91C-4997-AE45-67E240F3D1F9}" destId="{29FFEB68-7DF8-4110-9DB1-BF0BB82B56A3}" srcOrd="0" destOrd="0" presId="urn:microsoft.com/office/officeart/2005/8/layout/hierarchy1"/>
    <dgm:cxn modelId="{4528654F-01E0-4094-B46E-0863071DF7EA}" srcId="{583D0594-5D0B-4047-AA29-89CE047EA8D6}" destId="{0761DC25-C91C-4997-AE45-67E240F3D1F9}" srcOrd="1" destOrd="0" parTransId="{CA35BE2B-033E-4334-BD5A-344578E96309}" sibTransId="{06751C74-7F6E-487A-BF8F-9151B735C90F}"/>
    <dgm:cxn modelId="{AE64468B-E303-413D-ADF1-5953C617255F}" srcId="{583D0594-5D0B-4047-AA29-89CE047EA8D6}" destId="{B8AFF32F-F4B7-42D4-8837-7B3E4D24246E}" srcOrd="0" destOrd="0" parTransId="{CA1C73C0-11B2-42D0-BE9C-7E0F4BA09F37}" sibTransId="{5012B097-5627-4252-9053-F7E427FE0CA4}"/>
    <dgm:cxn modelId="{49A4EC9E-02C6-446D-8798-31D16D698A51}" type="presOf" srcId="{B8AFF32F-F4B7-42D4-8837-7B3E4D24246E}" destId="{8A7FC0E0-8F2D-48BD-A392-521B3999297A}" srcOrd="0" destOrd="0" presId="urn:microsoft.com/office/officeart/2005/8/layout/hierarchy1"/>
    <dgm:cxn modelId="{D6E157D9-A56B-4A94-92B2-48E859CF74C5}" type="presOf" srcId="{583D0594-5D0B-4047-AA29-89CE047EA8D6}" destId="{3A0F1993-A37F-4937-A58E-69C29B3D5F22}" srcOrd="0" destOrd="0" presId="urn:microsoft.com/office/officeart/2005/8/layout/hierarchy1"/>
    <dgm:cxn modelId="{7BA0159F-E9D4-46BB-B42D-89616A61675A}" type="presParOf" srcId="{3A0F1993-A37F-4937-A58E-69C29B3D5F22}" destId="{C768AB4E-0B79-4632-BD0B-341E1DAD2F16}" srcOrd="0" destOrd="0" presId="urn:microsoft.com/office/officeart/2005/8/layout/hierarchy1"/>
    <dgm:cxn modelId="{DDAEC2D7-449B-4667-8C2B-1290C5A9659E}" type="presParOf" srcId="{C768AB4E-0B79-4632-BD0B-341E1DAD2F16}" destId="{0E955292-1397-4FDA-A4F8-AC2D443603D0}" srcOrd="0" destOrd="0" presId="urn:microsoft.com/office/officeart/2005/8/layout/hierarchy1"/>
    <dgm:cxn modelId="{E633F4E1-0B39-4658-AEAB-8AC042645E09}" type="presParOf" srcId="{0E955292-1397-4FDA-A4F8-AC2D443603D0}" destId="{63B5FE19-7072-496A-8F7E-52AB97F184B9}" srcOrd="0" destOrd="0" presId="urn:microsoft.com/office/officeart/2005/8/layout/hierarchy1"/>
    <dgm:cxn modelId="{4A530EA7-0D07-432D-8498-D19143634356}" type="presParOf" srcId="{0E955292-1397-4FDA-A4F8-AC2D443603D0}" destId="{8A7FC0E0-8F2D-48BD-A392-521B3999297A}" srcOrd="1" destOrd="0" presId="urn:microsoft.com/office/officeart/2005/8/layout/hierarchy1"/>
    <dgm:cxn modelId="{1F82E82A-910D-4214-8B2F-4E92E8809BA4}" type="presParOf" srcId="{C768AB4E-0B79-4632-BD0B-341E1DAD2F16}" destId="{9FE5333E-59CB-44E2-AD6D-CEF24D7E7185}" srcOrd="1" destOrd="0" presId="urn:microsoft.com/office/officeart/2005/8/layout/hierarchy1"/>
    <dgm:cxn modelId="{C20881CA-946D-47BC-9ED5-25754C05609C}" type="presParOf" srcId="{3A0F1993-A37F-4937-A58E-69C29B3D5F22}" destId="{C10A84C0-1223-4E7E-8D0E-7622729EE34C}" srcOrd="1" destOrd="0" presId="urn:microsoft.com/office/officeart/2005/8/layout/hierarchy1"/>
    <dgm:cxn modelId="{DA12972F-45BB-4355-A3C9-487365D0CAE5}" type="presParOf" srcId="{C10A84C0-1223-4E7E-8D0E-7622729EE34C}" destId="{E1A1A828-CAEE-412D-8DA0-A1FD1A316759}" srcOrd="0" destOrd="0" presId="urn:microsoft.com/office/officeart/2005/8/layout/hierarchy1"/>
    <dgm:cxn modelId="{99A0AA0D-CEED-43BD-B2DD-ED3AC22F8911}" type="presParOf" srcId="{E1A1A828-CAEE-412D-8DA0-A1FD1A316759}" destId="{52A645D2-811B-4F2F-8B81-905FB0BF10BD}" srcOrd="0" destOrd="0" presId="urn:microsoft.com/office/officeart/2005/8/layout/hierarchy1"/>
    <dgm:cxn modelId="{1317208C-A8AC-4481-AA31-48915436B9B0}" type="presParOf" srcId="{E1A1A828-CAEE-412D-8DA0-A1FD1A316759}" destId="{29FFEB68-7DF8-4110-9DB1-BF0BB82B56A3}" srcOrd="1" destOrd="0" presId="urn:microsoft.com/office/officeart/2005/8/layout/hierarchy1"/>
    <dgm:cxn modelId="{E5824C0E-BE46-421D-BD3A-A83C62F1A30D}" type="presParOf" srcId="{C10A84C0-1223-4E7E-8D0E-7622729EE34C}" destId="{DC529DEA-28C1-41D5-9B3E-A244A23628AA}"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45EEA18-E2AC-43B8-B8CC-73010B8ACDE7}"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3730F255-1C2F-40A2-9EA0-45C3F0BABC42}">
      <dgm:prSet/>
      <dgm:spPr/>
      <dgm:t>
        <a:bodyPr/>
        <a:lstStyle/>
        <a:p>
          <a:r>
            <a:rPr lang="en-US"/>
            <a:t>❌ Answer: No</a:t>
          </a:r>
        </a:p>
      </dgm:t>
    </dgm:pt>
    <dgm:pt modelId="{8CEF1CBC-AD36-4732-8A5B-02A9DDCF0B71}" type="parTrans" cxnId="{F3CD94EA-37DF-4346-B742-73594E7139AC}">
      <dgm:prSet/>
      <dgm:spPr/>
      <dgm:t>
        <a:bodyPr/>
        <a:lstStyle/>
        <a:p>
          <a:endParaRPr lang="en-US"/>
        </a:p>
      </dgm:t>
    </dgm:pt>
    <dgm:pt modelId="{6639111E-AC53-40C0-A625-C23C86D2FE51}" type="sibTrans" cxnId="{F3CD94EA-37DF-4346-B742-73594E7139AC}">
      <dgm:prSet/>
      <dgm:spPr/>
      <dgm:t>
        <a:bodyPr/>
        <a:lstStyle/>
        <a:p>
          <a:endParaRPr lang="en-US"/>
        </a:p>
      </dgm:t>
    </dgm:pt>
    <dgm:pt modelId="{13C0AD0A-8596-4667-BD7C-C31147055C8E}">
      <dgm:prSet/>
      <dgm:spPr/>
      <dgm:t>
        <a:bodyPr/>
        <a:lstStyle/>
        <a:p>
          <a:r>
            <a:rPr lang="en-US"/>
            <a:t>MFA reduces risk but can be bypassed (phishing, MFA fatigue, stolen sessions).</a:t>
          </a:r>
        </a:p>
      </dgm:t>
    </dgm:pt>
    <dgm:pt modelId="{E8106981-9DEB-40E1-91EC-AF1594607671}" type="parTrans" cxnId="{7D7EB84D-1414-49EE-A8F5-37DE60092A73}">
      <dgm:prSet/>
      <dgm:spPr/>
      <dgm:t>
        <a:bodyPr/>
        <a:lstStyle/>
        <a:p>
          <a:endParaRPr lang="en-US"/>
        </a:p>
      </dgm:t>
    </dgm:pt>
    <dgm:pt modelId="{CA8ADB0C-B532-48CA-ADCA-0CE2D8D720D8}" type="sibTrans" cxnId="{7D7EB84D-1414-49EE-A8F5-37DE60092A73}">
      <dgm:prSet/>
      <dgm:spPr/>
      <dgm:t>
        <a:bodyPr/>
        <a:lstStyle/>
        <a:p>
          <a:endParaRPr lang="en-US"/>
        </a:p>
      </dgm:t>
    </dgm:pt>
    <dgm:pt modelId="{19B3758F-A740-4C48-ABBF-25236CDCE05D}" type="pres">
      <dgm:prSet presAssocID="{E45EEA18-E2AC-43B8-B8CC-73010B8ACDE7}" presName="linear" presStyleCnt="0">
        <dgm:presLayoutVars>
          <dgm:animLvl val="lvl"/>
          <dgm:resizeHandles val="exact"/>
        </dgm:presLayoutVars>
      </dgm:prSet>
      <dgm:spPr/>
    </dgm:pt>
    <dgm:pt modelId="{0968AC3C-CCFD-4001-A1D2-FA6EB0C46A74}" type="pres">
      <dgm:prSet presAssocID="{3730F255-1C2F-40A2-9EA0-45C3F0BABC42}" presName="parentText" presStyleLbl="node1" presStyleIdx="0" presStyleCnt="2">
        <dgm:presLayoutVars>
          <dgm:chMax val="0"/>
          <dgm:bulletEnabled val="1"/>
        </dgm:presLayoutVars>
      </dgm:prSet>
      <dgm:spPr/>
    </dgm:pt>
    <dgm:pt modelId="{74F471D2-48A3-452C-BE7B-C843D35DA7F8}" type="pres">
      <dgm:prSet presAssocID="{6639111E-AC53-40C0-A625-C23C86D2FE51}" presName="spacer" presStyleCnt="0"/>
      <dgm:spPr/>
    </dgm:pt>
    <dgm:pt modelId="{5BA477DB-B397-4F39-9E09-8706ACE84F49}" type="pres">
      <dgm:prSet presAssocID="{13C0AD0A-8596-4667-BD7C-C31147055C8E}" presName="parentText" presStyleLbl="node1" presStyleIdx="1" presStyleCnt="2">
        <dgm:presLayoutVars>
          <dgm:chMax val="0"/>
          <dgm:bulletEnabled val="1"/>
        </dgm:presLayoutVars>
      </dgm:prSet>
      <dgm:spPr/>
    </dgm:pt>
  </dgm:ptLst>
  <dgm:cxnLst>
    <dgm:cxn modelId="{8F5F6605-D371-49E8-A101-56C161856C54}" type="presOf" srcId="{3730F255-1C2F-40A2-9EA0-45C3F0BABC42}" destId="{0968AC3C-CCFD-4001-A1D2-FA6EB0C46A74}" srcOrd="0" destOrd="0" presId="urn:microsoft.com/office/officeart/2005/8/layout/vList2"/>
    <dgm:cxn modelId="{7D7EB84D-1414-49EE-A8F5-37DE60092A73}" srcId="{E45EEA18-E2AC-43B8-B8CC-73010B8ACDE7}" destId="{13C0AD0A-8596-4667-BD7C-C31147055C8E}" srcOrd="1" destOrd="0" parTransId="{E8106981-9DEB-40E1-91EC-AF1594607671}" sibTransId="{CA8ADB0C-B532-48CA-ADCA-0CE2D8D720D8}"/>
    <dgm:cxn modelId="{023AE14D-4C16-40DC-86CD-D435E96B4FDC}" type="presOf" srcId="{13C0AD0A-8596-4667-BD7C-C31147055C8E}" destId="{5BA477DB-B397-4F39-9E09-8706ACE84F49}" srcOrd="0" destOrd="0" presId="urn:microsoft.com/office/officeart/2005/8/layout/vList2"/>
    <dgm:cxn modelId="{869412BA-FE84-42C0-9C9D-818058B4633E}" type="presOf" srcId="{E45EEA18-E2AC-43B8-B8CC-73010B8ACDE7}" destId="{19B3758F-A740-4C48-ABBF-25236CDCE05D}" srcOrd="0" destOrd="0" presId="urn:microsoft.com/office/officeart/2005/8/layout/vList2"/>
    <dgm:cxn modelId="{F3CD94EA-37DF-4346-B742-73594E7139AC}" srcId="{E45EEA18-E2AC-43B8-B8CC-73010B8ACDE7}" destId="{3730F255-1C2F-40A2-9EA0-45C3F0BABC42}" srcOrd="0" destOrd="0" parTransId="{8CEF1CBC-AD36-4732-8A5B-02A9DDCF0B71}" sibTransId="{6639111E-AC53-40C0-A625-C23C86D2FE51}"/>
    <dgm:cxn modelId="{6CD0A178-4993-4496-A004-4D2FBBCDAAB9}" type="presParOf" srcId="{19B3758F-A740-4C48-ABBF-25236CDCE05D}" destId="{0968AC3C-CCFD-4001-A1D2-FA6EB0C46A74}" srcOrd="0" destOrd="0" presId="urn:microsoft.com/office/officeart/2005/8/layout/vList2"/>
    <dgm:cxn modelId="{661B33D6-C7B3-49F8-A645-FBC2BCDD2FD6}" type="presParOf" srcId="{19B3758F-A740-4C48-ABBF-25236CDCE05D}" destId="{74F471D2-48A3-452C-BE7B-C843D35DA7F8}" srcOrd="1" destOrd="0" presId="urn:microsoft.com/office/officeart/2005/8/layout/vList2"/>
    <dgm:cxn modelId="{6825CEBC-B2D2-4D1A-B954-5922B427D425}" type="presParOf" srcId="{19B3758F-A740-4C48-ABBF-25236CDCE05D}" destId="{5BA477DB-B397-4F39-9E09-8706ACE84F49}"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4270E21-3187-4276-88FA-924A9AF789AE}"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28CF7153-EAB5-4836-B406-910DD9739212}">
      <dgm:prSet/>
      <dgm:spPr/>
      <dgm:t>
        <a:bodyPr/>
        <a:lstStyle/>
        <a:p>
          <a:r>
            <a:rPr lang="en-US"/>
            <a:t>✅ Answer: C</a:t>
          </a:r>
        </a:p>
      </dgm:t>
    </dgm:pt>
    <dgm:pt modelId="{F0CE29B9-2A10-48A1-A6A3-6197E3EAFC98}" type="parTrans" cxnId="{5235CB89-9624-4BAB-B59D-0B4F6A00771F}">
      <dgm:prSet/>
      <dgm:spPr/>
      <dgm:t>
        <a:bodyPr/>
        <a:lstStyle/>
        <a:p>
          <a:endParaRPr lang="en-US"/>
        </a:p>
      </dgm:t>
    </dgm:pt>
    <dgm:pt modelId="{6CBEDA4A-EFA0-4B13-B8FD-C8E5E44B6A9F}" type="sibTrans" cxnId="{5235CB89-9624-4BAB-B59D-0B4F6A00771F}">
      <dgm:prSet/>
      <dgm:spPr/>
      <dgm:t>
        <a:bodyPr/>
        <a:lstStyle/>
        <a:p>
          <a:endParaRPr lang="en-US"/>
        </a:p>
      </dgm:t>
    </dgm:pt>
    <dgm:pt modelId="{1FD5AC18-6719-4DF2-BF17-999673B80FB1}">
      <dgm:prSet/>
      <dgm:spPr/>
      <dgm:t>
        <a:bodyPr/>
        <a:lstStyle/>
        <a:p>
          <a:r>
            <a:rPr lang="en-US"/>
            <a:t>Most crypto failures come from subtle implementation mistakes, not broken algorithms.</a:t>
          </a:r>
        </a:p>
      </dgm:t>
    </dgm:pt>
    <dgm:pt modelId="{04826E86-A655-48F6-ABF3-584BCA9E3733}" type="parTrans" cxnId="{FCEEADE4-AA26-4DE6-9781-E337DF251F77}">
      <dgm:prSet/>
      <dgm:spPr/>
      <dgm:t>
        <a:bodyPr/>
        <a:lstStyle/>
        <a:p>
          <a:endParaRPr lang="en-US"/>
        </a:p>
      </dgm:t>
    </dgm:pt>
    <dgm:pt modelId="{D61BD8AC-F76B-4718-8E2E-8FD37A25F330}" type="sibTrans" cxnId="{FCEEADE4-AA26-4DE6-9781-E337DF251F77}">
      <dgm:prSet/>
      <dgm:spPr/>
      <dgm:t>
        <a:bodyPr/>
        <a:lstStyle/>
        <a:p>
          <a:endParaRPr lang="en-US"/>
        </a:p>
      </dgm:t>
    </dgm:pt>
    <dgm:pt modelId="{8323737A-D181-488E-8D99-DCE1B3B081C2}" type="pres">
      <dgm:prSet presAssocID="{C4270E21-3187-4276-88FA-924A9AF789AE}" presName="hierChild1" presStyleCnt="0">
        <dgm:presLayoutVars>
          <dgm:chPref val="1"/>
          <dgm:dir/>
          <dgm:animOne val="branch"/>
          <dgm:animLvl val="lvl"/>
          <dgm:resizeHandles/>
        </dgm:presLayoutVars>
      </dgm:prSet>
      <dgm:spPr/>
    </dgm:pt>
    <dgm:pt modelId="{BA5F7736-1DC5-459E-BE6B-233DF015A786}" type="pres">
      <dgm:prSet presAssocID="{28CF7153-EAB5-4836-B406-910DD9739212}" presName="hierRoot1" presStyleCnt="0"/>
      <dgm:spPr/>
    </dgm:pt>
    <dgm:pt modelId="{405B5BA0-E6ED-4A63-9FBA-CEB184B092FC}" type="pres">
      <dgm:prSet presAssocID="{28CF7153-EAB5-4836-B406-910DD9739212}" presName="composite" presStyleCnt="0"/>
      <dgm:spPr/>
    </dgm:pt>
    <dgm:pt modelId="{E86C7B82-39B6-4782-AD60-6FBB6E47187A}" type="pres">
      <dgm:prSet presAssocID="{28CF7153-EAB5-4836-B406-910DD9739212}" presName="background" presStyleLbl="node0" presStyleIdx="0" presStyleCnt="2"/>
      <dgm:spPr/>
    </dgm:pt>
    <dgm:pt modelId="{1B5DBF59-95EF-463B-A0D7-C716644E98B4}" type="pres">
      <dgm:prSet presAssocID="{28CF7153-EAB5-4836-B406-910DD9739212}" presName="text" presStyleLbl="fgAcc0" presStyleIdx="0" presStyleCnt="2">
        <dgm:presLayoutVars>
          <dgm:chPref val="3"/>
        </dgm:presLayoutVars>
      </dgm:prSet>
      <dgm:spPr/>
    </dgm:pt>
    <dgm:pt modelId="{1E29E5FD-B923-422A-80E2-EC20ADBB115E}" type="pres">
      <dgm:prSet presAssocID="{28CF7153-EAB5-4836-B406-910DD9739212}" presName="hierChild2" presStyleCnt="0"/>
      <dgm:spPr/>
    </dgm:pt>
    <dgm:pt modelId="{2BA6AEBD-A63B-4BB3-B384-7E464E104428}" type="pres">
      <dgm:prSet presAssocID="{1FD5AC18-6719-4DF2-BF17-999673B80FB1}" presName="hierRoot1" presStyleCnt="0"/>
      <dgm:spPr/>
    </dgm:pt>
    <dgm:pt modelId="{C57EF8B6-4D88-4CFE-919A-74460F46634E}" type="pres">
      <dgm:prSet presAssocID="{1FD5AC18-6719-4DF2-BF17-999673B80FB1}" presName="composite" presStyleCnt="0"/>
      <dgm:spPr/>
    </dgm:pt>
    <dgm:pt modelId="{1410C418-7883-4DEF-B016-160A1411804E}" type="pres">
      <dgm:prSet presAssocID="{1FD5AC18-6719-4DF2-BF17-999673B80FB1}" presName="background" presStyleLbl="node0" presStyleIdx="1" presStyleCnt="2"/>
      <dgm:spPr/>
    </dgm:pt>
    <dgm:pt modelId="{D7B65230-F40C-4FA6-B56D-2E8444D6EEE2}" type="pres">
      <dgm:prSet presAssocID="{1FD5AC18-6719-4DF2-BF17-999673B80FB1}" presName="text" presStyleLbl="fgAcc0" presStyleIdx="1" presStyleCnt="2">
        <dgm:presLayoutVars>
          <dgm:chPref val="3"/>
        </dgm:presLayoutVars>
      </dgm:prSet>
      <dgm:spPr/>
    </dgm:pt>
    <dgm:pt modelId="{68CCAEDD-2450-4DF5-973B-E62FE598C9BC}" type="pres">
      <dgm:prSet presAssocID="{1FD5AC18-6719-4DF2-BF17-999673B80FB1}" presName="hierChild2" presStyleCnt="0"/>
      <dgm:spPr/>
    </dgm:pt>
  </dgm:ptLst>
  <dgm:cxnLst>
    <dgm:cxn modelId="{D8256934-027C-4CDF-ADAA-ECACFEFDE750}" type="presOf" srcId="{C4270E21-3187-4276-88FA-924A9AF789AE}" destId="{8323737A-D181-488E-8D99-DCE1B3B081C2}" srcOrd="0" destOrd="0" presId="urn:microsoft.com/office/officeart/2005/8/layout/hierarchy1"/>
    <dgm:cxn modelId="{5AF4E93F-66E3-4172-AFDE-3C30DFAC9E17}" type="presOf" srcId="{28CF7153-EAB5-4836-B406-910DD9739212}" destId="{1B5DBF59-95EF-463B-A0D7-C716644E98B4}" srcOrd="0" destOrd="0" presId="urn:microsoft.com/office/officeart/2005/8/layout/hierarchy1"/>
    <dgm:cxn modelId="{5235CB89-9624-4BAB-B59D-0B4F6A00771F}" srcId="{C4270E21-3187-4276-88FA-924A9AF789AE}" destId="{28CF7153-EAB5-4836-B406-910DD9739212}" srcOrd="0" destOrd="0" parTransId="{F0CE29B9-2A10-48A1-A6A3-6197E3EAFC98}" sibTransId="{6CBEDA4A-EFA0-4B13-B8FD-C8E5E44B6A9F}"/>
    <dgm:cxn modelId="{706A68C3-8844-45E8-976D-292DFEFF8AA1}" type="presOf" srcId="{1FD5AC18-6719-4DF2-BF17-999673B80FB1}" destId="{D7B65230-F40C-4FA6-B56D-2E8444D6EEE2}" srcOrd="0" destOrd="0" presId="urn:microsoft.com/office/officeart/2005/8/layout/hierarchy1"/>
    <dgm:cxn modelId="{FCEEADE4-AA26-4DE6-9781-E337DF251F77}" srcId="{C4270E21-3187-4276-88FA-924A9AF789AE}" destId="{1FD5AC18-6719-4DF2-BF17-999673B80FB1}" srcOrd="1" destOrd="0" parTransId="{04826E86-A655-48F6-ABF3-584BCA9E3733}" sibTransId="{D61BD8AC-F76B-4718-8E2E-8FD37A25F330}"/>
    <dgm:cxn modelId="{B92313B8-B701-4A4F-AED9-F63A35573C09}" type="presParOf" srcId="{8323737A-D181-488E-8D99-DCE1B3B081C2}" destId="{BA5F7736-1DC5-459E-BE6B-233DF015A786}" srcOrd="0" destOrd="0" presId="urn:microsoft.com/office/officeart/2005/8/layout/hierarchy1"/>
    <dgm:cxn modelId="{784DA88B-F4BF-43F7-85C5-7E5B18652433}" type="presParOf" srcId="{BA5F7736-1DC5-459E-BE6B-233DF015A786}" destId="{405B5BA0-E6ED-4A63-9FBA-CEB184B092FC}" srcOrd="0" destOrd="0" presId="urn:microsoft.com/office/officeart/2005/8/layout/hierarchy1"/>
    <dgm:cxn modelId="{24D13B99-AA0C-48A4-8766-7268B099F7FF}" type="presParOf" srcId="{405B5BA0-E6ED-4A63-9FBA-CEB184B092FC}" destId="{E86C7B82-39B6-4782-AD60-6FBB6E47187A}" srcOrd="0" destOrd="0" presId="urn:microsoft.com/office/officeart/2005/8/layout/hierarchy1"/>
    <dgm:cxn modelId="{6D8C24E1-5E52-4F0B-8D0E-D678995D83C8}" type="presParOf" srcId="{405B5BA0-E6ED-4A63-9FBA-CEB184B092FC}" destId="{1B5DBF59-95EF-463B-A0D7-C716644E98B4}" srcOrd="1" destOrd="0" presId="urn:microsoft.com/office/officeart/2005/8/layout/hierarchy1"/>
    <dgm:cxn modelId="{4A9A9063-E8E5-4604-80CE-8D648202E248}" type="presParOf" srcId="{BA5F7736-1DC5-459E-BE6B-233DF015A786}" destId="{1E29E5FD-B923-422A-80E2-EC20ADBB115E}" srcOrd="1" destOrd="0" presId="urn:microsoft.com/office/officeart/2005/8/layout/hierarchy1"/>
    <dgm:cxn modelId="{495B5B9E-6F92-4AAA-99F2-F74E09B370A9}" type="presParOf" srcId="{8323737A-D181-488E-8D99-DCE1B3B081C2}" destId="{2BA6AEBD-A63B-4BB3-B384-7E464E104428}" srcOrd="1" destOrd="0" presId="urn:microsoft.com/office/officeart/2005/8/layout/hierarchy1"/>
    <dgm:cxn modelId="{EFAE6FBB-7A24-400A-8202-B2776C2B9F7F}" type="presParOf" srcId="{2BA6AEBD-A63B-4BB3-B384-7E464E104428}" destId="{C57EF8B6-4D88-4CFE-919A-74460F46634E}" srcOrd="0" destOrd="0" presId="urn:microsoft.com/office/officeart/2005/8/layout/hierarchy1"/>
    <dgm:cxn modelId="{CEE53318-3462-42FC-8FB8-69EA3790CFEE}" type="presParOf" srcId="{C57EF8B6-4D88-4CFE-919A-74460F46634E}" destId="{1410C418-7883-4DEF-B016-160A1411804E}" srcOrd="0" destOrd="0" presId="urn:microsoft.com/office/officeart/2005/8/layout/hierarchy1"/>
    <dgm:cxn modelId="{602E47C5-31AC-4E02-AFA2-7AB458D4DDCB}" type="presParOf" srcId="{C57EF8B6-4D88-4CFE-919A-74460F46634E}" destId="{D7B65230-F40C-4FA6-B56D-2E8444D6EEE2}" srcOrd="1" destOrd="0" presId="urn:microsoft.com/office/officeart/2005/8/layout/hierarchy1"/>
    <dgm:cxn modelId="{D2F5F5FB-CF53-4CBD-80D7-6D0D8B49E413}" type="presParOf" srcId="{2BA6AEBD-A63B-4BB3-B384-7E464E104428}" destId="{68CCAEDD-2450-4DF5-973B-E62FE598C9B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7C26353-8281-4BE4-906E-09C7E6C0E593}"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ACB42A0C-B4A3-4D66-8A97-26B549E117D5}">
      <dgm:prSet/>
      <dgm:spPr/>
      <dgm:t>
        <a:bodyPr/>
        <a:lstStyle/>
        <a:p>
          <a:r>
            <a:rPr lang="en-US"/>
            <a:t>✅ Answer: C</a:t>
          </a:r>
        </a:p>
      </dgm:t>
    </dgm:pt>
    <dgm:pt modelId="{4330DA1D-633B-4159-BB7B-CFF73C712E2F}" type="parTrans" cxnId="{15ACCCB7-F7CA-443F-9FF0-9E6B9A5499B6}">
      <dgm:prSet/>
      <dgm:spPr/>
      <dgm:t>
        <a:bodyPr/>
        <a:lstStyle/>
        <a:p>
          <a:endParaRPr lang="en-US"/>
        </a:p>
      </dgm:t>
    </dgm:pt>
    <dgm:pt modelId="{3FB20A74-7748-4EA2-BFB9-EB3124C7018D}" type="sibTrans" cxnId="{15ACCCB7-F7CA-443F-9FF0-9E6B9A5499B6}">
      <dgm:prSet/>
      <dgm:spPr/>
      <dgm:t>
        <a:bodyPr/>
        <a:lstStyle/>
        <a:p>
          <a:endParaRPr lang="en-US"/>
        </a:p>
      </dgm:t>
    </dgm:pt>
    <dgm:pt modelId="{200143D7-170F-4A7B-9EC0-01A36A2CDC65}">
      <dgm:prSet/>
      <dgm:spPr/>
      <dgm:t>
        <a:bodyPr/>
        <a:lstStyle/>
        <a:p>
          <a:r>
            <a:rPr lang="en-US"/>
            <a:t>Unsalted hashes allow attackers to use precomputed rainbow tables.</a:t>
          </a:r>
        </a:p>
      </dgm:t>
    </dgm:pt>
    <dgm:pt modelId="{D3DCE07C-9041-40F6-B202-616EC7B3BC3D}" type="parTrans" cxnId="{FBEEB297-08F3-4D36-A728-08D67AD64A99}">
      <dgm:prSet/>
      <dgm:spPr/>
      <dgm:t>
        <a:bodyPr/>
        <a:lstStyle/>
        <a:p>
          <a:endParaRPr lang="en-US"/>
        </a:p>
      </dgm:t>
    </dgm:pt>
    <dgm:pt modelId="{EB0B17F3-1CF2-4855-8F6C-51D96E37EE9C}" type="sibTrans" cxnId="{FBEEB297-08F3-4D36-A728-08D67AD64A99}">
      <dgm:prSet/>
      <dgm:spPr/>
      <dgm:t>
        <a:bodyPr/>
        <a:lstStyle/>
        <a:p>
          <a:endParaRPr lang="en-US"/>
        </a:p>
      </dgm:t>
    </dgm:pt>
    <dgm:pt modelId="{A8AB1DF0-491A-40FD-85F6-467F464671D2}" type="pres">
      <dgm:prSet presAssocID="{C7C26353-8281-4BE4-906E-09C7E6C0E593}" presName="hierChild1" presStyleCnt="0">
        <dgm:presLayoutVars>
          <dgm:chPref val="1"/>
          <dgm:dir/>
          <dgm:animOne val="branch"/>
          <dgm:animLvl val="lvl"/>
          <dgm:resizeHandles/>
        </dgm:presLayoutVars>
      </dgm:prSet>
      <dgm:spPr/>
    </dgm:pt>
    <dgm:pt modelId="{AC6297AE-82E1-4A54-8967-836F60D755C5}" type="pres">
      <dgm:prSet presAssocID="{ACB42A0C-B4A3-4D66-8A97-26B549E117D5}" presName="hierRoot1" presStyleCnt="0"/>
      <dgm:spPr/>
    </dgm:pt>
    <dgm:pt modelId="{7050E8CF-D704-484B-A040-216490AD8127}" type="pres">
      <dgm:prSet presAssocID="{ACB42A0C-B4A3-4D66-8A97-26B549E117D5}" presName="composite" presStyleCnt="0"/>
      <dgm:spPr/>
    </dgm:pt>
    <dgm:pt modelId="{7D31A2AD-8229-4B8F-8F02-6D4811C60B10}" type="pres">
      <dgm:prSet presAssocID="{ACB42A0C-B4A3-4D66-8A97-26B549E117D5}" presName="background" presStyleLbl="node0" presStyleIdx="0" presStyleCnt="2"/>
      <dgm:spPr/>
    </dgm:pt>
    <dgm:pt modelId="{EC12965F-466A-449E-A163-7C1E0A42DDA3}" type="pres">
      <dgm:prSet presAssocID="{ACB42A0C-B4A3-4D66-8A97-26B549E117D5}" presName="text" presStyleLbl="fgAcc0" presStyleIdx="0" presStyleCnt="2">
        <dgm:presLayoutVars>
          <dgm:chPref val="3"/>
        </dgm:presLayoutVars>
      </dgm:prSet>
      <dgm:spPr/>
    </dgm:pt>
    <dgm:pt modelId="{BE807983-ED95-45FA-92C3-C8928AB5FF12}" type="pres">
      <dgm:prSet presAssocID="{ACB42A0C-B4A3-4D66-8A97-26B549E117D5}" presName="hierChild2" presStyleCnt="0"/>
      <dgm:spPr/>
    </dgm:pt>
    <dgm:pt modelId="{94DCCB7A-C50C-4137-A157-2014DD0F733E}" type="pres">
      <dgm:prSet presAssocID="{200143D7-170F-4A7B-9EC0-01A36A2CDC65}" presName="hierRoot1" presStyleCnt="0"/>
      <dgm:spPr/>
    </dgm:pt>
    <dgm:pt modelId="{CB3C2E6F-691D-4C43-B3F9-4FA2BABE1B26}" type="pres">
      <dgm:prSet presAssocID="{200143D7-170F-4A7B-9EC0-01A36A2CDC65}" presName="composite" presStyleCnt="0"/>
      <dgm:spPr/>
    </dgm:pt>
    <dgm:pt modelId="{A5F5A6AD-C61E-4874-AB84-370002D3D546}" type="pres">
      <dgm:prSet presAssocID="{200143D7-170F-4A7B-9EC0-01A36A2CDC65}" presName="background" presStyleLbl="node0" presStyleIdx="1" presStyleCnt="2"/>
      <dgm:spPr/>
    </dgm:pt>
    <dgm:pt modelId="{88E51C2E-32ED-4E7D-BAFB-E16AE6F82215}" type="pres">
      <dgm:prSet presAssocID="{200143D7-170F-4A7B-9EC0-01A36A2CDC65}" presName="text" presStyleLbl="fgAcc0" presStyleIdx="1" presStyleCnt="2">
        <dgm:presLayoutVars>
          <dgm:chPref val="3"/>
        </dgm:presLayoutVars>
      </dgm:prSet>
      <dgm:spPr/>
    </dgm:pt>
    <dgm:pt modelId="{9181934E-20B7-437B-89DE-87C115840984}" type="pres">
      <dgm:prSet presAssocID="{200143D7-170F-4A7B-9EC0-01A36A2CDC65}" presName="hierChild2" presStyleCnt="0"/>
      <dgm:spPr/>
    </dgm:pt>
  </dgm:ptLst>
  <dgm:cxnLst>
    <dgm:cxn modelId="{13AC4845-1121-450F-BF8A-BC75D633708B}" type="presOf" srcId="{ACB42A0C-B4A3-4D66-8A97-26B549E117D5}" destId="{EC12965F-466A-449E-A163-7C1E0A42DDA3}" srcOrd="0" destOrd="0" presId="urn:microsoft.com/office/officeart/2005/8/layout/hierarchy1"/>
    <dgm:cxn modelId="{249E268B-0961-41E6-A94D-3383CF5E69AA}" type="presOf" srcId="{200143D7-170F-4A7B-9EC0-01A36A2CDC65}" destId="{88E51C2E-32ED-4E7D-BAFB-E16AE6F82215}" srcOrd="0" destOrd="0" presId="urn:microsoft.com/office/officeart/2005/8/layout/hierarchy1"/>
    <dgm:cxn modelId="{FBEEB297-08F3-4D36-A728-08D67AD64A99}" srcId="{C7C26353-8281-4BE4-906E-09C7E6C0E593}" destId="{200143D7-170F-4A7B-9EC0-01A36A2CDC65}" srcOrd="1" destOrd="0" parTransId="{D3DCE07C-9041-40F6-B202-616EC7B3BC3D}" sibTransId="{EB0B17F3-1CF2-4855-8F6C-51D96E37EE9C}"/>
    <dgm:cxn modelId="{15ACCCB7-F7CA-443F-9FF0-9E6B9A5499B6}" srcId="{C7C26353-8281-4BE4-906E-09C7E6C0E593}" destId="{ACB42A0C-B4A3-4D66-8A97-26B549E117D5}" srcOrd="0" destOrd="0" parTransId="{4330DA1D-633B-4159-BB7B-CFF73C712E2F}" sibTransId="{3FB20A74-7748-4EA2-BFB9-EB3124C7018D}"/>
    <dgm:cxn modelId="{065B87BF-B517-42C0-9526-C841F26F4A06}" type="presOf" srcId="{C7C26353-8281-4BE4-906E-09C7E6C0E593}" destId="{A8AB1DF0-491A-40FD-85F6-467F464671D2}" srcOrd="0" destOrd="0" presId="urn:microsoft.com/office/officeart/2005/8/layout/hierarchy1"/>
    <dgm:cxn modelId="{339D82C8-2FEF-47DA-A8C6-82DF6DE7D8F6}" type="presParOf" srcId="{A8AB1DF0-491A-40FD-85F6-467F464671D2}" destId="{AC6297AE-82E1-4A54-8967-836F60D755C5}" srcOrd="0" destOrd="0" presId="urn:microsoft.com/office/officeart/2005/8/layout/hierarchy1"/>
    <dgm:cxn modelId="{F489B051-BDEA-417E-95EB-1CA4AA925C91}" type="presParOf" srcId="{AC6297AE-82E1-4A54-8967-836F60D755C5}" destId="{7050E8CF-D704-484B-A040-216490AD8127}" srcOrd="0" destOrd="0" presId="urn:microsoft.com/office/officeart/2005/8/layout/hierarchy1"/>
    <dgm:cxn modelId="{A3379AF4-DD74-4D54-991E-A663BF04DAF6}" type="presParOf" srcId="{7050E8CF-D704-484B-A040-216490AD8127}" destId="{7D31A2AD-8229-4B8F-8F02-6D4811C60B10}" srcOrd="0" destOrd="0" presId="urn:microsoft.com/office/officeart/2005/8/layout/hierarchy1"/>
    <dgm:cxn modelId="{89FCD546-C617-4A99-BCB0-E61A200CA1E5}" type="presParOf" srcId="{7050E8CF-D704-484B-A040-216490AD8127}" destId="{EC12965F-466A-449E-A163-7C1E0A42DDA3}" srcOrd="1" destOrd="0" presId="urn:microsoft.com/office/officeart/2005/8/layout/hierarchy1"/>
    <dgm:cxn modelId="{377D366C-854B-4ACC-8D99-2369A0C9A0C2}" type="presParOf" srcId="{AC6297AE-82E1-4A54-8967-836F60D755C5}" destId="{BE807983-ED95-45FA-92C3-C8928AB5FF12}" srcOrd="1" destOrd="0" presId="urn:microsoft.com/office/officeart/2005/8/layout/hierarchy1"/>
    <dgm:cxn modelId="{08006BBE-1410-483D-9331-E65532A1637C}" type="presParOf" srcId="{A8AB1DF0-491A-40FD-85F6-467F464671D2}" destId="{94DCCB7A-C50C-4137-A157-2014DD0F733E}" srcOrd="1" destOrd="0" presId="urn:microsoft.com/office/officeart/2005/8/layout/hierarchy1"/>
    <dgm:cxn modelId="{92D518DC-A9E1-45EC-9AB7-81DF65213F7C}" type="presParOf" srcId="{94DCCB7A-C50C-4137-A157-2014DD0F733E}" destId="{CB3C2E6F-691D-4C43-B3F9-4FA2BABE1B26}" srcOrd="0" destOrd="0" presId="urn:microsoft.com/office/officeart/2005/8/layout/hierarchy1"/>
    <dgm:cxn modelId="{29D6D95D-CFF7-4125-BF99-46B6937612A9}" type="presParOf" srcId="{CB3C2E6F-691D-4C43-B3F9-4FA2BABE1B26}" destId="{A5F5A6AD-C61E-4874-AB84-370002D3D546}" srcOrd="0" destOrd="0" presId="urn:microsoft.com/office/officeart/2005/8/layout/hierarchy1"/>
    <dgm:cxn modelId="{59CC3304-AD03-40E5-8976-F42EE26FA800}" type="presParOf" srcId="{CB3C2E6F-691D-4C43-B3F9-4FA2BABE1B26}" destId="{88E51C2E-32ED-4E7D-BAFB-E16AE6F82215}" srcOrd="1" destOrd="0" presId="urn:microsoft.com/office/officeart/2005/8/layout/hierarchy1"/>
    <dgm:cxn modelId="{832A02D0-608B-49C3-8DF7-84128A377A16}" type="presParOf" srcId="{94DCCB7A-C50C-4137-A157-2014DD0F733E}" destId="{9181934E-20B7-437B-89DE-87C115840984}"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DA9FDE8-3917-44BE-85F8-BB4EA79776D8}"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E7EE72E-D512-4AAF-8C6C-C362D5A9E356}">
      <dgm:prSet/>
      <dgm:spPr/>
      <dgm:t>
        <a:bodyPr/>
        <a:lstStyle/>
        <a:p>
          <a:r>
            <a:rPr lang="en-US"/>
            <a:t>❌ Answer: No</a:t>
          </a:r>
        </a:p>
      </dgm:t>
    </dgm:pt>
    <dgm:pt modelId="{13974302-09F0-45BD-8A09-78F1CA7F94A2}" type="parTrans" cxnId="{0DF3EF1A-D5D9-49A4-AAEC-59961DAD5925}">
      <dgm:prSet/>
      <dgm:spPr/>
      <dgm:t>
        <a:bodyPr/>
        <a:lstStyle/>
        <a:p>
          <a:endParaRPr lang="en-US"/>
        </a:p>
      </dgm:t>
    </dgm:pt>
    <dgm:pt modelId="{D68C8302-CFE1-41E5-BCDE-A40A2F46C05C}" type="sibTrans" cxnId="{0DF3EF1A-D5D9-49A4-AAEC-59961DAD5925}">
      <dgm:prSet/>
      <dgm:spPr/>
      <dgm:t>
        <a:bodyPr/>
        <a:lstStyle/>
        <a:p>
          <a:endParaRPr lang="en-US"/>
        </a:p>
      </dgm:t>
    </dgm:pt>
    <dgm:pt modelId="{914897AA-BCE6-4E27-B7C5-32F31BAF6414}">
      <dgm:prSet/>
      <dgm:spPr/>
      <dgm:t>
        <a:bodyPr/>
        <a:lstStyle/>
        <a:p>
          <a:r>
            <a:rPr lang="en-US"/>
            <a:t>Attackers reverse engineer binaries and observe runtime behaviour.</a:t>
          </a:r>
        </a:p>
      </dgm:t>
    </dgm:pt>
    <dgm:pt modelId="{A24A627E-3710-4047-9154-A736E2AA436B}" type="parTrans" cxnId="{65948AC0-59C4-493C-B691-7F7B1935200A}">
      <dgm:prSet/>
      <dgm:spPr/>
      <dgm:t>
        <a:bodyPr/>
        <a:lstStyle/>
        <a:p>
          <a:endParaRPr lang="en-US"/>
        </a:p>
      </dgm:t>
    </dgm:pt>
    <dgm:pt modelId="{CA583131-8241-4FB6-B06D-4474541F181A}" type="sibTrans" cxnId="{65948AC0-59C4-493C-B691-7F7B1935200A}">
      <dgm:prSet/>
      <dgm:spPr/>
      <dgm:t>
        <a:bodyPr/>
        <a:lstStyle/>
        <a:p>
          <a:endParaRPr lang="en-US"/>
        </a:p>
      </dgm:t>
    </dgm:pt>
    <dgm:pt modelId="{9FB4B7E2-C1DF-476B-9107-9E99E44E841E}" type="pres">
      <dgm:prSet presAssocID="{9DA9FDE8-3917-44BE-85F8-BB4EA79776D8}" presName="linear" presStyleCnt="0">
        <dgm:presLayoutVars>
          <dgm:animLvl val="lvl"/>
          <dgm:resizeHandles val="exact"/>
        </dgm:presLayoutVars>
      </dgm:prSet>
      <dgm:spPr/>
    </dgm:pt>
    <dgm:pt modelId="{FFDC4FE9-2755-41EF-9175-12EE2ABEECEF}" type="pres">
      <dgm:prSet presAssocID="{8E7EE72E-D512-4AAF-8C6C-C362D5A9E356}" presName="parentText" presStyleLbl="node1" presStyleIdx="0" presStyleCnt="2">
        <dgm:presLayoutVars>
          <dgm:chMax val="0"/>
          <dgm:bulletEnabled val="1"/>
        </dgm:presLayoutVars>
      </dgm:prSet>
      <dgm:spPr/>
    </dgm:pt>
    <dgm:pt modelId="{E6D9BAA1-5863-4360-881D-9FF9053C86D2}" type="pres">
      <dgm:prSet presAssocID="{D68C8302-CFE1-41E5-BCDE-A40A2F46C05C}" presName="spacer" presStyleCnt="0"/>
      <dgm:spPr/>
    </dgm:pt>
    <dgm:pt modelId="{6648613A-D0CA-427A-B251-AF6D38312BD1}" type="pres">
      <dgm:prSet presAssocID="{914897AA-BCE6-4E27-B7C5-32F31BAF6414}" presName="parentText" presStyleLbl="node1" presStyleIdx="1" presStyleCnt="2">
        <dgm:presLayoutVars>
          <dgm:chMax val="0"/>
          <dgm:bulletEnabled val="1"/>
        </dgm:presLayoutVars>
      </dgm:prSet>
      <dgm:spPr/>
    </dgm:pt>
  </dgm:ptLst>
  <dgm:cxnLst>
    <dgm:cxn modelId="{0DF3EF1A-D5D9-49A4-AAEC-59961DAD5925}" srcId="{9DA9FDE8-3917-44BE-85F8-BB4EA79776D8}" destId="{8E7EE72E-D512-4AAF-8C6C-C362D5A9E356}" srcOrd="0" destOrd="0" parTransId="{13974302-09F0-45BD-8A09-78F1CA7F94A2}" sibTransId="{D68C8302-CFE1-41E5-BCDE-A40A2F46C05C}"/>
    <dgm:cxn modelId="{D6664C91-1FAC-46C6-97D3-2A609C889E8D}" type="presOf" srcId="{9DA9FDE8-3917-44BE-85F8-BB4EA79776D8}" destId="{9FB4B7E2-C1DF-476B-9107-9E99E44E841E}" srcOrd="0" destOrd="0" presId="urn:microsoft.com/office/officeart/2005/8/layout/vList2"/>
    <dgm:cxn modelId="{D5AE9CA3-635B-41CC-96C0-6830F9242F07}" type="presOf" srcId="{914897AA-BCE6-4E27-B7C5-32F31BAF6414}" destId="{6648613A-D0CA-427A-B251-AF6D38312BD1}" srcOrd="0" destOrd="0" presId="urn:microsoft.com/office/officeart/2005/8/layout/vList2"/>
    <dgm:cxn modelId="{65948AC0-59C4-493C-B691-7F7B1935200A}" srcId="{9DA9FDE8-3917-44BE-85F8-BB4EA79776D8}" destId="{914897AA-BCE6-4E27-B7C5-32F31BAF6414}" srcOrd="1" destOrd="0" parTransId="{A24A627E-3710-4047-9154-A736E2AA436B}" sibTransId="{CA583131-8241-4FB6-B06D-4474541F181A}"/>
    <dgm:cxn modelId="{B3EBE5DF-BFE4-4263-9AD9-C47B277D22DF}" type="presOf" srcId="{8E7EE72E-D512-4AAF-8C6C-C362D5A9E356}" destId="{FFDC4FE9-2755-41EF-9175-12EE2ABEECEF}" srcOrd="0" destOrd="0" presId="urn:microsoft.com/office/officeart/2005/8/layout/vList2"/>
    <dgm:cxn modelId="{5753CF92-6B43-4B46-8302-6A8B1C9435C7}" type="presParOf" srcId="{9FB4B7E2-C1DF-476B-9107-9E99E44E841E}" destId="{FFDC4FE9-2755-41EF-9175-12EE2ABEECEF}" srcOrd="0" destOrd="0" presId="urn:microsoft.com/office/officeart/2005/8/layout/vList2"/>
    <dgm:cxn modelId="{0BB8BB82-39EC-427D-9534-A9615E90E4C9}" type="presParOf" srcId="{9FB4B7E2-C1DF-476B-9107-9E99E44E841E}" destId="{E6D9BAA1-5863-4360-881D-9FF9053C86D2}" srcOrd="1" destOrd="0" presId="urn:microsoft.com/office/officeart/2005/8/layout/vList2"/>
    <dgm:cxn modelId="{AF046CE1-FF13-43BE-BD63-D7B432DEE223}" type="presParOf" srcId="{9FB4B7E2-C1DF-476B-9107-9E99E44E841E}" destId="{6648613A-D0CA-427A-B251-AF6D38312BD1}"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830E071-5DBE-4D18-AF5E-2A9A51F018DC}"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3419AE4F-C2B0-40D8-A0B7-DA815362D010}">
      <dgm:prSet/>
      <dgm:spPr/>
      <dgm:t>
        <a:bodyPr/>
        <a:lstStyle/>
        <a:p>
          <a:r>
            <a:rPr lang="en-US"/>
            <a:t>✅ Answer: B</a:t>
          </a:r>
        </a:p>
      </dgm:t>
    </dgm:pt>
    <dgm:pt modelId="{5CF4D2D5-ADEF-40AB-ACE4-FAD0FB5FC376}" type="parTrans" cxnId="{8B7DD713-152A-4342-964B-478714B43567}">
      <dgm:prSet/>
      <dgm:spPr/>
      <dgm:t>
        <a:bodyPr/>
        <a:lstStyle/>
        <a:p>
          <a:endParaRPr lang="en-US"/>
        </a:p>
      </dgm:t>
    </dgm:pt>
    <dgm:pt modelId="{BDD41238-88C8-4173-844E-8CCDC620DEA5}" type="sibTrans" cxnId="{8B7DD713-152A-4342-964B-478714B43567}">
      <dgm:prSet/>
      <dgm:spPr/>
      <dgm:t>
        <a:bodyPr/>
        <a:lstStyle/>
        <a:p>
          <a:endParaRPr lang="en-US"/>
        </a:p>
      </dgm:t>
    </dgm:pt>
    <dgm:pt modelId="{75DBE878-CCC4-4DAF-8D2C-8ED48F982B0D}">
      <dgm:prSet/>
      <dgm:spPr/>
      <dgm:t>
        <a:bodyPr/>
        <a:lstStyle/>
        <a:p>
          <a:r>
            <a:rPr lang="en-US"/>
            <a:t>Logic errors survive testing because the code works exactly as written.</a:t>
          </a:r>
        </a:p>
      </dgm:t>
    </dgm:pt>
    <dgm:pt modelId="{4E3F69F3-5DE3-4A03-AD44-890E71433E2A}" type="parTrans" cxnId="{F20B6CBA-9785-40FE-B743-02B097208496}">
      <dgm:prSet/>
      <dgm:spPr/>
      <dgm:t>
        <a:bodyPr/>
        <a:lstStyle/>
        <a:p>
          <a:endParaRPr lang="en-US"/>
        </a:p>
      </dgm:t>
    </dgm:pt>
    <dgm:pt modelId="{DCB0C2A6-FE9B-4C05-A7DB-26CADA6A7AA3}" type="sibTrans" cxnId="{F20B6CBA-9785-40FE-B743-02B097208496}">
      <dgm:prSet/>
      <dgm:spPr/>
      <dgm:t>
        <a:bodyPr/>
        <a:lstStyle/>
        <a:p>
          <a:endParaRPr lang="en-US"/>
        </a:p>
      </dgm:t>
    </dgm:pt>
    <dgm:pt modelId="{2EDF1F13-5848-4C80-B505-18971ED2E683}" type="pres">
      <dgm:prSet presAssocID="{F830E071-5DBE-4D18-AF5E-2A9A51F018DC}" presName="hierChild1" presStyleCnt="0">
        <dgm:presLayoutVars>
          <dgm:chPref val="1"/>
          <dgm:dir/>
          <dgm:animOne val="branch"/>
          <dgm:animLvl val="lvl"/>
          <dgm:resizeHandles/>
        </dgm:presLayoutVars>
      </dgm:prSet>
      <dgm:spPr/>
    </dgm:pt>
    <dgm:pt modelId="{1CCE0ED5-33AE-41C3-AFC8-7CDE79B3D0FC}" type="pres">
      <dgm:prSet presAssocID="{3419AE4F-C2B0-40D8-A0B7-DA815362D010}" presName="hierRoot1" presStyleCnt="0"/>
      <dgm:spPr/>
    </dgm:pt>
    <dgm:pt modelId="{29B492AD-D0BD-4FAA-A2BB-4710F830771D}" type="pres">
      <dgm:prSet presAssocID="{3419AE4F-C2B0-40D8-A0B7-DA815362D010}" presName="composite" presStyleCnt="0"/>
      <dgm:spPr/>
    </dgm:pt>
    <dgm:pt modelId="{918D2705-F0D9-4839-963B-B75AF8DE73BA}" type="pres">
      <dgm:prSet presAssocID="{3419AE4F-C2B0-40D8-A0B7-DA815362D010}" presName="background" presStyleLbl="node0" presStyleIdx="0" presStyleCnt="2"/>
      <dgm:spPr/>
    </dgm:pt>
    <dgm:pt modelId="{DF09DE8A-7A94-46D9-BF99-679F52DA9A5F}" type="pres">
      <dgm:prSet presAssocID="{3419AE4F-C2B0-40D8-A0B7-DA815362D010}" presName="text" presStyleLbl="fgAcc0" presStyleIdx="0" presStyleCnt="2">
        <dgm:presLayoutVars>
          <dgm:chPref val="3"/>
        </dgm:presLayoutVars>
      </dgm:prSet>
      <dgm:spPr/>
    </dgm:pt>
    <dgm:pt modelId="{E1E7E0FC-849B-42C5-8675-FC7BAD444A2C}" type="pres">
      <dgm:prSet presAssocID="{3419AE4F-C2B0-40D8-A0B7-DA815362D010}" presName="hierChild2" presStyleCnt="0"/>
      <dgm:spPr/>
    </dgm:pt>
    <dgm:pt modelId="{F61DE2D4-B545-4CAD-8BBA-643ABDBC8405}" type="pres">
      <dgm:prSet presAssocID="{75DBE878-CCC4-4DAF-8D2C-8ED48F982B0D}" presName="hierRoot1" presStyleCnt="0"/>
      <dgm:spPr/>
    </dgm:pt>
    <dgm:pt modelId="{4BD5CCA7-B2C7-4479-9514-947C59993C3F}" type="pres">
      <dgm:prSet presAssocID="{75DBE878-CCC4-4DAF-8D2C-8ED48F982B0D}" presName="composite" presStyleCnt="0"/>
      <dgm:spPr/>
    </dgm:pt>
    <dgm:pt modelId="{897C226B-F811-4DF5-A07E-9194147B7AFC}" type="pres">
      <dgm:prSet presAssocID="{75DBE878-CCC4-4DAF-8D2C-8ED48F982B0D}" presName="background" presStyleLbl="node0" presStyleIdx="1" presStyleCnt="2"/>
      <dgm:spPr/>
    </dgm:pt>
    <dgm:pt modelId="{4C3C3926-FFF9-42B5-9F18-4E3962F64EBC}" type="pres">
      <dgm:prSet presAssocID="{75DBE878-CCC4-4DAF-8D2C-8ED48F982B0D}" presName="text" presStyleLbl="fgAcc0" presStyleIdx="1" presStyleCnt="2">
        <dgm:presLayoutVars>
          <dgm:chPref val="3"/>
        </dgm:presLayoutVars>
      </dgm:prSet>
      <dgm:spPr/>
    </dgm:pt>
    <dgm:pt modelId="{0E9512F4-624C-4F41-9F5C-8CD6702908C1}" type="pres">
      <dgm:prSet presAssocID="{75DBE878-CCC4-4DAF-8D2C-8ED48F982B0D}" presName="hierChild2" presStyleCnt="0"/>
      <dgm:spPr/>
    </dgm:pt>
  </dgm:ptLst>
  <dgm:cxnLst>
    <dgm:cxn modelId="{A1767E04-F8CB-43F2-9A23-40B887097C61}" type="presOf" srcId="{F830E071-5DBE-4D18-AF5E-2A9A51F018DC}" destId="{2EDF1F13-5848-4C80-B505-18971ED2E683}" srcOrd="0" destOrd="0" presId="urn:microsoft.com/office/officeart/2005/8/layout/hierarchy1"/>
    <dgm:cxn modelId="{8B7DD713-152A-4342-964B-478714B43567}" srcId="{F830E071-5DBE-4D18-AF5E-2A9A51F018DC}" destId="{3419AE4F-C2B0-40D8-A0B7-DA815362D010}" srcOrd="0" destOrd="0" parTransId="{5CF4D2D5-ADEF-40AB-ACE4-FAD0FB5FC376}" sibTransId="{BDD41238-88C8-4173-844E-8CCDC620DEA5}"/>
    <dgm:cxn modelId="{F20D6B20-B7E5-4D32-AF11-D956181F63D8}" type="presOf" srcId="{75DBE878-CCC4-4DAF-8D2C-8ED48F982B0D}" destId="{4C3C3926-FFF9-42B5-9F18-4E3962F64EBC}" srcOrd="0" destOrd="0" presId="urn:microsoft.com/office/officeart/2005/8/layout/hierarchy1"/>
    <dgm:cxn modelId="{A550B744-F982-440D-BCB6-A91C02B5BCF7}" type="presOf" srcId="{3419AE4F-C2B0-40D8-A0B7-DA815362D010}" destId="{DF09DE8A-7A94-46D9-BF99-679F52DA9A5F}" srcOrd="0" destOrd="0" presId="urn:microsoft.com/office/officeart/2005/8/layout/hierarchy1"/>
    <dgm:cxn modelId="{F20B6CBA-9785-40FE-B743-02B097208496}" srcId="{F830E071-5DBE-4D18-AF5E-2A9A51F018DC}" destId="{75DBE878-CCC4-4DAF-8D2C-8ED48F982B0D}" srcOrd="1" destOrd="0" parTransId="{4E3F69F3-5DE3-4A03-AD44-890E71433E2A}" sibTransId="{DCB0C2A6-FE9B-4C05-A7DB-26CADA6A7AA3}"/>
    <dgm:cxn modelId="{35CF1C2C-687E-4423-955B-807C4EC82371}" type="presParOf" srcId="{2EDF1F13-5848-4C80-B505-18971ED2E683}" destId="{1CCE0ED5-33AE-41C3-AFC8-7CDE79B3D0FC}" srcOrd="0" destOrd="0" presId="urn:microsoft.com/office/officeart/2005/8/layout/hierarchy1"/>
    <dgm:cxn modelId="{F4768836-CEE4-44C4-BDCC-8F7300B1AA9E}" type="presParOf" srcId="{1CCE0ED5-33AE-41C3-AFC8-7CDE79B3D0FC}" destId="{29B492AD-D0BD-4FAA-A2BB-4710F830771D}" srcOrd="0" destOrd="0" presId="urn:microsoft.com/office/officeart/2005/8/layout/hierarchy1"/>
    <dgm:cxn modelId="{B429FEB5-0379-464C-9466-3888B822B0DF}" type="presParOf" srcId="{29B492AD-D0BD-4FAA-A2BB-4710F830771D}" destId="{918D2705-F0D9-4839-963B-B75AF8DE73BA}" srcOrd="0" destOrd="0" presId="urn:microsoft.com/office/officeart/2005/8/layout/hierarchy1"/>
    <dgm:cxn modelId="{4050E235-4BA7-4980-99E4-D45096EB425E}" type="presParOf" srcId="{29B492AD-D0BD-4FAA-A2BB-4710F830771D}" destId="{DF09DE8A-7A94-46D9-BF99-679F52DA9A5F}" srcOrd="1" destOrd="0" presId="urn:microsoft.com/office/officeart/2005/8/layout/hierarchy1"/>
    <dgm:cxn modelId="{F0ADBFC6-49FF-452E-83FA-B9A9D52CF065}" type="presParOf" srcId="{1CCE0ED5-33AE-41C3-AFC8-7CDE79B3D0FC}" destId="{E1E7E0FC-849B-42C5-8675-FC7BAD444A2C}" srcOrd="1" destOrd="0" presId="urn:microsoft.com/office/officeart/2005/8/layout/hierarchy1"/>
    <dgm:cxn modelId="{80F502DD-29C9-49DC-A73C-C0D0E1DE5EED}" type="presParOf" srcId="{2EDF1F13-5848-4C80-B505-18971ED2E683}" destId="{F61DE2D4-B545-4CAD-8BBA-643ABDBC8405}" srcOrd="1" destOrd="0" presId="urn:microsoft.com/office/officeart/2005/8/layout/hierarchy1"/>
    <dgm:cxn modelId="{71C3E435-1868-413A-B3E8-44E7CD1D52C3}" type="presParOf" srcId="{F61DE2D4-B545-4CAD-8BBA-643ABDBC8405}" destId="{4BD5CCA7-B2C7-4479-9514-947C59993C3F}" srcOrd="0" destOrd="0" presId="urn:microsoft.com/office/officeart/2005/8/layout/hierarchy1"/>
    <dgm:cxn modelId="{37D19291-0F33-4B3B-AE58-AA9F52DA7CE1}" type="presParOf" srcId="{4BD5CCA7-B2C7-4479-9514-947C59993C3F}" destId="{897C226B-F811-4DF5-A07E-9194147B7AFC}" srcOrd="0" destOrd="0" presId="urn:microsoft.com/office/officeart/2005/8/layout/hierarchy1"/>
    <dgm:cxn modelId="{741C965D-58EA-46EE-B759-817DFD3D6682}" type="presParOf" srcId="{4BD5CCA7-B2C7-4479-9514-947C59993C3F}" destId="{4C3C3926-FFF9-42B5-9F18-4E3962F64EBC}" srcOrd="1" destOrd="0" presId="urn:microsoft.com/office/officeart/2005/8/layout/hierarchy1"/>
    <dgm:cxn modelId="{00A2B54B-B747-4DDD-BAA2-317D3F43EDA6}" type="presParOf" srcId="{F61DE2D4-B545-4CAD-8BBA-643ABDBC8405}" destId="{0E9512F4-624C-4F41-9F5C-8CD6702908C1}"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6213398-F66A-45A9-A90C-DC19850102E8}"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504B90D3-6626-43C8-A12E-7BC8A6B6CB2B}">
      <dgm:prSet/>
      <dgm:spPr/>
      <dgm:t>
        <a:bodyPr/>
        <a:lstStyle/>
        <a:p>
          <a:r>
            <a:rPr lang="en-US"/>
            <a:t>✅ Answer: C</a:t>
          </a:r>
        </a:p>
      </dgm:t>
    </dgm:pt>
    <dgm:pt modelId="{7ABE2331-C011-4027-BEE0-687018F24030}" type="parTrans" cxnId="{59D80E20-E49A-4D43-BAFF-9EBCD1FB9BFE}">
      <dgm:prSet/>
      <dgm:spPr/>
      <dgm:t>
        <a:bodyPr/>
        <a:lstStyle/>
        <a:p>
          <a:endParaRPr lang="en-US"/>
        </a:p>
      </dgm:t>
    </dgm:pt>
    <dgm:pt modelId="{9C2813E3-E718-47A8-BEC4-A83CD53E8EAF}" type="sibTrans" cxnId="{59D80E20-E49A-4D43-BAFF-9EBCD1FB9BFE}">
      <dgm:prSet/>
      <dgm:spPr/>
      <dgm:t>
        <a:bodyPr/>
        <a:lstStyle/>
        <a:p>
          <a:endParaRPr lang="en-US"/>
        </a:p>
      </dgm:t>
    </dgm:pt>
    <dgm:pt modelId="{ECBBA2A8-C9A5-4BF8-A9F8-815F59589881}">
      <dgm:prSet/>
      <dgm:spPr/>
      <dgm:t>
        <a:bodyPr/>
        <a:lstStyle/>
        <a:p>
          <a:r>
            <a:rPr lang="en-US"/>
            <a:t>Delaying patches leaves known vulnerabilities exploitable.</a:t>
          </a:r>
        </a:p>
      </dgm:t>
    </dgm:pt>
    <dgm:pt modelId="{B9DCB3FF-E9D6-45B0-A6FA-E0640D5ED511}" type="parTrans" cxnId="{4AAC9A0B-BE55-47E6-BC28-534336E5234B}">
      <dgm:prSet/>
      <dgm:spPr/>
      <dgm:t>
        <a:bodyPr/>
        <a:lstStyle/>
        <a:p>
          <a:endParaRPr lang="en-US"/>
        </a:p>
      </dgm:t>
    </dgm:pt>
    <dgm:pt modelId="{89973A78-7957-466C-94A1-C130708C19DD}" type="sibTrans" cxnId="{4AAC9A0B-BE55-47E6-BC28-534336E5234B}">
      <dgm:prSet/>
      <dgm:spPr/>
      <dgm:t>
        <a:bodyPr/>
        <a:lstStyle/>
        <a:p>
          <a:endParaRPr lang="en-US"/>
        </a:p>
      </dgm:t>
    </dgm:pt>
    <dgm:pt modelId="{23ED7EBD-DC8E-4DAC-AA70-9955729D1CFD}" type="pres">
      <dgm:prSet presAssocID="{A6213398-F66A-45A9-A90C-DC19850102E8}" presName="hierChild1" presStyleCnt="0">
        <dgm:presLayoutVars>
          <dgm:chPref val="1"/>
          <dgm:dir/>
          <dgm:animOne val="branch"/>
          <dgm:animLvl val="lvl"/>
          <dgm:resizeHandles/>
        </dgm:presLayoutVars>
      </dgm:prSet>
      <dgm:spPr/>
    </dgm:pt>
    <dgm:pt modelId="{2584213E-A345-409F-93B8-2546DE4FCE6F}" type="pres">
      <dgm:prSet presAssocID="{504B90D3-6626-43C8-A12E-7BC8A6B6CB2B}" presName="hierRoot1" presStyleCnt="0"/>
      <dgm:spPr/>
    </dgm:pt>
    <dgm:pt modelId="{379E44D3-A4A0-420E-A6B4-B5CBC8EE9CD6}" type="pres">
      <dgm:prSet presAssocID="{504B90D3-6626-43C8-A12E-7BC8A6B6CB2B}" presName="composite" presStyleCnt="0"/>
      <dgm:spPr/>
    </dgm:pt>
    <dgm:pt modelId="{6BA0A7E8-80E2-42AE-97B7-556769B70E7E}" type="pres">
      <dgm:prSet presAssocID="{504B90D3-6626-43C8-A12E-7BC8A6B6CB2B}" presName="background" presStyleLbl="node0" presStyleIdx="0" presStyleCnt="2"/>
      <dgm:spPr/>
    </dgm:pt>
    <dgm:pt modelId="{26F95C58-8449-4BBD-9B0E-F125D953E881}" type="pres">
      <dgm:prSet presAssocID="{504B90D3-6626-43C8-A12E-7BC8A6B6CB2B}" presName="text" presStyleLbl="fgAcc0" presStyleIdx="0" presStyleCnt="2">
        <dgm:presLayoutVars>
          <dgm:chPref val="3"/>
        </dgm:presLayoutVars>
      </dgm:prSet>
      <dgm:spPr/>
    </dgm:pt>
    <dgm:pt modelId="{E4CE3838-3682-40E9-BEFA-C3815386B529}" type="pres">
      <dgm:prSet presAssocID="{504B90D3-6626-43C8-A12E-7BC8A6B6CB2B}" presName="hierChild2" presStyleCnt="0"/>
      <dgm:spPr/>
    </dgm:pt>
    <dgm:pt modelId="{5EF5F311-931A-4796-8FEB-91FA9B60F007}" type="pres">
      <dgm:prSet presAssocID="{ECBBA2A8-C9A5-4BF8-A9F8-815F59589881}" presName="hierRoot1" presStyleCnt="0"/>
      <dgm:spPr/>
    </dgm:pt>
    <dgm:pt modelId="{2C234B37-380E-41D5-958A-08B5FAE84D87}" type="pres">
      <dgm:prSet presAssocID="{ECBBA2A8-C9A5-4BF8-A9F8-815F59589881}" presName="composite" presStyleCnt="0"/>
      <dgm:spPr/>
    </dgm:pt>
    <dgm:pt modelId="{3E35F97C-E681-4FD3-8CB6-FB2555C0A2DA}" type="pres">
      <dgm:prSet presAssocID="{ECBBA2A8-C9A5-4BF8-A9F8-815F59589881}" presName="background" presStyleLbl="node0" presStyleIdx="1" presStyleCnt="2"/>
      <dgm:spPr/>
    </dgm:pt>
    <dgm:pt modelId="{51A7BD59-C201-4824-A247-44C246A73FC9}" type="pres">
      <dgm:prSet presAssocID="{ECBBA2A8-C9A5-4BF8-A9F8-815F59589881}" presName="text" presStyleLbl="fgAcc0" presStyleIdx="1" presStyleCnt="2">
        <dgm:presLayoutVars>
          <dgm:chPref val="3"/>
        </dgm:presLayoutVars>
      </dgm:prSet>
      <dgm:spPr/>
    </dgm:pt>
    <dgm:pt modelId="{F4FA2F48-5ACD-4E50-83FF-3C4244CD2168}" type="pres">
      <dgm:prSet presAssocID="{ECBBA2A8-C9A5-4BF8-A9F8-815F59589881}" presName="hierChild2" presStyleCnt="0"/>
      <dgm:spPr/>
    </dgm:pt>
  </dgm:ptLst>
  <dgm:cxnLst>
    <dgm:cxn modelId="{4AAC9A0B-BE55-47E6-BC28-534336E5234B}" srcId="{A6213398-F66A-45A9-A90C-DC19850102E8}" destId="{ECBBA2A8-C9A5-4BF8-A9F8-815F59589881}" srcOrd="1" destOrd="0" parTransId="{B9DCB3FF-E9D6-45B0-A6FA-E0640D5ED511}" sibTransId="{89973A78-7957-466C-94A1-C130708C19DD}"/>
    <dgm:cxn modelId="{59D80E20-E49A-4D43-BAFF-9EBCD1FB9BFE}" srcId="{A6213398-F66A-45A9-A90C-DC19850102E8}" destId="{504B90D3-6626-43C8-A12E-7BC8A6B6CB2B}" srcOrd="0" destOrd="0" parTransId="{7ABE2331-C011-4027-BEE0-687018F24030}" sibTransId="{9C2813E3-E718-47A8-BEC4-A83CD53E8EAF}"/>
    <dgm:cxn modelId="{1D4DC057-3133-4527-87FE-8AFC93E2D6A3}" type="presOf" srcId="{ECBBA2A8-C9A5-4BF8-A9F8-815F59589881}" destId="{51A7BD59-C201-4824-A247-44C246A73FC9}" srcOrd="0" destOrd="0" presId="urn:microsoft.com/office/officeart/2005/8/layout/hierarchy1"/>
    <dgm:cxn modelId="{27D8EDB0-4617-4AF2-BAF2-CA54230C3D6D}" type="presOf" srcId="{504B90D3-6626-43C8-A12E-7BC8A6B6CB2B}" destId="{26F95C58-8449-4BBD-9B0E-F125D953E881}" srcOrd="0" destOrd="0" presId="urn:microsoft.com/office/officeart/2005/8/layout/hierarchy1"/>
    <dgm:cxn modelId="{A0837DBE-5CE1-403F-8E75-41ED406AFDB9}" type="presOf" srcId="{A6213398-F66A-45A9-A90C-DC19850102E8}" destId="{23ED7EBD-DC8E-4DAC-AA70-9955729D1CFD}" srcOrd="0" destOrd="0" presId="urn:microsoft.com/office/officeart/2005/8/layout/hierarchy1"/>
    <dgm:cxn modelId="{E1EF4DAE-B556-4165-8953-10652A86C84B}" type="presParOf" srcId="{23ED7EBD-DC8E-4DAC-AA70-9955729D1CFD}" destId="{2584213E-A345-409F-93B8-2546DE4FCE6F}" srcOrd="0" destOrd="0" presId="urn:microsoft.com/office/officeart/2005/8/layout/hierarchy1"/>
    <dgm:cxn modelId="{735FDD5A-9FC8-486E-88B1-BE844C210D52}" type="presParOf" srcId="{2584213E-A345-409F-93B8-2546DE4FCE6F}" destId="{379E44D3-A4A0-420E-A6B4-B5CBC8EE9CD6}" srcOrd="0" destOrd="0" presId="urn:microsoft.com/office/officeart/2005/8/layout/hierarchy1"/>
    <dgm:cxn modelId="{BE13CDBE-6014-42EE-93EF-D9907C136B8A}" type="presParOf" srcId="{379E44D3-A4A0-420E-A6B4-B5CBC8EE9CD6}" destId="{6BA0A7E8-80E2-42AE-97B7-556769B70E7E}" srcOrd="0" destOrd="0" presId="urn:microsoft.com/office/officeart/2005/8/layout/hierarchy1"/>
    <dgm:cxn modelId="{ADB21B27-44D7-451C-9BDA-6856F9D62067}" type="presParOf" srcId="{379E44D3-A4A0-420E-A6B4-B5CBC8EE9CD6}" destId="{26F95C58-8449-4BBD-9B0E-F125D953E881}" srcOrd="1" destOrd="0" presId="urn:microsoft.com/office/officeart/2005/8/layout/hierarchy1"/>
    <dgm:cxn modelId="{E3BB6AD4-7FA0-4151-B967-D038B3F854B6}" type="presParOf" srcId="{2584213E-A345-409F-93B8-2546DE4FCE6F}" destId="{E4CE3838-3682-40E9-BEFA-C3815386B529}" srcOrd="1" destOrd="0" presId="urn:microsoft.com/office/officeart/2005/8/layout/hierarchy1"/>
    <dgm:cxn modelId="{1DFDFB42-900F-442F-9B32-A1BF4B9A7807}" type="presParOf" srcId="{23ED7EBD-DC8E-4DAC-AA70-9955729D1CFD}" destId="{5EF5F311-931A-4796-8FEB-91FA9B60F007}" srcOrd="1" destOrd="0" presId="urn:microsoft.com/office/officeart/2005/8/layout/hierarchy1"/>
    <dgm:cxn modelId="{5A1BE736-C635-46AA-8EF1-754622DE3285}" type="presParOf" srcId="{5EF5F311-931A-4796-8FEB-91FA9B60F007}" destId="{2C234B37-380E-41D5-958A-08B5FAE84D87}" srcOrd="0" destOrd="0" presId="urn:microsoft.com/office/officeart/2005/8/layout/hierarchy1"/>
    <dgm:cxn modelId="{E2F08861-A03E-4F05-BE7B-A7CA6C7DC762}" type="presParOf" srcId="{2C234B37-380E-41D5-958A-08B5FAE84D87}" destId="{3E35F97C-E681-4FD3-8CB6-FB2555C0A2DA}" srcOrd="0" destOrd="0" presId="urn:microsoft.com/office/officeart/2005/8/layout/hierarchy1"/>
    <dgm:cxn modelId="{EC8195F5-358B-4125-91B0-4DEB922171DD}" type="presParOf" srcId="{2C234B37-380E-41D5-958A-08B5FAE84D87}" destId="{51A7BD59-C201-4824-A247-44C246A73FC9}" srcOrd="1" destOrd="0" presId="urn:microsoft.com/office/officeart/2005/8/layout/hierarchy1"/>
    <dgm:cxn modelId="{E48B74F4-532A-42A6-A5A6-A16ED301F499}" type="presParOf" srcId="{5EF5F311-931A-4796-8FEB-91FA9B60F007}" destId="{F4FA2F48-5ACD-4E50-83FF-3C4244CD2168}"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647F2F0-8C03-47A1-BC57-770B10B6293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D9BF6BD0-090B-4416-8661-925EE152E0E2}">
      <dgm:prSet/>
      <dgm:spPr/>
      <dgm:t>
        <a:bodyPr/>
        <a:lstStyle/>
        <a:p>
          <a:r>
            <a:rPr lang="en-US"/>
            <a:t>❌ Answer: No</a:t>
          </a:r>
        </a:p>
      </dgm:t>
    </dgm:pt>
    <dgm:pt modelId="{0BE50865-3D36-41B7-B22F-371729158C28}" type="parTrans" cxnId="{57471A6B-E6F7-4488-A1E3-9A3351A0A8FF}">
      <dgm:prSet/>
      <dgm:spPr/>
      <dgm:t>
        <a:bodyPr/>
        <a:lstStyle/>
        <a:p>
          <a:endParaRPr lang="en-US"/>
        </a:p>
      </dgm:t>
    </dgm:pt>
    <dgm:pt modelId="{74131F66-14E4-4F52-9C24-8670B9A60761}" type="sibTrans" cxnId="{57471A6B-E6F7-4488-A1E3-9A3351A0A8FF}">
      <dgm:prSet/>
      <dgm:spPr/>
      <dgm:t>
        <a:bodyPr/>
        <a:lstStyle/>
        <a:p>
          <a:endParaRPr lang="en-US"/>
        </a:p>
      </dgm:t>
    </dgm:pt>
    <dgm:pt modelId="{C2882481-6C93-4D52-8563-597B851B0D89}">
      <dgm:prSet/>
      <dgm:spPr/>
      <dgm:t>
        <a:bodyPr/>
        <a:lstStyle/>
        <a:p>
          <a:r>
            <a:rPr lang="en-US"/>
            <a:t>Open review often improves security when maintained properly.</a:t>
          </a:r>
        </a:p>
      </dgm:t>
    </dgm:pt>
    <dgm:pt modelId="{2B89A0AD-181E-4801-B42D-F74D2313D60F}" type="parTrans" cxnId="{E08BA169-CD59-41DE-A8C3-23A2A233F2B4}">
      <dgm:prSet/>
      <dgm:spPr/>
      <dgm:t>
        <a:bodyPr/>
        <a:lstStyle/>
        <a:p>
          <a:endParaRPr lang="en-US"/>
        </a:p>
      </dgm:t>
    </dgm:pt>
    <dgm:pt modelId="{863C0A47-E526-4051-A05E-28F2C5C3551F}" type="sibTrans" cxnId="{E08BA169-CD59-41DE-A8C3-23A2A233F2B4}">
      <dgm:prSet/>
      <dgm:spPr/>
      <dgm:t>
        <a:bodyPr/>
        <a:lstStyle/>
        <a:p>
          <a:endParaRPr lang="en-US"/>
        </a:p>
      </dgm:t>
    </dgm:pt>
    <dgm:pt modelId="{733E5567-CF63-485C-90E3-5DA052F68355}" type="pres">
      <dgm:prSet presAssocID="{2647F2F0-8C03-47A1-BC57-770B10B62932}" presName="linear" presStyleCnt="0">
        <dgm:presLayoutVars>
          <dgm:animLvl val="lvl"/>
          <dgm:resizeHandles val="exact"/>
        </dgm:presLayoutVars>
      </dgm:prSet>
      <dgm:spPr/>
    </dgm:pt>
    <dgm:pt modelId="{9CEC0FFB-3D97-4BBB-8080-6EF08DB749B3}" type="pres">
      <dgm:prSet presAssocID="{D9BF6BD0-090B-4416-8661-925EE152E0E2}" presName="parentText" presStyleLbl="node1" presStyleIdx="0" presStyleCnt="2">
        <dgm:presLayoutVars>
          <dgm:chMax val="0"/>
          <dgm:bulletEnabled val="1"/>
        </dgm:presLayoutVars>
      </dgm:prSet>
      <dgm:spPr/>
    </dgm:pt>
    <dgm:pt modelId="{6C0B9E25-446C-432E-8E4D-1A6AEEA1946F}" type="pres">
      <dgm:prSet presAssocID="{74131F66-14E4-4F52-9C24-8670B9A60761}" presName="spacer" presStyleCnt="0"/>
      <dgm:spPr/>
    </dgm:pt>
    <dgm:pt modelId="{0ABB1507-49AF-4F41-8D75-ACD253C84062}" type="pres">
      <dgm:prSet presAssocID="{C2882481-6C93-4D52-8563-597B851B0D89}" presName="parentText" presStyleLbl="node1" presStyleIdx="1" presStyleCnt="2">
        <dgm:presLayoutVars>
          <dgm:chMax val="0"/>
          <dgm:bulletEnabled val="1"/>
        </dgm:presLayoutVars>
      </dgm:prSet>
      <dgm:spPr/>
    </dgm:pt>
  </dgm:ptLst>
  <dgm:cxnLst>
    <dgm:cxn modelId="{EF94512D-C679-42C6-98FC-A81C93FE5082}" type="presOf" srcId="{C2882481-6C93-4D52-8563-597B851B0D89}" destId="{0ABB1507-49AF-4F41-8D75-ACD253C84062}" srcOrd="0" destOrd="0" presId="urn:microsoft.com/office/officeart/2005/8/layout/vList2"/>
    <dgm:cxn modelId="{E08BA169-CD59-41DE-A8C3-23A2A233F2B4}" srcId="{2647F2F0-8C03-47A1-BC57-770B10B62932}" destId="{C2882481-6C93-4D52-8563-597B851B0D89}" srcOrd="1" destOrd="0" parTransId="{2B89A0AD-181E-4801-B42D-F74D2313D60F}" sibTransId="{863C0A47-E526-4051-A05E-28F2C5C3551F}"/>
    <dgm:cxn modelId="{57471A6B-E6F7-4488-A1E3-9A3351A0A8FF}" srcId="{2647F2F0-8C03-47A1-BC57-770B10B62932}" destId="{D9BF6BD0-090B-4416-8661-925EE152E0E2}" srcOrd="0" destOrd="0" parTransId="{0BE50865-3D36-41B7-B22F-371729158C28}" sibTransId="{74131F66-14E4-4F52-9C24-8670B9A60761}"/>
    <dgm:cxn modelId="{3D92AABD-B278-44AD-935F-F444D70A6D90}" type="presOf" srcId="{D9BF6BD0-090B-4416-8661-925EE152E0E2}" destId="{9CEC0FFB-3D97-4BBB-8080-6EF08DB749B3}" srcOrd="0" destOrd="0" presId="urn:microsoft.com/office/officeart/2005/8/layout/vList2"/>
    <dgm:cxn modelId="{3FD010CD-7B69-4BF2-B4D6-A6688701DFEE}" type="presOf" srcId="{2647F2F0-8C03-47A1-BC57-770B10B62932}" destId="{733E5567-CF63-485C-90E3-5DA052F68355}" srcOrd="0" destOrd="0" presId="urn:microsoft.com/office/officeart/2005/8/layout/vList2"/>
    <dgm:cxn modelId="{9CF9F173-B730-4713-B6D8-1787391EC6A2}" type="presParOf" srcId="{733E5567-CF63-485C-90E3-5DA052F68355}" destId="{9CEC0FFB-3D97-4BBB-8080-6EF08DB749B3}" srcOrd="0" destOrd="0" presId="urn:microsoft.com/office/officeart/2005/8/layout/vList2"/>
    <dgm:cxn modelId="{57E92E65-F18C-40EB-9F18-C7E1010EE787}" type="presParOf" srcId="{733E5567-CF63-485C-90E3-5DA052F68355}" destId="{6C0B9E25-446C-432E-8E4D-1A6AEEA1946F}" srcOrd="1" destOrd="0" presId="urn:microsoft.com/office/officeart/2005/8/layout/vList2"/>
    <dgm:cxn modelId="{A6B36F3B-E566-4569-9577-03D34668ABB6}" type="presParOf" srcId="{733E5567-CF63-485C-90E3-5DA052F68355}" destId="{0ABB1507-49AF-4F41-8D75-ACD253C84062}"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FCA8923-8680-4684-A405-1BE7FAE94C1D}"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BD839ACC-1FAF-4F35-B463-DAB3EF015FB5}">
      <dgm:prSet/>
      <dgm:spPr/>
      <dgm:t>
        <a:bodyPr/>
        <a:lstStyle/>
        <a:p>
          <a:r>
            <a:rPr lang="en-US"/>
            <a:t>✅ Answer: B</a:t>
          </a:r>
        </a:p>
      </dgm:t>
    </dgm:pt>
    <dgm:pt modelId="{3101F04F-D989-412E-863B-5AE4112BAEBB}" type="parTrans" cxnId="{CCC30E3C-C16E-4C22-BEDC-8A53E176A9F9}">
      <dgm:prSet/>
      <dgm:spPr/>
      <dgm:t>
        <a:bodyPr/>
        <a:lstStyle/>
        <a:p>
          <a:endParaRPr lang="en-US"/>
        </a:p>
      </dgm:t>
    </dgm:pt>
    <dgm:pt modelId="{D566B0D1-8F1F-4FA1-8A08-E53F10B23C89}" type="sibTrans" cxnId="{CCC30E3C-C16E-4C22-BEDC-8A53E176A9F9}">
      <dgm:prSet/>
      <dgm:spPr/>
      <dgm:t>
        <a:bodyPr/>
        <a:lstStyle/>
        <a:p>
          <a:endParaRPr lang="en-US"/>
        </a:p>
      </dgm:t>
    </dgm:pt>
    <dgm:pt modelId="{724C91E2-2A2B-4AD3-A53C-7488240153A7}">
      <dgm:prSet/>
      <dgm:spPr/>
      <dgm:t>
        <a:bodyPr/>
        <a:lstStyle/>
        <a:p>
          <a:r>
            <a:rPr lang="en-US"/>
            <a:t>Hiding details is not a reliable security control.</a:t>
          </a:r>
        </a:p>
      </dgm:t>
    </dgm:pt>
    <dgm:pt modelId="{8E85CB17-875F-4BFE-BC95-B535C6F8E886}" type="parTrans" cxnId="{6198D7C1-652A-4C74-8455-3BD5F0BE160B}">
      <dgm:prSet/>
      <dgm:spPr/>
      <dgm:t>
        <a:bodyPr/>
        <a:lstStyle/>
        <a:p>
          <a:endParaRPr lang="en-US"/>
        </a:p>
      </dgm:t>
    </dgm:pt>
    <dgm:pt modelId="{9FD70BDC-DE17-4D98-9A7E-B0EEA3FBB814}" type="sibTrans" cxnId="{6198D7C1-652A-4C74-8455-3BD5F0BE160B}">
      <dgm:prSet/>
      <dgm:spPr/>
      <dgm:t>
        <a:bodyPr/>
        <a:lstStyle/>
        <a:p>
          <a:endParaRPr lang="en-US"/>
        </a:p>
      </dgm:t>
    </dgm:pt>
    <dgm:pt modelId="{44DD867F-5E8C-4D68-891E-25B330BC4D96}" type="pres">
      <dgm:prSet presAssocID="{DFCA8923-8680-4684-A405-1BE7FAE94C1D}" presName="hierChild1" presStyleCnt="0">
        <dgm:presLayoutVars>
          <dgm:chPref val="1"/>
          <dgm:dir/>
          <dgm:animOne val="branch"/>
          <dgm:animLvl val="lvl"/>
          <dgm:resizeHandles/>
        </dgm:presLayoutVars>
      </dgm:prSet>
      <dgm:spPr/>
    </dgm:pt>
    <dgm:pt modelId="{EDF9F0C8-A030-42A2-B096-E15B85611401}" type="pres">
      <dgm:prSet presAssocID="{BD839ACC-1FAF-4F35-B463-DAB3EF015FB5}" presName="hierRoot1" presStyleCnt="0"/>
      <dgm:spPr/>
    </dgm:pt>
    <dgm:pt modelId="{4A20CA9B-B70F-4751-87D1-A32C4BFB570D}" type="pres">
      <dgm:prSet presAssocID="{BD839ACC-1FAF-4F35-B463-DAB3EF015FB5}" presName="composite" presStyleCnt="0"/>
      <dgm:spPr/>
    </dgm:pt>
    <dgm:pt modelId="{4073B5BB-0482-49DA-A5CA-ECD0D8826403}" type="pres">
      <dgm:prSet presAssocID="{BD839ACC-1FAF-4F35-B463-DAB3EF015FB5}" presName="background" presStyleLbl="node0" presStyleIdx="0" presStyleCnt="2"/>
      <dgm:spPr/>
    </dgm:pt>
    <dgm:pt modelId="{287D9F24-D2A8-4589-A9DE-6D5F36095971}" type="pres">
      <dgm:prSet presAssocID="{BD839ACC-1FAF-4F35-B463-DAB3EF015FB5}" presName="text" presStyleLbl="fgAcc0" presStyleIdx="0" presStyleCnt="2">
        <dgm:presLayoutVars>
          <dgm:chPref val="3"/>
        </dgm:presLayoutVars>
      </dgm:prSet>
      <dgm:spPr/>
    </dgm:pt>
    <dgm:pt modelId="{A2C3A0C4-E897-45A0-A419-976368B01DB9}" type="pres">
      <dgm:prSet presAssocID="{BD839ACC-1FAF-4F35-B463-DAB3EF015FB5}" presName="hierChild2" presStyleCnt="0"/>
      <dgm:spPr/>
    </dgm:pt>
    <dgm:pt modelId="{1679A1E8-41A8-40B8-A693-7AFF4C378646}" type="pres">
      <dgm:prSet presAssocID="{724C91E2-2A2B-4AD3-A53C-7488240153A7}" presName="hierRoot1" presStyleCnt="0"/>
      <dgm:spPr/>
    </dgm:pt>
    <dgm:pt modelId="{0229F00D-AA00-4596-B7D7-0308092DFD4E}" type="pres">
      <dgm:prSet presAssocID="{724C91E2-2A2B-4AD3-A53C-7488240153A7}" presName="composite" presStyleCnt="0"/>
      <dgm:spPr/>
    </dgm:pt>
    <dgm:pt modelId="{48121A56-1EAE-4DD2-A2F1-D7C605B24F4B}" type="pres">
      <dgm:prSet presAssocID="{724C91E2-2A2B-4AD3-A53C-7488240153A7}" presName="background" presStyleLbl="node0" presStyleIdx="1" presStyleCnt="2"/>
      <dgm:spPr/>
    </dgm:pt>
    <dgm:pt modelId="{1CE2AAF2-1751-4F89-95EB-CAAABAC28F59}" type="pres">
      <dgm:prSet presAssocID="{724C91E2-2A2B-4AD3-A53C-7488240153A7}" presName="text" presStyleLbl="fgAcc0" presStyleIdx="1" presStyleCnt="2">
        <dgm:presLayoutVars>
          <dgm:chPref val="3"/>
        </dgm:presLayoutVars>
      </dgm:prSet>
      <dgm:spPr/>
    </dgm:pt>
    <dgm:pt modelId="{AD9476E9-8CC2-4061-B116-9165B6B4896D}" type="pres">
      <dgm:prSet presAssocID="{724C91E2-2A2B-4AD3-A53C-7488240153A7}" presName="hierChild2" presStyleCnt="0"/>
      <dgm:spPr/>
    </dgm:pt>
  </dgm:ptLst>
  <dgm:cxnLst>
    <dgm:cxn modelId="{2B31F81A-B91A-40CE-9A2D-93E0C70BACC7}" type="presOf" srcId="{724C91E2-2A2B-4AD3-A53C-7488240153A7}" destId="{1CE2AAF2-1751-4F89-95EB-CAAABAC28F59}" srcOrd="0" destOrd="0" presId="urn:microsoft.com/office/officeart/2005/8/layout/hierarchy1"/>
    <dgm:cxn modelId="{30E9151C-8CE2-477A-8A71-D9199A62B49F}" type="presOf" srcId="{BD839ACC-1FAF-4F35-B463-DAB3EF015FB5}" destId="{287D9F24-D2A8-4589-A9DE-6D5F36095971}" srcOrd="0" destOrd="0" presId="urn:microsoft.com/office/officeart/2005/8/layout/hierarchy1"/>
    <dgm:cxn modelId="{CCC30E3C-C16E-4C22-BEDC-8A53E176A9F9}" srcId="{DFCA8923-8680-4684-A405-1BE7FAE94C1D}" destId="{BD839ACC-1FAF-4F35-B463-DAB3EF015FB5}" srcOrd="0" destOrd="0" parTransId="{3101F04F-D989-412E-863B-5AE4112BAEBB}" sibTransId="{D566B0D1-8F1F-4FA1-8A08-E53F10B23C89}"/>
    <dgm:cxn modelId="{6198D7C1-652A-4C74-8455-3BD5F0BE160B}" srcId="{DFCA8923-8680-4684-A405-1BE7FAE94C1D}" destId="{724C91E2-2A2B-4AD3-A53C-7488240153A7}" srcOrd="1" destOrd="0" parTransId="{8E85CB17-875F-4BFE-BC95-B535C6F8E886}" sibTransId="{9FD70BDC-DE17-4D98-9A7E-B0EEA3FBB814}"/>
    <dgm:cxn modelId="{723308E3-B8BE-4D39-A7A6-A33FB54CA4F3}" type="presOf" srcId="{DFCA8923-8680-4684-A405-1BE7FAE94C1D}" destId="{44DD867F-5E8C-4D68-891E-25B330BC4D96}" srcOrd="0" destOrd="0" presId="urn:microsoft.com/office/officeart/2005/8/layout/hierarchy1"/>
    <dgm:cxn modelId="{4FBBC4F2-0EF7-4792-809A-647F2D5AB03E}" type="presParOf" srcId="{44DD867F-5E8C-4D68-891E-25B330BC4D96}" destId="{EDF9F0C8-A030-42A2-B096-E15B85611401}" srcOrd="0" destOrd="0" presId="urn:microsoft.com/office/officeart/2005/8/layout/hierarchy1"/>
    <dgm:cxn modelId="{521007B9-D1BF-44DC-A443-4CCC104C68E1}" type="presParOf" srcId="{EDF9F0C8-A030-42A2-B096-E15B85611401}" destId="{4A20CA9B-B70F-4751-87D1-A32C4BFB570D}" srcOrd="0" destOrd="0" presId="urn:microsoft.com/office/officeart/2005/8/layout/hierarchy1"/>
    <dgm:cxn modelId="{4C623D03-0866-4C7D-8527-FC252D51A56C}" type="presParOf" srcId="{4A20CA9B-B70F-4751-87D1-A32C4BFB570D}" destId="{4073B5BB-0482-49DA-A5CA-ECD0D8826403}" srcOrd="0" destOrd="0" presId="urn:microsoft.com/office/officeart/2005/8/layout/hierarchy1"/>
    <dgm:cxn modelId="{EC7285CB-A062-47DF-BCF5-B49101519805}" type="presParOf" srcId="{4A20CA9B-B70F-4751-87D1-A32C4BFB570D}" destId="{287D9F24-D2A8-4589-A9DE-6D5F36095971}" srcOrd="1" destOrd="0" presId="urn:microsoft.com/office/officeart/2005/8/layout/hierarchy1"/>
    <dgm:cxn modelId="{2EC29006-FDB7-43A7-B393-CF3D63D1E5D6}" type="presParOf" srcId="{EDF9F0C8-A030-42A2-B096-E15B85611401}" destId="{A2C3A0C4-E897-45A0-A419-976368B01DB9}" srcOrd="1" destOrd="0" presId="urn:microsoft.com/office/officeart/2005/8/layout/hierarchy1"/>
    <dgm:cxn modelId="{DFF6C933-D0F9-4855-82B9-009B7709EAF3}" type="presParOf" srcId="{44DD867F-5E8C-4D68-891E-25B330BC4D96}" destId="{1679A1E8-41A8-40B8-A693-7AFF4C378646}" srcOrd="1" destOrd="0" presId="urn:microsoft.com/office/officeart/2005/8/layout/hierarchy1"/>
    <dgm:cxn modelId="{464632F8-76AB-4268-8C69-D0CE96E45407}" type="presParOf" srcId="{1679A1E8-41A8-40B8-A693-7AFF4C378646}" destId="{0229F00D-AA00-4596-B7D7-0308092DFD4E}" srcOrd="0" destOrd="0" presId="urn:microsoft.com/office/officeart/2005/8/layout/hierarchy1"/>
    <dgm:cxn modelId="{11AC3DCC-C239-4B3A-BC74-A3005D4A9148}" type="presParOf" srcId="{0229F00D-AA00-4596-B7D7-0308092DFD4E}" destId="{48121A56-1EAE-4DD2-A2F1-D7C605B24F4B}" srcOrd="0" destOrd="0" presId="urn:microsoft.com/office/officeart/2005/8/layout/hierarchy1"/>
    <dgm:cxn modelId="{3C8FD3F3-F18E-402F-9BBB-5B6BCAF2F593}" type="presParOf" srcId="{0229F00D-AA00-4596-B7D7-0308092DFD4E}" destId="{1CE2AAF2-1751-4F89-95EB-CAAABAC28F59}" srcOrd="1" destOrd="0" presId="urn:microsoft.com/office/officeart/2005/8/layout/hierarchy1"/>
    <dgm:cxn modelId="{59101E2E-9A26-4B5F-8034-04A85E040886}" type="presParOf" srcId="{1679A1E8-41A8-40B8-A693-7AFF4C378646}" destId="{AD9476E9-8CC2-4061-B116-9165B6B4896D}"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EA485F6-FA21-4CF2-BD1D-1190663CC140}"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8A2D89E-9E87-4058-8938-AC39DF0715E4}">
      <dgm:prSet/>
      <dgm:spPr/>
      <dgm:t>
        <a:bodyPr/>
        <a:lstStyle/>
        <a:p>
          <a:r>
            <a:rPr lang="en-US"/>
            <a:t>❌ Answer: No</a:t>
          </a:r>
        </a:p>
      </dgm:t>
    </dgm:pt>
    <dgm:pt modelId="{2385E9F0-4D02-4901-B621-71970E138891}" type="parTrans" cxnId="{F04B3B8E-8940-4F05-AB39-CA147F591127}">
      <dgm:prSet/>
      <dgm:spPr/>
      <dgm:t>
        <a:bodyPr/>
        <a:lstStyle/>
        <a:p>
          <a:endParaRPr lang="en-US"/>
        </a:p>
      </dgm:t>
    </dgm:pt>
    <dgm:pt modelId="{0EEA7EF7-E7D3-48E7-BD98-9C2602A2EECD}" type="sibTrans" cxnId="{F04B3B8E-8940-4F05-AB39-CA147F591127}">
      <dgm:prSet/>
      <dgm:spPr/>
      <dgm:t>
        <a:bodyPr/>
        <a:lstStyle/>
        <a:p>
          <a:endParaRPr lang="en-US"/>
        </a:p>
      </dgm:t>
    </dgm:pt>
    <dgm:pt modelId="{D4DCF3CB-A4F7-434B-B1BB-4C4C4D9CADAF}">
      <dgm:prSet/>
      <dgm:spPr/>
      <dgm:t>
        <a:bodyPr/>
        <a:lstStyle/>
        <a:p>
          <a:r>
            <a:rPr lang="en-US"/>
            <a:t>Attackers can bypass blacklists. Parameterised queries are required.</a:t>
          </a:r>
        </a:p>
      </dgm:t>
    </dgm:pt>
    <dgm:pt modelId="{1C0FF0D8-0197-4404-BA2E-E7073253A654}" type="parTrans" cxnId="{BA2EC35C-AC5D-490D-847F-74489F7DCCEA}">
      <dgm:prSet/>
      <dgm:spPr/>
      <dgm:t>
        <a:bodyPr/>
        <a:lstStyle/>
        <a:p>
          <a:endParaRPr lang="en-US"/>
        </a:p>
      </dgm:t>
    </dgm:pt>
    <dgm:pt modelId="{FA125CE2-CEAB-4CA3-9545-617BD3DC74B9}" type="sibTrans" cxnId="{BA2EC35C-AC5D-490D-847F-74489F7DCCEA}">
      <dgm:prSet/>
      <dgm:spPr/>
      <dgm:t>
        <a:bodyPr/>
        <a:lstStyle/>
        <a:p>
          <a:endParaRPr lang="en-US"/>
        </a:p>
      </dgm:t>
    </dgm:pt>
    <dgm:pt modelId="{20D7BD44-E840-431D-A1BA-03F4056F8D92}" type="pres">
      <dgm:prSet presAssocID="{AEA485F6-FA21-4CF2-BD1D-1190663CC140}" presName="linear" presStyleCnt="0">
        <dgm:presLayoutVars>
          <dgm:animLvl val="lvl"/>
          <dgm:resizeHandles val="exact"/>
        </dgm:presLayoutVars>
      </dgm:prSet>
      <dgm:spPr/>
    </dgm:pt>
    <dgm:pt modelId="{4401DB97-C671-483A-B98B-C6BF6357E57A}" type="pres">
      <dgm:prSet presAssocID="{98A2D89E-9E87-4058-8938-AC39DF0715E4}" presName="parentText" presStyleLbl="node1" presStyleIdx="0" presStyleCnt="2">
        <dgm:presLayoutVars>
          <dgm:chMax val="0"/>
          <dgm:bulletEnabled val="1"/>
        </dgm:presLayoutVars>
      </dgm:prSet>
      <dgm:spPr/>
    </dgm:pt>
    <dgm:pt modelId="{5F4CFD41-788E-48FA-B719-1B3763E46AA0}" type="pres">
      <dgm:prSet presAssocID="{0EEA7EF7-E7D3-48E7-BD98-9C2602A2EECD}" presName="spacer" presStyleCnt="0"/>
      <dgm:spPr/>
    </dgm:pt>
    <dgm:pt modelId="{C7E158B9-F2B4-4E1D-910B-79ECE82C07A5}" type="pres">
      <dgm:prSet presAssocID="{D4DCF3CB-A4F7-434B-B1BB-4C4C4D9CADAF}" presName="parentText" presStyleLbl="node1" presStyleIdx="1" presStyleCnt="2">
        <dgm:presLayoutVars>
          <dgm:chMax val="0"/>
          <dgm:bulletEnabled val="1"/>
        </dgm:presLayoutVars>
      </dgm:prSet>
      <dgm:spPr/>
    </dgm:pt>
  </dgm:ptLst>
  <dgm:cxnLst>
    <dgm:cxn modelId="{728D163A-4ECC-426A-B189-0A0D65B0B36B}" type="presOf" srcId="{98A2D89E-9E87-4058-8938-AC39DF0715E4}" destId="{4401DB97-C671-483A-B98B-C6BF6357E57A}" srcOrd="0" destOrd="0" presId="urn:microsoft.com/office/officeart/2005/8/layout/vList2"/>
    <dgm:cxn modelId="{BA2EC35C-AC5D-490D-847F-74489F7DCCEA}" srcId="{AEA485F6-FA21-4CF2-BD1D-1190663CC140}" destId="{D4DCF3CB-A4F7-434B-B1BB-4C4C4D9CADAF}" srcOrd="1" destOrd="0" parTransId="{1C0FF0D8-0197-4404-BA2E-E7073253A654}" sibTransId="{FA125CE2-CEAB-4CA3-9545-617BD3DC74B9}"/>
    <dgm:cxn modelId="{9B229E7B-C842-4D8E-8C76-183154DB0DED}" type="presOf" srcId="{AEA485F6-FA21-4CF2-BD1D-1190663CC140}" destId="{20D7BD44-E840-431D-A1BA-03F4056F8D92}" srcOrd="0" destOrd="0" presId="urn:microsoft.com/office/officeart/2005/8/layout/vList2"/>
    <dgm:cxn modelId="{F04B3B8E-8940-4F05-AB39-CA147F591127}" srcId="{AEA485F6-FA21-4CF2-BD1D-1190663CC140}" destId="{98A2D89E-9E87-4058-8938-AC39DF0715E4}" srcOrd="0" destOrd="0" parTransId="{2385E9F0-4D02-4901-B621-71970E138891}" sibTransId="{0EEA7EF7-E7D3-48E7-BD98-9C2602A2EECD}"/>
    <dgm:cxn modelId="{0FF5DFC2-C8FE-4D1D-803E-10D5A190AA7B}" type="presOf" srcId="{D4DCF3CB-A4F7-434B-B1BB-4C4C4D9CADAF}" destId="{C7E158B9-F2B4-4E1D-910B-79ECE82C07A5}" srcOrd="0" destOrd="0" presId="urn:microsoft.com/office/officeart/2005/8/layout/vList2"/>
    <dgm:cxn modelId="{8DC7B2CC-835A-4E79-B4E2-3B5709EBA28C}" type="presParOf" srcId="{20D7BD44-E840-431D-A1BA-03F4056F8D92}" destId="{4401DB97-C671-483A-B98B-C6BF6357E57A}" srcOrd="0" destOrd="0" presId="urn:microsoft.com/office/officeart/2005/8/layout/vList2"/>
    <dgm:cxn modelId="{214D84AD-65B9-4F3F-8365-DDE8C5E72DD7}" type="presParOf" srcId="{20D7BD44-E840-431D-A1BA-03F4056F8D92}" destId="{5F4CFD41-788E-48FA-B719-1B3763E46AA0}" srcOrd="1" destOrd="0" presId="urn:microsoft.com/office/officeart/2005/8/layout/vList2"/>
    <dgm:cxn modelId="{4C3CBCAB-2255-4A23-9686-B7F276BBC064}" type="presParOf" srcId="{20D7BD44-E840-431D-A1BA-03F4056F8D92}" destId="{C7E158B9-F2B4-4E1D-910B-79ECE82C07A5}"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E21B429-5AC4-487F-B98B-89B58797136C}"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372B3346-3B67-4BD9-A913-6C3B042D1FEB}">
      <dgm:prSet/>
      <dgm:spPr/>
      <dgm:t>
        <a:bodyPr/>
        <a:lstStyle/>
        <a:p>
          <a:r>
            <a:rPr lang="en-US"/>
            <a:t>❌ Answer: No</a:t>
          </a:r>
        </a:p>
      </dgm:t>
    </dgm:pt>
    <dgm:pt modelId="{E837ABEE-3DA4-41DA-A62F-DC3A5302C624}" type="parTrans" cxnId="{B020E324-1D7C-4951-AC86-E991BE9C796C}">
      <dgm:prSet/>
      <dgm:spPr/>
      <dgm:t>
        <a:bodyPr/>
        <a:lstStyle/>
        <a:p>
          <a:endParaRPr lang="en-US"/>
        </a:p>
      </dgm:t>
    </dgm:pt>
    <dgm:pt modelId="{013DA5E7-ADDE-4F87-BB58-98FE8656F410}" type="sibTrans" cxnId="{B020E324-1D7C-4951-AC86-E991BE9C796C}">
      <dgm:prSet/>
      <dgm:spPr/>
      <dgm:t>
        <a:bodyPr/>
        <a:lstStyle/>
        <a:p>
          <a:endParaRPr lang="en-US"/>
        </a:p>
      </dgm:t>
    </dgm:pt>
    <dgm:pt modelId="{68BDCE42-73BB-48DF-AC55-4FC7D54755F6}">
      <dgm:prSet/>
      <dgm:spPr/>
      <dgm:t>
        <a:bodyPr/>
        <a:lstStyle/>
        <a:p>
          <a:r>
            <a:rPr lang="en-US"/>
            <a:t>Client-side checks are easily bypassed.</a:t>
          </a:r>
        </a:p>
      </dgm:t>
    </dgm:pt>
    <dgm:pt modelId="{AD985379-C49C-471E-BFFE-563F56A017E3}" type="parTrans" cxnId="{34B4ECE7-8374-4BFD-9A6C-DF2554A5A3BA}">
      <dgm:prSet/>
      <dgm:spPr/>
      <dgm:t>
        <a:bodyPr/>
        <a:lstStyle/>
        <a:p>
          <a:endParaRPr lang="en-US"/>
        </a:p>
      </dgm:t>
    </dgm:pt>
    <dgm:pt modelId="{ED079B73-3082-41D0-8D10-E8C19846A4DD}" type="sibTrans" cxnId="{34B4ECE7-8374-4BFD-9A6C-DF2554A5A3BA}">
      <dgm:prSet/>
      <dgm:spPr/>
      <dgm:t>
        <a:bodyPr/>
        <a:lstStyle/>
        <a:p>
          <a:endParaRPr lang="en-US"/>
        </a:p>
      </dgm:t>
    </dgm:pt>
    <dgm:pt modelId="{7F47986B-7A9D-4592-8218-13039A0BA239}" type="pres">
      <dgm:prSet presAssocID="{5E21B429-5AC4-487F-B98B-89B58797136C}" presName="linear" presStyleCnt="0">
        <dgm:presLayoutVars>
          <dgm:animLvl val="lvl"/>
          <dgm:resizeHandles val="exact"/>
        </dgm:presLayoutVars>
      </dgm:prSet>
      <dgm:spPr/>
    </dgm:pt>
    <dgm:pt modelId="{4731AC2B-ED23-4C49-A6AE-CD7820C996C4}" type="pres">
      <dgm:prSet presAssocID="{372B3346-3B67-4BD9-A913-6C3B042D1FEB}" presName="parentText" presStyleLbl="node1" presStyleIdx="0" presStyleCnt="2">
        <dgm:presLayoutVars>
          <dgm:chMax val="0"/>
          <dgm:bulletEnabled val="1"/>
        </dgm:presLayoutVars>
      </dgm:prSet>
      <dgm:spPr/>
    </dgm:pt>
    <dgm:pt modelId="{C31D9851-DEAB-4E18-BD81-CD8E35B8EA0A}" type="pres">
      <dgm:prSet presAssocID="{013DA5E7-ADDE-4F87-BB58-98FE8656F410}" presName="spacer" presStyleCnt="0"/>
      <dgm:spPr/>
    </dgm:pt>
    <dgm:pt modelId="{C9D9BF4A-1861-4B4F-A897-344009C1CF6E}" type="pres">
      <dgm:prSet presAssocID="{68BDCE42-73BB-48DF-AC55-4FC7D54755F6}" presName="parentText" presStyleLbl="node1" presStyleIdx="1" presStyleCnt="2">
        <dgm:presLayoutVars>
          <dgm:chMax val="0"/>
          <dgm:bulletEnabled val="1"/>
        </dgm:presLayoutVars>
      </dgm:prSet>
      <dgm:spPr/>
    </dgm:pt>
  </dgm:ptLst>
  <dgm:cxnLst>
    <dgm:cxn modelId="{B020E324-1D7C-4951-AC86-E991BE9C796C}" srcId="{5E21B429-5AC4-487F-B98B-89B58797136C}" destId="{372B3346-3B67-4BD9-A913-6C3B042D1FEB}" srcOrd="0" destOrd="0" parTransId="{E837ABEE-3DA4-41DA-A62F-DC3A5302C624}" sibTransId="{013DA5E7-ADDE-4F87-BB58-98FE8656F410}"/>
    <dgm:cxn modelId="{E9BAD336-6CC5-4D0F-AAF6-73F8D3F77422}" type="presOf" srcId="{68BDCE42-73BB-48DF-AC55-4FC7D54755F6}" destId="{C9D9BF4A-1861-4B4F-A897-344009C1CF6E}" srcOrd="0" destOrd="0" presId="urn:microsoft.com/office/officeart/2005/8/layout/vList2"/>
    <dgm:cxn modelId="{E30A929E-8A42-45E4-B313-1DCDE5F5D70A}" type="presOf" srcId="{372B3346-3B67-4BD9-A913-6C3B042D1FEB}" destId="{4731AC2B-ED23-4C49-A6AE-CD7820C996C4}" srcOrd="0" destOrd="0" presId="urn:microsoft.com/office/officeart/2005/8/layout/vList2"/>
    <dgm:cxn modelId="{806E7BDD-F578-4A03-B0FB-FA3C6FD35003}" type="presOf" srcId="{5E21B429-5AC4-487F-B98B-89B58797136C}" destId="{7F47986B-7A9D-4592-8218-13039A0BA239}" srcOrd="0" destOrd="0" presId="urn:microsoft.com/office/officeart/2005/8/layout/vList2"/>
    <dgm:cxn modelId="{34B4ECE7-8374-4BFD-9A6C-DF2554A5A3BA}" srcId="{5E21B429-5AC4-487F-B98B-89B58797136C}" destId="{68BDCE42-73BB-48DF-AC55-4FC7D54755F6}" srcOrd="1" destOrd="0" parTransId="{AD985379-C49C-471E-BFFE-563F56A017E3}" sibTransId="{ED079B73-3082-41D0-8D10-E8C19846A4DD}"/>
    <dgm:cxn modelId="{CFDC3781-B724-4AFE-97D5-FFBB22FFCFED}" type="presParOf" srcId="{7F47986B-7A9D-4592-8218-13039A0BA239}" destId="{4731AC2B-ED23-4C49-A6AE-CD7820C996C4}" srcOrd="0" destOrd="0" presId="urn:microsoft.com/office/officeart/2005/8/layout/vList2"/>
    <dgm:cxn modelId="{21520A5B-83A8-4815-9700-4B1DC059176C}" type="presParOf" srcId="{7F47986B-7A9D-4592-8218-13039A0BA239}" destId="{C31D9851-DEAB-4E18-BD81-CD8E35B8EA0A}" srcOrd="1" destOrd="0" presId="urn:microsoft.com/office/officeart/2005/8/layout/vList2"/>
    <dgm:cxn modelId="{FE942C13-788B-46CD-A75D-A34BFDDE5282}" type="presParOf" srcId="{7F47986B-7A9D-4592-8218-13039A0BA239}" destId="{C9D9BF4A-1861-4B4F-A897-344009C1CF6E}"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676459B-32ED-48F2-8C35-372EEEE4F383}"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8ADF6E53-F112-4565-A83B-145666F9B6AA}">
      <dgm:prSet/>
      <dgm:spPr/>
      <dgm:t>
        <a:bodyPr/>
        <a:lstStyle/>
        <a:p>
          <a:r>
            <a:rPr lang="en-US"/>
            <a:t>✅ Answer: B</a:t>
          </a:r>
        </a:p>
      </dgm:t>
    </dgm:pt>
    <dgm:pt modelId="{0DF1F407-A10F-46C9-9F6F-57BC7E723B51}" type="parTrans" cxnId="{7F533449-BD45-4884-8D7C-50E40D71BF11}">
      <dgm:prSet/>
      <dgm:spPr/>
      <dgm:t>
        <a:bodyPr/>
        <a:lstStyle/>
        <a:p>
          <a:endParaRPr lang="en-US"/>
        </a:p>
      </dgm:t>
    </dgm:pt>
    <dgm:pt modelId="{650AEE1A-262F-4A61-AA51-5F9F218F3017}" type="sibTrans" cxnId="{7F533449-BD45-4884-8D7C-50E40D71BF11}">
      <dgm:prSet/>
      <dgm:spPr/>
      <dgm:t>
        <a:bodyPr/>
        <a:lstStyle/>
        <a:p>
          <a:endParaRPr lang="en-US"/>
        </a:p>
      </dgm:t>
    </dgm:pt>
    <dgm:pt modelId="{7B66765C-A219-4D0B-A337-1760EDF3D799}">
      <dgm:prSet/>
      <dgm:spPr/>
      <dgm:t>
        <a:bodyPr/>
        <a:lstStyle/>
        <a:p>
          <a:r>
            <a:rPr lang="en-US"/>
            <a:t>Thinking you won’t be targeted leads to underinvestment in security.</a:t>
          </a:r>
        </a:p>
      </dgm:t>
    </dgm:pt>
    <dgm:pt modelId="{5E60C568-E63C-41A4-9DF9-509F64411B06}" type="parTrans" cxnId="{C0E85AB4-8C10-4E9F-8604-F31F23AF2BEA}">
      <dgm:prSet/>
      <dgm:spPr/>
      <dgm:t>
        <a:bodyPr/>
        <a:lstStyle/>
        <a:p>
          <a:endParaRPr lang="en-US"/>
        </a:p>
      </dgm:t>
    </dgm:pt>
    <dgm:pt modelId="{3DCC031D-D7E4-4F05-A759-1CDEE8095F4F}" type="sibTrans" cxnId="{C0E85AB4-8C10-4E9F-8604-F31F23AF2BEA}">
      <dgm:prSet/>
      <dgm:spPr/>
      <dgm:t>
        <a:bodyPr/>
        <a:lstStyle/>
        <a:p>
          <a:endParaRPr lang="en-US"/>
        </a:p>
      </dgm:t>
    </dgm:pt>
    <dgm:pt modelId="{0E6222F9-2BA2-48B5-9838-5E9EC6B42F0C}" type="pres">
      <dgm:prSet presAssocID="{4676459B-32ED-48F2-8C35-372EEEE4F383}" presName="hierChild1" presStyleCnt="0">
        <dgm:presLayoutVars>
          <dgm:chPref val="1"/>
          <dgm:dir/>
          <dgm:animOne val="branch"/>
          <dgm:animLvl val="lvl"/>
          <dgm:resizeHandles/>
        </dgm:presLayoutVars>
      </dgm:prSet>
      <dgm:spPr/>
    </dgm:pt>
    <dgm:pt modelId="{FB3486F9-38AB-4F40-B233-45385B1958BF}" type="pres">
      <dgm:prSet presAssocID="{8ADF6E53-F112-4565-A83B-145666F9B6AA}" presName="hierRoot1" presStyleCnt="0"/>
      <dgm:spPr/>
    </dgm:pt>
    <dgm:pt modelId="{FF70C94D-CF52-49FE-81FD-318AC38F64CD}" type="pres">
      <dgm:prSet presAssocID="{8ADF6E53-F112-4565-A83B-145666F9B6AA}" presName="composite" presStyleCnt="0"/>
      <dgm:spPr/>
    </dgm:pt>
    <dgm:pt modelId="{3F9FF8DF-A9C2-42A2-BDA8-794DC23BC004}" type="pres">
      <dgm:prSet presAssocID="{8ADF6E53-F112-4565-A83B-145666F9B6AA}" presName="background" presStyleLbl="node0" presStyleIdx="0" presStyleCnt="2"/>
      <dgm:spPr/>
    </dgm:pt>
    <dgm:pt modelId="{303E24E9-1237-492D-9590-CF3466BC0F92}" type="pres">
      <dgm:prSet presAssocID="{8ADF6E53-F112-4565-A83B-145666F9B6AA}" presName="text" presStyleLbl="fgAcc0" presStyleIdx="0" presStyleCnt="2">
        <dgm:presLayoutVars>
          <dgm:chPref val="3"/>
        </dgm:presLayoutVars>
      </dgm:prSet>
      <dgm:spPr/>
    </dgm:pt>
    <dgm:pt modelId="{56C2E1C3-7ADE-420A-BEF3-750FC7E9BC7D}" type="pres">
      <dgm:prSet presAssocID="{8ADF6E53-F112-4565-A83B-145666F9B6AA}" presName="hierChild2" presStyleCnt="0"/>
      <dgm:spPr/>
    </dgm:pt>
    <dgm:pt modelId="{B92013ED-4C05-48DF-9111-69B836F0ED31}" type="pres">
      <dgm:prSet presAssocID="{7B66765C-A219-4D0B-A337-1760EDF3D799}" presName="hierRoot1" presStyleCnt="0"/>
      <dgm:spPr/>
    </dgm:pt>
    <dgm:pt modelId="{9534AFDC-2476-4944-A46E-0B508E35C39A}" type="pres">
      <dgm:prSet presAssocID="{7B66765C-A219-4D0B-A337-1760EDF3D799}" presName="composite" presStyleCnt="0"/>
      <dgm:spPr/>
    </dgm:pt>
    <dgm:pt modelId="{EE9E0E28-F0E7-47ED-8AFD-5E0C03CE267D}" type="pres">
      <dgm:prSet presAssocID="{7B66765C-A219-4D0B-A337-1760EDF3D799}" presName="background" presStyleLbl="node0" presStyleIdx="1" presStyleCnt="2"/>
      <dgm:spPr/>
    </dgm:pt>
    <dgm:pt modelId="{33B52A76-11AF-4D6E-AF00-9E49FC0E01E9}" type="pres">
      <dgm:prSet presAssocID="{7B66765C-A219-4D0B-A337-1760EDF3D799}" presName="text" presStyleLbl="fgAcc0" presStyleIdx="1" presStyleCnt="2">
        <dgm:presLayoutVars>
          <dgm:chPref val="3"/>
        </dgm:presLayoutVars>
      </dgm:prSet>
      <dgm:spPr/>
    </dgm:pt>
    <dgm:pt modelId="{F42EFE2E-2AA5-47E2-985D-5D72CDDC1045}" type="pres">
      <dgm:prSet presAssocID="{7B66765C-A219-4D0B-A337-1760EDF3D799}" presName="hierChild2" presStyleCnt="0"/>
      <dgm:spPr/>
    </dgm:pt>
  </dgm:ptLst>
  <dgm:cxnLst>
    <dgm:cxn modelId="{46D3CC2B-8EAE-4B13-9C02-32F3E6F52923}" type="presOf" srcId="{7B66765C-A219-4D0B-A337-1760EDF3D799}" destId="{33B52A76-11AF-4D6E-AF00-9E49FC0E01E9}" srcOrd="0" destOrd="0" presId="urn:microsoft.com/office/officeart/2005/8/layout/hierarchy1"/>
    <dgm:cxn modelId="{7F533449-BD45-4884-8D7C-50E40D71BF11}" srcId="{4676459B-32ED-48F2-8C35-372EEEE4F383}" destId="{8ADF6E53-F112-4565-A83B-145666F9B6AA}" srcOrd="0" destOrd="0" parTransId="{0DF1F407-A10F-46C9-9F6F-57BC7E723B51}" sibTransId="{650AEE1A-262F-4A61-AA51-5F9F218F3017}"/>
    <dgm:cxn modelId="{E5AF867A-A4DD-483C-A5F5-3EB3C0660DFB}" type="presOf" srcId="{8ADF6E53-F112-4565-A83B-145666F9B6AA}" destId="{303E24E9-1237-492D-9590-CF3466BC0F92}" srcOrd="0" destOrd="0" presId="urn:microsoft.com/office/officeart/2005/8/layout/hierarchy1"/>
    <dgm:cxn modelId="{C0E85AB4-8C10-4E9F-8604-F31F23AF2BEA}" srcId="{4676459B-32ED-48F2-8C35-372EEEE4F383}" destId="{7B66765C-A219-4D0B-A337-1760EDF3D799}" srcOrd="1" destOrd="0" parTransId="{5E60C568-E63C-41A4-9DF9-509F64411B06}" sibTransId="{3DCC031D-D7E4-4F05-A759-1CDEE8095F4F}"/>
    <dgm:cxn modelId="{042E90D7-591D-4DB5-93B0-0D78E45418DA}" type="presOf" srcId="{4676459B-32ED-48F2-8C35-372EEEE4F383}" destId="{0E6222F9-2BA2-48B5-9838-5E9EC6B42F0C}" srcOrd="0" destOrd="0" presId="urn:microsoft.com/office/officeart/2005/8/layout/hierarchy1"/>
    <dgm:cxn modelId="{365F5C5D-DD2C-4F06-BD87-89EB2E9E5A59}" type="presParOf" srcId="{0E6222F9-2BA2-48B5-9838-5E9EC6B42F0C}" destId="{FB3486F9-38AB-4F40-B233-45385B1958BF}" srcOrd="0" destOrd="0" presId="urn:microsoft.com/office/officeart/2005/8/layout/hierarchy1"/>
    <dgm:cxn modelId="{508A38BB-673C-4EE9-97F6-CBE9E6CAF4F9}" type="presParOf" srcId="{FB3486F9-38AB-4F40-B233-45385B1958BF}" destId="{FF70C94D-CF52-49FE-81FD-318AC38F64CD}" srcOrd="0" destOrd="0" presId="urn:microsoft.com/office/officeart/2005/8/layout/hierarchy1"/>
    <dgm:cxn modelId="{AA33D672-611B-4DEE-BBBE-29932D278F4B}" type="presParOf" srcId="{FF70C94D-CF52-49FE-81FD-318AC38F64CD}" destId="{3F9FF8DF-A9C2-42A2-BDA8-794DC23BC004}" srcOrd="0" destOrd="0" presId="urn:microsoft.com/office/officeart/2005/8/layout/hierarchy1"/>
    <dgm:cxn modelId="{29060066-19F9-47C3-A077-51C9CD1031E2}" type="presParOf" srcId="{FF70C94D-CF52-49FE-81FD-318AC38F64CD}" destId="{303E24E9-1237-492D-9590-CF3466BC0F92}" srcOrd="1" destOrd="0" presId="urn:microsoft.com/office/officeart/2005/8/layout/hierarchy1"/>
    <dgm:cxn modelId="{83C547CB-2FEA-4B32-AF82-82E8FFFD2ADA}" type="presParOf" srcId="{FB3486F9-38AB-4F40-B233-45385B1958BF}" destId="{56C2E1C3-7ADE-420A-BEF3-750FC7E9BC7D}" srcOrd="1" destOrd="0" presId="urn:microsoft.com/office/officeart/2005/8/layout/hierarchy1"/>
    <dgm:cxn modelId="{1EF8F8F9-7A0C-4FFC-BC67-06B6D16114BD}" type="presParOf" srcId="{0E6222F9-2BA2-48B5-9838-5E9EC6B42F0C}" destId="{B92013ED-4C05-48DF-9111-69B836F0ED31}" srcOrd="1" destOrd="0" presId="urn:microsoft.com/office/officeart/2005/8/layout/hierarchy1"/>
    <dgm:cxn modelId="{3867E703-EA9A-49F8-B180-07F91220BAC7}" type="presParOf" srcId="{B92013ED-4C05-48DF-9111-69B836F0ED31}" destId="{9534AFDC-2476-4944-A46E-0B508E35C39A}" srcOrd="0" destOrd="0" presId="urn:microsoft.com/office/officeart/2005/8/layout/hierarchy1"/>
    <dgm:cxn modelId="{A776AA2D-9814-481B-ADAC-EAF4CDE75CF3}" type="presParOf" srcId="{9534AFDC-2476-4944-A46E-0B508E35C39A}" destId="{EE9E0E28-F0E7-47ED-8AFD-5E0C03CE267D}" srcOrd="0" destOrd="0" presId="urn:microsoft.com/office/officeart/2005/8/layout/hierarchy1"/>
    <dgm:cxn modelId="{C30A104A-578A-4164-AC21-4806CB9A0C88}" type="presParOf" srcId="{9534AFDC-2476-4944-A46E-0B508E35C39A}" destId="{33B52A76-11AF-4D6E-AF00-9E49FC0E01E9}" srcOrd="1" destOrd="0" presId="urn:microsoft.com/office/officeart/2005/8/layout/hierarchy1"/>
    <dgm:cxn modelId="{E06B08C0-E747-4915-AE1A-4826F732780A}" type="presParOf" srcId="{B92013ED-4C05-48DF-9111-69B836F0ED31}" destId="{F42EFE2E-2AA5-47E2-985D-5D72CDDC104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88490CA-F143-4C56-A988-9D663288A724}"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1E11E994-D33D-4A4E-9E17-CD52066F8F40}">
      <dgm:prSet/>
      <dgm:spPr/>
      <dgm:t>
        <a:bodyPr/>
        <a:lstStyle/>
        <a:p>
          <a:r>
            <a:rPr lang="en-US"/>
            <a:t>✅ Answer: B</a:t>
          </a:r>
        </a:p>
      </dgm:t>
    </dgm:pt>
    <dgm:pt modelId="{C3438164-22A6-4DB4-9076-0D1C854EEE13}" type="parTrans" cxnId="{6F88ECCE-684F-4BAD-8223-66066BE9336A}">
      <dgm:prSet/>
      <dgm:spPr/>
      <dgm:t>
        <a:bodyPr/>
        <a:lstStyle/>
        <a:p>
          <a:endParaRPr lang="en-US"/>
        </a:p>
      </dgm:t>
    </dgm:pt>
    <dgm:pt modelId="{B2C6252A-A9AE-4A34-96B2-77FAAE1D5B56}" type="sibTrans" cxnId="{6F88ECCE-684F-4BAD-8223-66066BE9336A}">
      <dgm:prSet/>
      <dgm:spPr/>
      <dgm:t>
        <a:bodyPr/>
        <a:lstStyle/>
        <a:p>
          <a:endParaRPr lang="en-US"/>
        </a:p>
      </dgm:t>
    </dgm:pt>
    <dgm:pt modelId="{D34E2A9E-6603-403B-96D6-A06887C0316A}">
      <dgm:prSet/>
      <dgm:spPr/>
      <dgm:t>
        <a:bodyPr/>
        <a:lstStyle/>
        <a:p>
          <a:r>
            <a:rPr lang="en-US"/>
            <a:t>People and mindset matter more than tools.</a:t>
          </a:r>
        </a:p>
      </dgm:t>
    </dgm:pt>
    <dgm:pt modelId="{154DA389-4B1A-4413-9156-3BA7565B34C1}" type="parTrans" cxnId="{66872854-96F1-405C-B7EE-4D6043F6F94D}">
      <dgm:prSet/>
      <dgm:spPr/>
      <dgm:t>
        <a:bodyPr/>
        <a:lstStyle/>
        <a:p>
          <a:endParaRPr lang="en-US"/>
        </a:p>
      </dgm:t>
    </dgm:pt>
    <dgm:pt modelId="{CBFF6985-4CE4-4F11-B06C-DD719A6E1F56}" type="sibTrans" cxnId="{66872854-96F1-405C-B7EE-4D6043F6F94D}">
      <dgm:prSet/>
      <dgm:spPr/>
      <dgm:t>
        <a:bodyPr/>
        <a:lstStyle/>
        <a:p>
          <a:endParaRPr lang="en-US"/>
        </a:p>
      </dgm:t>
    </dgm:pt>
    <dgm:pt modelId="{F0B5958F-888F-49C8-91D8-23BFD95C150A}" type="pres">
      <dgm:prSet presAssocID="{E88490CA-F143-4C56-A988-9D663288A724}" presName="hierChild1" presStyleCnt="0">
        <dgm:presLayoutVars>
          <dgm:chPref val="1"/>
          <dgm:dir/>
          <dgm:animOne val="branch"/>
          <dgm:animLvl val="lvl"/>
          <dgm:resizeHandles/>
        </dgm:presLayoutVars>
      </dgm:prSet>
      <dgm:spPr/>
    </dgm:pt>
    <dgm:pt modelId="{68622C8B-7D39-440C-AA75-48BF92F7AE52}" type="pres">
      <dgm:prSet presAssocID="{1E11E994-D33D-4A4E-9E17-CD52066F8F40}" presName="hierRoot1" presStyleCnt="0"/>
      <dgm:spPr/>
    </dgm:pt>
    <dgm:pt modelId="{E692CBC8-69CC-46E8-8963-C3AC5BA40EEF}" type="pres">
      <dgm:prSet presAssocID="{1E11E994-D33D-4A4E-9E17-CD52066F8F40}" presName="composite" presStyleCnt="0"/>
      <dgm:spPr/>
    </dgm:pt>
    <dgm:pt modelId="{F26FE8EE-8E65-43C4-A454-C5F3C947637D}" type="pres">
      <dgm:prSet presAssocID="{1E11E994-D33D-4A4E-9E17-CD52066F8F40}" presName="background" presStyleLbl="node0" presStyleIdx="0" presStyleCnt="2"/>
      <dgm:spPr/>
    </dgm:pt>
    <dgm:pt modelId="{929BC88F-C8F8-430F-95F6-F1F84B9E4248}" type="pres">
      <dgm:prSet presAssocID="{1E11E994-D33D-4A4E-9E17-CD52066F8F40}" presName="text" presStyleLbl="fgAcc0" presStyleIdx="0" presStyleCnt="2">
        <dgm:presLayoutVars>
          <dgm:chPref val="3"/>
        </dgm:presLayoutVars>
      </dgm:prSet>
      <dgm:spPr/>
    </dgm:pt>
    <dgm:pt modelId="{423D15E5-5FEA-4004-9859-0648AABCE6B1}" type="pres">
      <dgm:prSet presAssocID="{1E11E994-D33D-4A4E-9E17-CD52066F8F40}" presName="hierChild2" presStyleCnt="0"/>
      <dgm:spPr/>
    </dgm:pt>
    <dgm:pt modelId="{7B3DA791-1BE8-4C19-9AF0-8EF911772622}" type="pres">
      <dgm:prSet presAssocID="{D34E2A9E-6603-403B-96D6-A06887C0316A}" presName="hierRoot1" presStyleCnt="0"/>
      <dgm:spPr/>
    </dgm:pt>
    <dgm:pt modelId="{2A4493A9-B8A5-42A4-A6A9-A4E9DB4A800D}" type="pres">
      <dgm:prSet presAssocID="{D34E2A9E-6603-403B-96D6-A06887C0316A}" presName="composite" presStyleCnt="0"/>
      <dgm:spPr/>
    </dgm:pt>
    <dgm:pt modelId="{BA77B9A9-0802-408C-A2A9-1A593EB97BC9}" type="pres">
      <dgm:prSet presAssocID="{D34E2A9E-6603-403B-96D6-A06887C0316A}" presName="background" presStyleLbl="node0" presStyleIdx="1" presStyleCnt="2"/>
      <dgm:spPr/>
    </dgm:pt>
    <dgm:pt modelId="{2F7A2511-291D-4B38-AD61-7D0AEEC1581B}" type="pres">
      <dgm:prSet presAssocID="{D34E2A9E-6603-403B-96D6-A06887C0316A}" presName="text" presStyleLbl="fgAcc0" presStyleIdx="1" presStyleCnt="2">
        <dgm:presLayoutVars>
          <dgm:chPref val="3"/>
        </dgm:presLayoutVars>
      </dgm:prSet>
      <dgm:spPr/>
    </dgm:pt>
    <dgm:pt modelId="{B521AD60-BB91-4BDE-A913-5DC2E7ED9B85}" type="pres">
      <dgm:prSet presAssocID="{D34E2A9E-6603-403B-96D6-A06887C0316A}" presName="hierChild2" presStyleCnt="0"/>
      <dgm:spPr/>
    </dgm:pt>
  </dgm:ptLst>
  <dgm:cxnLst>
    <dgm:cxn modelId="{B21F3607-69C0-43D4-A370-92498FF70F0B}" type="presOf" srcId="{E88490CA-F143-4C56-A988-9D663288A724}" destId="{F0B5958F-888F-49C8-91D8-23BFD95C150A}" srcOrd="0" destOrd="0" presId="urn:microsoft.com/office/officeart/2005/8/layout/hierarchy1"/>
    <dgm:cxn modelId="{BA27040D-74BB-41AA-84B0-B06C6EC62136}" type="presOf" srcId="{1E11E994-D33D-4A4E-9E17-CD52066F8F40}" destId="{929BC88F-C8F8-430F-95F6-F1F84B9E4248}" srcOrd="0" destOrd="0" presId="urn:microsoft.com/office/officeart/2005/8/layout/hierarchy1"/>
    <dgm:cxn modelId="{DE54C425-E1BC-4E70-B029-CD697A3F90C4}" type="presOf" srcId="{D34E2A9E-6603-403B-96D6-A06887C0316A}" destId="{2F7A2511-291D-4B38-AD61-7D0AEEC1581B}" srcOrd="0" destOrd="0" presId="urn:microsoft.com/office/officeart/2005/8/layout/hierarchy1"/>
    <dgm:cxn modelId="{66872854-96F1-405C-B7EE-4D6043F6F94D}" srcId="{E88490CA-F143-4C56-A988-9D663288A724}" destId="{D34E2A9E-6603-403B-96D6-A06887C0316A}" srcOrd="1" destOrd="0" parTransId="{154DA389-4B1A-4413-9156-3BA7565B34C1}" sibTransId="{CBFF6985-4CE4-4F11-B06C-DD719A6E1F56}"/>
    <dgm:cxn modelId="{6F88ECCE-684F-4BAD-8223-66066BE9336A}" srcId="{E88490CA-F143-4C56-A988-9D663288A724}" destId="{1E11E994-D33D-4A4E-9E17-CD52066F8F40}" srcOrd="0" destOrd="0" parTransId="{C3438164-22A6-4DB4-9076-0D1C854EEE13}" sibTransId="{B2C6252A-A9AE-4A34-96B2-77FAAE1D5B56}"/>
    <dgm:cxn modelId="{024BE9C2-E8A9-4B0D-A9F2-B64088B784D0}" type="presParOf" srcId="{F0B5958F-888F-49C8-91D8-23BFD95C150A}" destId="{68622C8B-7D39-440C-AA75-48BF92F7AE52}" srcOrd="0" destOrd="0" presId="urn:microsoft.com/office/officeart/2005/8/layout/hierarchy1"/>
    <dgm:cxn modelId="{E382C81A-E50B-4C82-A333-1DE5A37451D5}" type="presParOf" srcId="{68622C8B-7D39-440C-AA75-48BF92F7AE52}" destId="{E692CBC8-69CC-46E8-8963-C3AC5BA40EEF}" srcOrd="0" destOrd="0" presId="urn:microsoft.com/office/officeart/2005/8/layout/hierarchy1"/>
    <dgm:cxn modelId="{ACC335F5-CBBF-4526-AB4C-4A99BB4DD214}" type="presParOf" srcId="{E692CBC8-69CC-46E8-8963-C3AC5BA40EEF}" destId="{F26FE8EE-8E65-43C4-A454-C5F3C947637D}" srcOrd="0" destOrd="0" presId="urn:microsoft.com/office/officeart/2005/8/layout/hierarchy1"/>
    <dgm:cxn modelId="{78B0889D-A3E8-4514-891F-2FDFC4583C5D}" type="presParOf" srcId="{E692CBC8-69CC-46E8-8963-C3AC5BA40EEF}" destId="{929BC88F-C8F8-430F-95F6-F1F84B9E4248}" srcOrd="1" destOrd="0" presId="urn:microsoft.com/office/officeart/2005/8/layout/hierarchy1"/>
    <dgm:cxn modelId="{721471DB-023C-43E2-8C3F-023A2D9A8819}" type="presParOf" srcId="{68622C8B-7D39-440C-AA75-48BF92F7AE52}" destId="{423D15E5-5FEA-4004-9859-0648AABCE6B1}" srcOrd="1" destOrd="0" presId="urn:microsoft.com/office/officeart/2005/8/layout/hierarchy1"/>
    <dgm:cxn modelId="{625B88A9-595F-4AC5-B147-80643CCE29F6}" type="presParOf" srcId="{F0B5958F-888F-49C8-91D8-23BFD95C150A}" destId="{7B3DA791-1BE8-4C19-9AF0-8EF911772622}" srcOrd="1" destOrd="0" presId="urn:microsoft.com/office/officeart/2005/8/layout/hierarchy1"/>
    <dgm:cxn modelId="{A001A15E-707A-4384-B82D-C93035498686}" type="presParOf" srcId="{7B3DA791-1BE8-4C19-9AF0-8EF911772622}" destId="{2A4493A9-B8A5-42A4-A6A9-A4E9DB4A800D}" srcOrd="0" destOrd="0" presId="urn:microsoft.com/office/officeart/2005/8/layout/hierarchy1"/>
    <dgm:cxn modelId="{39E869C8-9557-44D5-A526-EB6BE6806F3E}" type="presParOf" srcId="{2A4493A9-B8A5-42A4-A6A9-A4E9DB4A800D}" destId="{BA77B9A9-0802-408C-A2A9-1A593EB97BC9}" srcOrd="0" destOrd="0" presId="urn:microsoft.com/office/officeart/2005/8/layout/hierarchy1"/>
    <dgm:cxn modelId="{5D42BABE-98E8-43AC-803B-77400C442DB5}" type="presParOf" srcId="{2A4493A9-B8A5-42A4-A6A9-A4E9DB4A800D}" destId="{2F7A2511-291D-4B38-AD61-7D0AEEC1581B}" srcOrd="1" destOrd="0" presId="urn:microsoft.com/office/officeart/2005/8/layout/hierarchy1"/>
    <dgm:cxn modelId="{0A2FB0B2-0D2D-4292-8804-5AA945D69600}" type="presParOf" srcId="{7B3DA791-1BE8-4C19-9AF0-8EF911772622}" destId="{B521AD60-BB91-4BDE-A913-5DC2E7ED9B8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F4E181A-846E-42FE-8A73-FFB63C59F4AF}"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6D206E79-A948-4101-AB34-C64AE2043EE4}">
      <dgm:prSet/>
      <dgm:spPr/>
      <dgm:t>
        <a:bodyPr/>
        <a:lstStyle/>
        <a:p>
          <a:r>
            <a:rPr lang="en-US"/>
            <a:t>✅ Answer: B</a:t>
          </a:r>
        </a:p>
      </dgm:t>
    </dgm:pt>
    <dgm:pt modelId="{55EF954B-47D7-4D68-9412-54D364187475}" type="parTrans" cxnId="{B581BA0D-E8F6-4F13-ABC6-E301F9146861}">
      <dgm:prSet/>
      <dgm:spPr/>
      <dgm:t>
        <a:bodyPr/>
        <a:lstStyle/>
        <a:p>
          <a:endParaRPr lang="en-US"/>
        </a:p>
      </dgm:t>
    </dgm:pt>
    <dgm:pt modelId="{E87C7C74-A482-4D70-9637-2880A0814861}" type="sibTrans" cxnId="{B581BA0D-E8F6-4F13-ABC6-E301F9146861}">
      <dgm:prSet/>
      <dgm:spPr/>
      <dgm:t>
        <a:bodyPr/>
        <a:lstStyle/>
        <a:p>
          <a:endParaRPr lang="en-US"/>
        </a:p>
      </dgm:t>
    </dgm:pt>
    <dgm:pt modelId="{C72975A2-04AA-49DE-A9EF-FEDC9410594B}">
      <dgm:prSet/>
      <dgm:spPr/>
      <dgm:t>
        <a:bodyPr/>
        <a:lstStyle/>
        <a:p>
          <a:r>
            <a:rPr lang="en-US"/>
            <a:t>Hard-coded secrets are easily leaked.</a:t>
          </a:r>
        </a:p>
      </dgm:t>
    </dgm:pt>
    <dgm:pt modelId="{77157502-EE17-405B-BC32-041BB1473167}" type="parTrans" cxnId="{724F7D0B-0137-4111-9F61-CF8781E8718F}">
      <dgm:prSet/>
      <dgm:spPr/>
      <dgm:t>
        <a:bodyPr/>
        <a:lstStyle/>
        <a:p>
          <a:endParaRPr lang="en-US"/>
        </a:p>
      </dgm:t>
    </dgm:pt>
    <dgm:pt modelId="{8693DA06-9BDB-4C0B-854D-D161C8239EAA}" type="sibTrans" cxnId="{724F7D0B-0137-4111-9F61-CF8781E8718F}">
      <dgm:prSet/>
      <dgm:spPr/>
      <dgm:t>
        <a:bodyPr/>
        <a:lstStyle/>
        <a:p>
          <a:endParaRPr lang="en-US"/>
        </a:p>
      </dgm:t>
    </dgm:pt>
    <dgm:pt modelId="{B193BACD-32FC-4691-B2B0-51FC4F620F25}" type="pres">
      <dgm:prSet presAssocID="{AF4E181A-846E-42FE-8A73-FFB63C59F4AF}" presName="hierChild1" presStyleCnt="0">
        <dgm:presLayoutVars>
          <dgm:chPref val="1"/>
          <dgm:dir/>
          <dgm:animOne val="branch"/>
          <dgm:animLvl val="lvl"/>
          <dgm:resizeHandles/>
        </dgm:presLayoutVars>
      </dgm:prSet>
      <dgm:spPr/>
    </dgm:pt>
    <dgm:pt modelId="{F23DD109-79C0-4F35-9FCA-DDC9893F20B4}" type="pres">
      <dgm:prSet presAssocID="{6D206E79-A948-4101-AB34-C64AE2043EE4}" presName="hierRoot1" presStyleCnt="0"/>
      <dgm:spPr/>
    </dgm:pt>
    <dgm:pt modelId="{8E22C5EA-8E73-4EDF-87BE-63E3AA489140}" type="pres">
      <dgm:prSet presAssocID="{6D206E79-A948-4101-AB34-C64AE2043EE4}" presName="composite" presStyleCnt="0"/>
      <dgm:spPr/>
    </dgm:pt>
    <dgm:pt modelId="{A4967946-EE6A-4772-93D0-723D0F46C80A}" type="pres">
      <dgm:prSet presAssocID="{6D206E79-A948-4101-AB34-C64AE2043EE4}" presName="background" presStyleLbl="node0" presStyleIdx="0" presStyleCnt="2"/>
      <dgm:spPr/>
    </dgm:pt>
    <dgm:pt modelId="{08BB2766-1E24-4BAC-BE0A-547F45A8E662}" type="pres">
      <dgm:prSet presAssocID="{6D206E79-A948-4101-AB34-C64AE2043EE4}" presName="text" presStyleLbl="fgAcc0" presStyleIdx="0" presStyleCnt="2">
        <dgm:presLayoutVars>
          <dgm:chPref val="3"/>
        </dgm:presLayoutVars>
      </dgm:prSet>
      <dgm:spPr/>
    </dgm:pt>
    <dgm:pt modelId="{D13D9BE1-9B8C-4D8D-9921-6BFA419F5147}" type="pres">
      <dgm:prSet presAssocID="{6D206E79-A948-4101-AB34-C64AE2043EE4}" presName="hierChild2" presStyleCnt="0"/>
      <dgm:spPr/>
    </dgm:pt>
    <dgm:pt modelId="{E2CDD4A6-B5CC-43F1-96EB-B77E580F145A}" type="pres">
      <dgm:prSet presAssocID="{C72975A2-04AA-49DE-A9EF-FEDC9410594B}" presName="hierRoot1" presStyleCnt="0"/>
      <dgm:spPr/>
    </dgm:pt>
    <dgm:pt modelId="{8BF5E2D4-7ABB-45BB-919E-F14219475665}" type="pres">
      <dgm:prSet presAssocID="{C72975A2-04AA-49DE-A9EF-FEDC9410594B}" presName="composite" presStyleCnt="0"/>
      <dgm:spPr/>
    </dgm:pt>
    <dgm:pt modelId="{425745CE-7B2B-4367-8FFB-E8FF3F80C088}" type="pres">
      <dgm:prSet presAssocID="{C72975A2-04AA-49DE-A9EF-FEDC9410594B}" presName="background" presStyleLbl="node0" presStyleIdx="1" presStyleCnt="2"/>
      <dgm:spPr/>
    </dgm:pt>
    <dgm:pt modelId="{09A9B970-F63E-4A57-8CD9-2798EF5A08C8}" type="pres">
      <dgm:prSet presAssocID="{C72975A2-04AA-49DE-A9EF-FEDC9410594B}" presName="text" presStyleLbl="fgAcc0" presStyleIdx="1" presStyleCnt="2">
        <dgm:presLayoutVars>
          <dgm:chPref val="3"/>
        </dgm:presLayoutVars>
      </dgm:prSet>
      <dgm:spPr/>
    </dgm:pt>
    <dgm:pt modelId="{C928D02B-2029-40CA-8F15-2E6A2CA0E4FE}" type="pres">
      <dgm:prSet presAssocID="{C72975A2-04AA-49DE-A9EF-FEDC9410594B}" presName="hierChild2" presStyleCnt="0"/>
      <dgm:spPr/>
    </dgm:pt>
  </dgm:ptLst>
  <dgm:cxnLst>
    <dgm:cxn modelId="{724F7D0B-0137-4111-9F61-CF8781E8718F}" srcId="{AF4E181A-846E-42FE-8A73-FFB63C59F4AF}" destId="{C72975A2-04AA-49DE-A9EF-FEDC9410594B}" srcOrd="1" destOrd="0" parTransId="{77157502-EE17-405B-BC32-041BB1473167}" sibTransId="{8693DA06-9BDB-4C0B-854D-D161C8239EAA}"/>
    <dgm:cxn modelId="{B581BA0D-E8F6-4F13-ABC6-E301F9146861}" srcId="{AF4E181A-846E-42FE-8A73-FFB63C59F4AF}" destId="{6D206E79-A948-4101-AB34-C64AE2043EE4}" srcOrd="0" destOrd="0" parTransId="{55EF954B-47D7-4D68-9412-54D364187475}" sibTransId="{E87C7C74-A482-4D70-9637-2880A0814861}"/>
    <dgm:cxn modelId="{D1A74E4F-5E0D-45AA-93F3-A2ACC7008453}" type="presOf" srcId="{6D206E79-A948-4101-AB34-C64AE2043EE4}" destId="{08BB2766-1E24-4BAC-BE0A-547F45A8E662}" srcOrd="0" destOrd="0" presId="urn:microsoft.com/office/officeart/2005/8/layout/hierarchy1"/>
    <dgm:cxn modelId="{4196A751-84A1-404C-B647-F0176EE772DF}" type="presOf" srcId="{AF4E181A-846E-42FE-8A73-FFB63C59F4AF}" destId="{B193BACD-32FC-4691-B2B0-51FC4F620F25}" srcOrd="0" destOrd="0" presId="urn:microsoft.com/office/officeart/2005/8/layout/hierarchy1"/>
    <dgm:cxn modelId="{34B719C0-1174-4CEA-8E79-CC077D0D1E4F}" type="presOf" srcId="{C72975A2-04AA-49DE-A9EF-FEDC9410594B}" destId="{09A9B970-F63E-4A57-8CD9-2798EF5A08C8}" srcOrd="0" destOrd="0" presId="urn:microsoft.com/office/officeart/2005/8/layout/hierarchy1"/>
    <dgm:cxn modelId="{E62D6346-67F1-4986-AE6A-A8B6815BF187}" type="presParOf" srcId="{B193BACD-32FC-4691-B2B0-51FC4F620F25}" destId="{F23DD109-79C0-4F35-9FCA-DDC9893F20B4}" srcOrd="0" destOrd="0" presId="urn:microsoft.com/office/officeart/2005/8/layout/hierarchy1"/>
    <dgm:cxn modelId="{E587CCD3-F0A0-449C-A72C-43127F876334}" type="presParOf" srcId="{F23DD109-79C0-4F35-9FCA-DDC9893F20B4}" destId="{8E22C5EA-8E73-4EDF-87BE-63E3AA489140}" srcOrd="0" destOrd="0" presId="urn:microsoft.com/office/officeart/2005/8/layout/hierarchy1"/>
    <dgm:cxn modelId="{7D8C4225-AD50-45FD-B43E-034E891F0C52}" type="presParOf" srcId="{8E22C5EA-8E73-4EDF-87BE-63E3AA489140}" destId="{A4967946-EE6A-4772-93D0-723D0F46C80A}" srcOrd="0" destOrd="0" presId="urn:microsoft.com/office/officeart/2005/8/layout/hierarchy1"/>
    <dgm:cxn modelId="{5F394875-943C-471E-A70D-3B75F0B27189}" type="presParOf" srcId="{8E22C5EA-8E73-4EDF-87BE-63E3AA489140}" destId="{08BB2766-1E24-4BAC-BE0A-547F45A8E662}" srcOrd="1" destOrd="0" presId="urn:microsoft.com/office/officeart/2005/8/layout/hierarchy1"/>
    <dgm:cxn modelId="{262F8D6B-10DE-4033-B36B-A30752C11751}" type="presParOf" srcId="{F23DD109-79C0-4F35-9FCA-DDC9893F20B4}" destId="{D13D9BE1-9B8C-4D8D-9921-6BFA419F5147}" srcOrd="1" destOrd="0" presId="urn:microsoft.com/office/officeart/2005/8/layout/hierarchy1"/>
    <dgm:cxn modelId="{67271D6D-EE05-460B-9CD4-499BEB5A54F6}" type="presParOf" srcId="{B193BACD-32FC-4691-B2B0-51FC4F620F25}" destId="{E2CDD4A6-B5CC-43F1-96EB-B77E580F145A}" srcOrd="1" destOrd="0" presId="urn:microsoft.com/office/officeart/2005/8/layout/hierarchy1"/>
    <dgm:cxn modelId="{FA57C285-3733-438D-A8EF-12C11ECE1438}" type="presParOf" srcId="{E2CDD4A6-B5CC-43F1-96EB-B77E580F145A}" destId="{8BF5E2D4-7ABB-45BB-919E-F14219475665}" srcOrd="0" destOrd="0" presId="urn:microsoft.com/office/officeart/2005/8/layout/hierarchy1"/>
    <dgm:cxn modelId="{FAE77F36-E163-43E6-9996-F5440E564B9E}" type="presParOf" srcId="{8BF5E2D4-7ABB-45BB-919E-F14219475665}" destId="{425745CE-7B2B-4367-8FFB-E8FF3F80C088}" srcOrd="0" destOrd="0" presId="urn:microsoft.com/office/officeart/2005/8/layout/hierarchy1"/>
    <dgm:cxn modelId="{32D42C68-7F4C-489D-93E5-1C3D00C7760E}" type="presParOf" srcId="{8BF5E2D4-7ABB-45BB-919E-F14219475665}" destId="{09A9B970-F63E-4A57-8CD9-2798EF5A08C8}" srcOrd="1" destOrd="0" presId="urn:microsoft.com/office/officeart/2005/8/layout/hierarchy1"/>
    <dgm:cxn modelId="{BA97D835-B8BB-4667-8C7E-764C87E3D0A9}" type="presParOf" srcId="{E2CDD4A6-B5CC-43F1-96EB-B77E580F145A}" destId="{C928D02B-2029-40CA-8F15-2E6A2CA0E4FE}"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BD1635DF-F74D-48F1-A45D-4091B2752C9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446FC12E-0894-4C7E-8516-4BB828695A34}">
      <dgm:prSet/>
      <dgm:spPr/>
      <dgm:t>
        <a:bodyPr/>
        <a:lstStyle/>
        <a:p>
          <a:r>
            <a:rPr lang="en-US"/>
            <a:t>❌ Answer: No</a:t>
          </a:r>
        </a:p>
      </dgm:t>
    </dgm:pt>
    <dgm:pt modelId="{23095869-4A43-4AAA-A075-1AF930064AAC}" type="parTrans" cxnId="{6C5AB806-2D71-4768-A6E1-CC8BF13F07D5}">
      <dgm:prSet/>
      <dgm:spPr/>
      <dgm:t>
        <a:bodyPr/>
        <a:lstStyle/>
        <a:p>
          <a:endParaRPr lang="en-US"/>
        </a:p>
      </dgm:t>
    </dgm:pt>
    <dgm:pt modelId="{A9E4DE6E-6F06-4056-91B3-FF1FAB24F177}" type="sibTrans" cxnId="{6C5AB806-2D71-4768-A6E1-CC8BF13F07D5}">
      <dgm:prSet/>
      <dgm:spPr/>
      <dgm:t>
        <a:bodyPr/>
        <a:lstStyle/>
        <a:p>
          <a:endParaRPr lang="en-US"/>
        </a:p>
      </dgm:t>
    </dgm:pt>
    <dgm:pt modelId="{087E32F8-1122-4E2A-B678-26E5A44DBA42}">
      <dgm:prSet/>
      <dgm:spPr/>
      <dgm:t>
        <a:bodyPr/>
        <a:lstStyle/>
        <a:p>
          <a:r>
            <a:rPr lang="en-US"/>
            <a:t>Key management and integrity still matter.</a:t>
          </a:r>
        </a:p>
      </dgm:t>
    </dgm:pt>
    <dgm:pt modelId="{37A22790-ABA6-43D2-A4E3-CC76693F7D54}" type="parTrans" cxnId="{67FC8677-062F-43AC-A8CD-343917C66F74}">
      <dgm:prSet/>
      <dgm:spPr/>
      <dgm:t>
        <a:bodyPr/>
        <a:lstStyle/>
        <a:p>
          <a:endParaRPr lang="en-US"/>
        </a:p>
      </dgm:t>
    </dgm:pt>
    <dgm:pt modelId="{703DC73B-6A2C-428A-B0A5-CE61931C68AE}" type="sibTrans" cxnId="{67FC8677-062F-43AC-A8CD-343917C66F74}">
      <dgm:prSet/>
      <dgm:spPr/>
      <dgm:t>
        <a:bodyPr/>
        <a:lstStyle/>
        <a:p>
          <a:endParaRPr lang="en-US"/>
        </a:p>
      </dgm:t>
    </dgm:pt>
    <dgm:pt modelId="{713214FB-2F86-4E71-B829-9F875FDAEBA3}" type="pres">
      <dgm:prSet presAssocID="{BD1635DF-F74D-48F1-A45D-4091B2752C9B}" presName="linear" presStyleCnt="0">
        <dgm:presLayoutVars>
          <dgm:animLvl val="lvl"/>
          <dgm:resizeHandles val="exact"/>
        </dgm:presLayoutVars>
      </dgm:prSet>
      <dgm:spPr/>
    </dgm:pt>
    <dgm:pt modelId="{DCFDD452-B972-4492-86DB-2276FD64CC7F}" type="pres">
      <dgm:prSet presAssocID="{446FC12E-0894-4C7E-8516-4BB828695A34}" presName="parentText" presStyleLbl="node1" presStyleIdx="0" presStyleCnt="2">
        <dgm:presLayoutVars>
          <dgm:chMax val="0"/>
          <dgm:bulletEnabled val="1"/>
        </dgm:presLayoutVars>
      </dgm:prSet>
      <dgm:spPr/>
    </dgm:pt>
    <dgm:pt modelId="{177B40CE-389D-4F25-9367-9E80780E2555}" type="pres">
      <dgm:prSet presAssocID="{A9E4DE6E-6F06-4056-91B3-FF1FAB24F177}" presName="spacer" presStyleCnt="0"/>
      <dgm:spPr/>
    </dgm:pt>
    <dgm:pt modelId="{3F74B2EE-74F7-45FE-BAD8-953DF0DF5898}" type="pres">
      <dgm:prSet presAssocID="{087E32F8-1122-4E2A-B678-26E5A44DBA42}" presName="parentText" presStyleLbl="node1" presStyleIdx="1" presStyleCnt="2">
        <dgm:presLayoutVars>
          <dgm:chMax val="0"/>
          <dgm:bulletEnabled val="1"/>
        </dgm:presLayoutVars>
      </dgm:prSet>
      <dgm:spPr/>
    </dgm:pt>
  </dgm:ptLst>
  <dgm:cxnLst>
    <dgm:cxn modelId="{6C5AB806-2D71-4768-A6E1-CC8BF13F07D5}" srcId="{BD1635DF-F74D-48F1-A45D-4091B2752C9B}" destId="{446FC12E-0894-4C7E-8516-4BB828695A34}" srcOrd="0" destOrd="0" parTransId="{23095869-4A43-4AAA-A075-1AF930064AAC}" sibTransId="{A9E4DE6E-6F06-4056-91B3-FF1FAB24F177}"/>
    <dgm:cxn modelId="{61FFF918-3CD6-4318-855C-DC6BFAC7C6D3}" type="presOf" srcId="{087E32F8-1122-4E2A-B678-26E5A44DBA42}" destId="{3F74B2EE-74F7-45FE-BAD8-953DF0DF5898}" srcOrd="0" destOrd="0" presId="urn:microsoft.com/office/officeart/2005/8/layout/vList2"/>
    <dgm:cxn modelId="{67FC8677-062F-43AC-A8CD-343917C66F74}" srcId="{BD1635DF-F74D-48F1-A45D-4091B2752C9B}" destId="{087E32F8-1122-4E2A-B678-26E5A44DBA42}" srcOrd="1" destOrd="0" parTransId="{37A22790-ABA6-43D2-A4E3-CC76693F7D54}" sibTransId="{703DC73B-6A2C-428A-B0A5-CE61931C68AE}"/>
    <dgm:cxn modelId="{6EAB4AB0-7435-4F03-BFB9-623589E5AB1F}" type="presOf" srcId="{446FC12E-0894-4C7E-8516-4BB828695A34}" destId="{DCFDD452-B972-4492-86DB-2276FD64CC7F}" srcOrd="0" destOrd="0" presId="urn:microsoft.com/office/officeart/2005/8/layout/vList2"/>
    <dgm:cxn modelId="{447D91C7-7B2F-432E-A261-CDCA81B0CB58}" type="presOf" srcId="{BD1635DF-F74D-48F1-A45D-4091B2752C9B}" destId="{713214FB-2F86-4E71-B829-9F875FDAEBA3}" srcOrd="0" destOrd="0" presId="urn:microsoft.com/office/officeart/2005/8/layout/vList2"/>
    <dgm:cxn modelId="{81DD40BA-33F2-4BE3-8D04-6F90BCB3A018}" type="presParOf" srcId="{713214FB-2F86-4E71-B829-9F875FDAEBA3}" destId="{DCFDD452-B972-4492-86DB-2276FD64CC7F}" srcOrd="0" destOrd="0" presId="urn:microsoft.com/office/officeart/2005/8/layout/vList2"/>
    <dgm:cxn modelId="{40BABE37-5974-4E4D-B3BD-439366E5C62D}" type="presParOf" srcId="{713214FB-2F86-4E71-B829-9F875FDAEBA3}" destId="{177B40CE-389D-4F25-9367-9E80780E2555}" srcOrd="1" destOrd="0" presId="urn:microsoft.com/office/officeart/2005/8/layout/vList2"/>
    <dgm:cxn modelId="{6B9AA0B2-DB2E-451B-9740-5EB4B9B847EB}" type="presParOf" srcId="{713214FB-2F86-4E71-B829-9F875FDAEBA3}" destId="{3F74B2EE-74F7-45FE-BAD8-953DF0DF5898}"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7E0770D9-AE4B-4D6E-9163-498224BAF4CC}"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1D99E65F-6BF1-4E81-AD62-E45EC518A23B}">
      <dgm:prSet/>
      <dgm:spPr/>
      <dgm:t>
        <a:bodyPr/>
        <a:lstStyle/>
        <a:p>
          <a:r>
            <a:rPr lang="en-US"/>
            <a:t>✅ Answer: B</a:t>
          </a:r>
        </a:p>
      </dgm:t>
    </dgm:pt>
    <dgm:pt modelId="{DA783604-ACA7-4D4D-8989-4EE9C9CFF6CE}" type="parTrans" cxnId="{6542F04A-0A5B-4881-B633-267E8C5F4B53}">
      <dgm:prSet/>
      <dgm:spPr/>
      <dgm:t>
        <a:bodyPr/>
        <a:lstStyle/>
        <a:p>
          <a:endParaRPr lang="en-US"/>
        </a:p>
      </dgm:t>
    </dgm:pt>
    <dgm:pt modelId="{1BB2C08F-04FF-417F-A813-922B39855B6A}" type="sibTrans" cxnId="{6542F04A-0A5B-4881-B633-267E8C5F4B53}">
      <dgm:prSet/>
      <dgm:spPr/>
      <dgm:t>
        <a:bodyPr/>
        <a:lstStyle/>
        <a:p>
          <a:endParaRPr lang="en-US"/>
        </a:p>
      </dgm:t>
    </dgm:pt>
    <dgm:pt modelId="{19286549-E0B2-4C86-A555-5B6B6005D8F8}">
      <dgm:prSet/>
      <dgm:spPr/>
      <dgm:t>
        <a:bodyPr/>
        <a:lstStyle/>
        <a:p>
          <a:r>
            <a:rPr lang="en-US"/>
            <a:t>Authentication answers: Who are you?</a:t>
          </a:r>
        </a:p>
      </dgm:t>
    </dgm:pt>
    <dgm:pt modelId="{DB93329F-BA31-4D35-A199-5CD599E56681}" type="parTrans" cxnId="{66E85911-06F8-478A-B590-D8A66BCBD94E}">
      <dgm:prSet/>
      <dgm:spPr/>
      <dgm:t>
        <a:bodyPr/>
        <a:lstStyle/>
        <a:p>
          <a:endParaRPr lang="en-US"/>
        </a:p>
      </dgm:t>
    </dgm:pt>
    <dgm:pt modelId="{1EEE88CE-19BF-41AB-AC3B-36959BEDA0A2}" type="sibTrans" cxnId="{66E85911-06F8-478A-B590-D8A66BCBD94E}">
      <dgm:prSet/>
      <dgm:spPr/>
      <dgm:t>
        <a:bodyPr/>
        <a:lstStyle/>
        <a:p>
          <a:endParaRPr lang="en-US"/>
        </a:p>
      </dgm:t>
    </dgm:pt>
    <dgm:pt modelId="{B3FB4745-7533-4687-95B0-0E6303A3B47F}" type="pres">
      <dgm:prSet presAssocID="{7E0770D9-AE4B-4D6E-9163-498224BAF4CC}" presName="hierChild1" presStyleCnt="0">
        <dgm:presLayoutVars>
          <dgm:chPref val="1"/>
          <dgm:dir/>
          <dgm:animOne val="branch"/>
          <dgm:animLvl val="lvl"/>
          <dgm:resizeHandles/>
        </dgm:presLayoutVars>
      </dgm:prSet>
      <dgm:spPr/>
    </dgm:pt>
    <dgm:pt modelId="{C0B27A3B-34E9-4ED7-8C2E-CEC2C38D0D54}" type="pres">
      <dgm:prSet presAssocID="{1D99E65F-6BF1-4E81-AD62-E45EC518A23B}" presName="hierRoot1" presStyleCnt="0"/>
      <dgm:spPr/>
    </dgm:pt>
    <dgm:pt modelId="{C1AF45DF-5935-49D6-BA90-9B299F687EC0}" type="pres">
      <dgm:prSet presAssocID="{1D99E65F-6BF1-4E81-AD62-E45EC518A23B}" presName="composite" presStyleCnt="0"/>
      <dgm:spPr/>
    </dgm:pt>
    <dgm:pt modelId="{E3E9F2A5-9CB9-4087-9564-1D1C4C5D5E63}" type="pres">
      <dgm:prSet presAssocID="{1D99E65F-6BF1-4E81-AD62-E45EC518A23B}" presName="background" presStyleLbl="node0" presStyleIdx="0" presStyleCnt="2"/>
      <dgm:spPr/>
    </dgm:pt>
    <dgm:pt modelId="{6387ECA8-A8BA-4B34-9C2B-27F6E5FF474A}" type="pres">
      <dgm:prSet presAssocID="{1D99E65F-6BF1-4E81-AD62-E45EC518A23B}" presName="text" presStyleLbl="fgAcc0" presStyleIdx="0" presStyleCnt="2">
        <dgm:presLayoutVars>
          <dgm:chPref val="3"/>
        </dgm:presLayoutVars>
      </dgm:prSet>
      <dgm:spPr/>
    </dgm:pt>
    <dgm:pt modelId="{A34599E8-1563-461E-891A-66FDBEC84606}" type="pres">
      <dgm:prSet presAssocID="{1D99E65F-6BF1-4E81-AD62-E45EC518A23B}" presName="hierChild2" presStyleCnt="0"/>
      <dgm:spPr/>
    </dgm:pt>
    <dgm:pt modelId="{A300253A-A236-4755-9C37-FF7402163118}" type="pres">
      <dgm:prSet presAssocID="{19286549-E0B2-4C86-A555-5B6B6005D8F8}" presName="hierRoot1" presStyleCnt="0"/>
      <dgm:spPr/>
    </dgm:pt>
    <dgm:pt modelId="{9BE3B927-C0F6-4AD5-9041-0348B4963066}" type="pres">
      <dgm:prSet presAssocID="{19286549-E0B2-4C86-A555-5B6B6005D8F8}" presName="composite" presStyleCnt="0"/>
      <dgm:spPr/>
    </dgm:pt>
    <dgm:pt modelId="{6F5C530B-BA2F-4286-BCAD-8D5ED9986B75}" type="pres">
      <dgm:prSet presAssocID="{19286549-E0B2-4C86-A555-5B6B6005D8F8}" presName="background" presStyleLbl="node0" presStyleIdx="1" presStyleCnt="2"/>
      <dgm:spPr/>
    </dgm:pt>
    <dgm:pt modelId="{5B215C7D-5676-48A0-A49F-3C8A43EC273B}" type="pres">
      <dgm:prSet presAssocID="{19286549-E0B2-4C86-A555-5B6B6005D8F8}" presName="text" presStyleLbl="fgAcc0" presStyleIdx="1" presStyleCnt="2">
        <dgm:presLayoutVars>
          <dgm:chPref val="3"/>
        </dgm:presLayoutVars>
      </dgm:prSet>
      <dgm:spPr/>
    </dgm:pt>
    <dgm:pt modelId="{CD56C8DE-F114-47F2-9EBF-B7D2E4C39619}" type="pres">
      <dgm:prSet presAssocID="{19286549-E0B2-4C86-A555-5B6B6005D8F8}" presName="hierChild2" presStyleCnt="0"/>
      <dgm:spPr/>
    </dgm:pt>
  </dgm:ptLst>
  <dgm:cxnLst>
    <dgm:cxn modelId="{66E85911-06F8-478A-B590-D8A66BCBD94E}" srcId="{7E0770D9-AE4B-4D6E-9163-498224BAF4CC}" destId="{19286549-E0B2-4C86-A555-5B6B6005D8F8}" srcOrd="1" destOrd="0" parTransId="{DB93329F-BA31-4D35-A199-5CD599E56681}" sibTransId="{1EEE88CE-19BF-41AB-AC3B-36959BEDA0A2}"/>
    <dgm:cxn modelId="{1DA5B21D-1C20-456C-AF65-132B404BE727}" type="presOf" srcId="{19286549-E0B2-4C86-A555-5B6B6005D8F8}" destId="{5B215C7D-5676-48A0-A49F-3C8A43EC273B}" srcOrd="0" destOrd="0" presId="urn:microsoft.com/office/officeart/2005/8/layout/hierarchy1"/>
    <dgm:cxn modelId="{6542F04A-0A5B-4881-B633-267E8C5F4B53}" srcId="{7E0770D9-AE4B-4D6E-9163-498224BAF4CC}" destId="{1D99E65F-6BF1-4E81-AD62-E45EC518A23B}" srcOrd="0" destOrd="0" parTransId="{DA783604-ACA7-4D4D-8989-4EE9C9CFF6CE}" sibTransId="{1BB2C08F-04FF-417F-A813-922B39855B6A}"/>
    <dgm:cxn modelId="{9347E072-80AA-4A6E-A742-7BC22381A04A}" type="presOf" srcId="{1D99E65F-6BF1-4E81-AD62-E45EC518A23B}" destId="{6387ECA8-A8BA-4B34-9C2B-27F6E5FF474A}" srcOrd="0" destOrd="0" presId="urn:microsoft.com/office/officeart/2005/8/layout/hierarchy1"/>
    <dgm:cxn modelId="{92D47CEE-66EB-4FAB-AF59-87F3CFA50127}" type="presOf" srcId="{7E0770D9-AE4B-4D6E-9163-498224BAF4CC}" destId="{B3FB4745-7533-4687-95B0-0E6303A3B47F}" srcOrd="0" destOrd="0" presId="urn:microsoft.com/office/officeart/2005/8/layout/hierarchy1"/>
    <dgm:cxn modelId="{C0FBEF29-4E83-47CF-AF48-1D1D459DEFC1}" type="presParOf" srcId="{B3FB4745-7533-4687-95B0-0E6303A3B47F}" destId="{C0B27A3B-34E9-4ED7-8C2E-CEC2C38D0D54}" srcOrd="0" destOrd="0" presId="urn:microsoft.com/office/officeart/2005/8/layout/hierarchy1"/>
    <dgm:cxn modelId="{A6921307-8857-4CA5-B5CF-33BB29CDF74B}" type="presParOf" srcId="{C0B27A3B-34E9-4ED7-8C2E-CEC2C38D0D54}" destId="{C1AF45DF-5935-49D6-BA90-9B299F687EC0}" srcOrd="0" destOrd="0" presId="urn:microsoft.com/office/officeart/2005/8/layout/hierarchy1"/>
    <dgm:cxn modelId="{2BDEC06C-DAAC-4C3F-AC67-8BD9C88856E1}" type="presParOf" srcId="{C1AF45DF-5935-49D6-BA90-9B299F687EC0}" destId="{E3E9F2A5-9CB9-4087-9564-1D1C4C5D5E63}" srcOrd="0" destOrd="0" presId="urn:microsoft.com/office/officeart/2005/8/layout/hierarchy1"/>
    <dgm:cxn modelId="{CD7E039B-14D1-463C-A508-8FCF1B6A45F2}" type="presParOf" srcId="{C1AF45DF-5935-49D6-BA90-9B299F687EC0}" destId="{6387ECA8-A8BA-4B34-9C2B-27F6E5FF474A}" srcOrd="1" destOrd="0" presId="urn:microsoft.com/office/officeart/2005/8/layout/hierarchy1"/>
    <dgm:cxn modelId="{CA8BB4A5-555E-4AE2-BD54-8E01F592F1A2}" type="presParOf" srcId="{C0B27A3B-34E9-4ED7-8C2E-CEC2C38D0D54}" destId="{A34599E8-1563-461E-891A-66FDBEC84606}" srcOrd="1" destOrd="0" presId="urn:microsoft.com/office/officeart/2005/8/layout/hierarchy1"/>
    <dgm:cxn modelId="{152EF4B7-9C47-4CA2-BE11-A91A79629872}" type="presParOf" srcId="{B3FB4745-7533-4687-95B0-0E6303A3B47F}" destId="{A300253A-A236-4755-9C37-FF7402163118}" srcOrd="1" destOrd="0" presId="urn:microsoft.com/office/officeart/2005/8/layout/hierarchy1"/>
    <dgm:cxn modelId="{FD4EEEC1-2364-4236-BEF0-A3F0D5E44D5C}" type="presParOf" srcId="{A300253A-A236-4755-9C37-FF7402163118}" destId="{9BE3B927-C0F6-4AD5-9041-0348B4963066}" srcOrd="0" destOrd="0" presId="urn:microsoft.com/office/officeart/2005/8/layout/hierarchy1"/>
    <dgm:cxn modelId="{DFC8927F-C5D9-449C-9BA7-40C32D29AEBD}" type="presParOf" srcId="{9BE3B927-C0F6-4AD5-9041-0348B4963066}" destId="{6F5C530B-BA2F-4286-BCAD-8D5ED9986B75}" srcOrd="0" destOrd="0" presId="urn:microsoft.com/office/officeart/2005/8/layout/hierarchy1"/>
    <dgm:cxn modelId="{50C957DF-F189-4A29-9E87-118F5F68D34C}" type="presParOf" srcId="{9BE3B927-C0F6-4AD5-9041-0348B4963066}" destId="{5B215C7D-5676-48A0-A49F-3C8A43EC273B}" srcOrd="1" destOrd="0" presId="urn:microsoft.com/office/officeart/2005/8/layout/hierarchy1"/>
    <dgm:cxn modelId="{17DD2175-ECB3-47E9-9BFE-EDDE3CC29A0E}" type="presParOf" srcId="{A300253A-A236-4755-9C37-FF7402163118}" destId="{CD56C8DE-F114-47F2-9EBF-B7D2E4C39619}"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412EC7C2-9C3C-480D-A62B-B55BC76E62E2}"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31536D06-FA65-45BB-80D0-39FC8894FB45}">
      <dgm:prSet/>
      <dgm:spPr/>
      <dgm:t>
        <a:bodyPr/>
        <a:lstStyle/>
        <a:p>
          <a:r>
            <a:rPr lang="en-US"/>
            <a:t>✅ Answer: B</a:t>
          </a:r>
        </a:p>
      </dgm:t>
    </dgm:pt>
    <dgm:pt modelId="{CAD6280D-D698-482D-95A4-8A528EE7AC35}" type="parTrans" cxnId="{3E43890E-2B5C-4265-A3ED-A13DB1F0B5E2}">
      <dgm:prSet/>
      <dgm:spPr/>
      <dgm:t>
        <a:bodyPr/>
        <a:lstStyle/>
        <a:p>
          <a:endParaRPr lang="en-US"/>
        </a:p>
      </dgm:t>
    </dgm:pt>
    <dgm:pt modelId="{BD0D0663-9B37-44A3-99E4-B8E83693EEE0}" type="sibTrans" cxnId="{3E43890E-2B5C-4265-A3ED-A13DB1F0B5E2}">
      <dgm:prSet/>
      <dgm:spPr/>
      <dgm:t>
        <a:bodyPr/>
        <a:lstStyle/>
        <a:p>
          <a:endParaRPr lang="en-US"/>
        </a:p>
      </dgm:t>
    </dgm:pt>
    <dgm:pt modelId="{186C5F8E-A453-4C40-A80A-F5676F3E4608}">
      <dgm:prSet/>
      <dgm:spPr/>
      <dgm:t>
        <a:bodyPr/>
        <a:lstStyle/>
        <a:p>
          <a:r>
            <a:rPr lang="en-US"/>
            <a:t>Insiders already have access and context.</a:t>
          </a:r>
        </a:p>
      </dgm:t>
    </dgm:pt>
    <dgm:pt modelId="{5F0024E3-5E7E-498B-B446-EFA4ED4283E3}" type="parTrans" cxnId="{B3C22CF1-C1C8-4B60-9846-076EB372250B}">
      <dgm:prSet/>
      <dgm:spPr/>
      <dgm:t>
        <a:bodyPr/>
        <a:lstStyle/>
        <a:p>
          <a:endParaRPr lang="en-US"/>
        </a:p>
      </dgm:t>
    </dgm:pt>
    <dgm:pt modelId="{EC508DE8-0484-4EE2-A8C6-65AE0AE8F1BF}" type="sibTrans" cxnId="{B3C22CF1-C1C8-4B60-9846-076EB372250B}">
      <dgm:prSet/>
      <dgm:spPr/>
      <dgm:t>
        <a:bodyPr/>
        <a:lstStyle/>
        <a:p>
          <a:endParaRPr lang="en-US"/>
        </a:p>
      </dgm:t>
    </dgm:pt>
    <dgm:pt modelId="{F1931664-918B-49B6-B004-018E2E193086}" type="pres">
      <dgm:prSet presAssocID="{412EC7C2-9C3C-480D-A62B-B55BC76E62E2}" presName="hierChild1" presStyleCnt="0">
        <dgm:presLayoutVars>
          <dgm:chPref val="1"/>
          <dgm:dir/>
          <dgm:animOne val="branch"/>
          <dgm:animLvl val="lvl"/>
          <dgm:resizeHandles/>
        </dgm:presLayoutVars>
      </dgm:prSet>
      <dgm:spPr/>
    </dgm:pt>
    <dgm:pt modelId="{0CEAB037-48C1-4C24-BAAF-943024E02436}" type="pres">
      <dgm:prSet presAssocID="{31536D06-FA65-45BB-80D0-39FC8894FB45}" presName="hierRoot1" presStyleCnt="0"/>
      <dgm:spPr/>
    </dgm:pt>
    <dgm:pt modelId="{DCC9FA96-DEF6-4A08-9619-B4B908104937}" type="pres">
      <dgm:prSet presAssocID="{31536D06-FA65-45BB-80D0-39FC8894FB45}" presName="composite" presStyleCnt="0"/>
      <dgm:spPr/>
    </dgm:pt>
    <dgm:pt modelId="{CFFDD47A-0745-4918-8537-FCFB8FDB0D7B}" type="pres">
      <dgm:prSet presAssocID="{31536D06-FA65-45BB-80D0-39FC8894FB45}" presName="background" presStyleLbl="node0" presStyleIdx="0" presStyleCnt="2"/>
      <dgm:spPr/>
    </dgm:pt>
    <dgm:pt modelId="{AE0F2A9F-5BC8-4E3C-B38C-AE84DC9A816C}" type="pres">
      <dgm:prSet presAssocID="{31536D06-FA65-45BB-80D0-39FC8894FB45}" presName="text" presStyleLbl="fgAcc0" presStyleIdx="0" presStyleCnt="2">
        <dgm:presLayoutVars>
          <dgm:chPref val="3"/>
        </dgm:presLayoutVars>
      </dgm:prSet>
      <dgm:spPr/>
    </dgm:pt>
    <dgm:pt modelId="{4D05DAA3-6CC0-4DBD-9920-3BDB2822EE75}" type="pres">
      <dgm:prSet presAssocID="{31536D06-FA65-45BB-80D0-39FC8894FB45}" presName="hierChild2" presStyleCnt="0"/>
      <dgm:spPr/>
    </dgm:pt>
    <dgm:pt modelId="{B6E8B4C2-FCFF-4734-A6EC-0BDCE068BD5E}" type="pres">
      <dgm:prSet presAssocID="{186C5F8E-A453-4C40-A80A-F5676F3E4608}" presName="hierRoot1" presStyleCnt="0"/>
      <dgm:spPr/>
    </dgm:pt>
    <dgm:pt modelId="{AE4C48B7-617A-4845-92FD-0DE82FD7A131}" type="pres">
      <dgm:prSet presAssocID="{186C5F8E-A453-4C40-A80A-F5676F3E4608}" presName="composite" presStyleCnt="0"/>
      <dgm:spPr/>
    </dgm:pt>
    <dgm:pt modelId="{3BAD25CD-9224-415D-8339-71ADD5B4507B}" type="pres">
      <dgm:prSet presAssocID="{186C5F8E-A453-4C40-A80A-F5676F3E4608}" presName="background" presStyleLbl="node0" presStyleIdx="1" presStyleCnt="2"/>
      <dgm:spPr/>
    </dgm:pt>
    <dgm:pt modelId="{91DCB169-EB2E-4971-99DD-7B7045F0C4C5}" type="pres">
      <dgm:prSet presAssocID="{186C5F8E-A453-4C40-A80A-F5676F3E4608}" presName="text" presStyleLbl="fgAcc0" presStyleIdx="1" presStyleCnt="2">
        <dgm:presLayoutVars>
          <dgm:chPref val="3"/>
        </dgm:presLayoutVars>
      </dgm:prSet>
      <dgm:spPr/>
    </dgm:pt>
    <dgm:pt modelId="{636C05C4-8D16-4292-978A-67E964FB5984}" type="pres">
      <dgm:prSet presAssocID="{186C5F8E-A453-4C40-A80A-F5676F3E4608}" presName="hierChild2" presStyleCnt="0"/>
      <dgm:spPr/>
    </dgm:pt>
  </dgm:ptLst>
  <dgm:cxnLst>
    <dgm:cxn modelId="{3E43890E-2B5C-4265-A3ED-A13DB1F0B5E2}" srcId="{412EC7C2-9C3C-480D-A62B-B55BC76E62E2}" destId="{31536D06-FA65-45BB-80D0-39FC8894FB45}" srcOrd="0" destOrd="0" parTransId="{CAD6280D-D698-482D-95A4-8A528EE7AC35}" sibTransId="{BD0D0663-9B37-44A3-99E4-B8E83693EEE0}"/>
    <dgm:cxn modelId="{3F265B28-0F59-4A97-BE2D-C98E36CE258A}" type="presOf" srcId="{412EC7C2-9C3C-480D-A62B-B55BC76E62E2}" destId="{F1931664-918B-49B6-B004-018E2E193086}" srcOrd="0" destOrd="0" presId="urn:microsoft.com/office/officeart/2005/8/layout/hierarchy1"/>
    <dgm:cxn modelId="{24449582-CD39-414C-8685-1D90AF896196}" type="presOf" srcId="{31536D06-FA65-45BB-80D0-39FC8894FB45}" destId="{AE0F2A9F-5BC8-4E3C-B38C-AE84DC9A816C}" srcOrd="0" destOrd="0" presId="urn:microsoft.com/office/officeart/2005/8/layout/hierarchy1"/>
    <dgm:cxn modelId="{32002C8C-BF33-493C-9A5F-AEAC983471F3}" type="presOf" srcId="{186C5F8E-A453-4C40-A80A-F5676F3E4608}" destId="{91DCB169-EB2E-4971-99DD-7B7045F0C4C5}" srcOrd="0" destOrd="0" presId="urn:microsoft.com/office/officeart/2005/8/layout/hierarchy1"/>
    <dgm:cxn modelId="{B3C22CF1-C1C8-4B60-9846-076EB372250B}" srcId="{412EC7C2-9C3C-480D-A62B-B55BC76E62E2}" destId="{186C5F8E-A453-4C40-A80A-F5676F3E4608}" srcOrd="1" destOrd="0" parTransId="{5F0024E3-5E7E-498B-B446-EFA4ED4283E3}" sibTransId="{EC508DE8-0484-4EE2-A8C6-65AE0AE8F1BF}"/>
    <dgm:cxn modelId="{043910D8-767F-4CCD-A660-010885D15841}" type="presParOf" srcId="{F1931664-918B-49B6-B004-018E2E193086}" destId="{0CEAB037-48C1-4C24-BAAF-943024E02436}" srcOrd="0" destOrd="0" presId="urn:microsoft.com/office/officeart/2005/8/layout/hierarchy1"/>
    <dgm:cxn modelId="{71C53DA9-2E9C-4959-A856-D4D0A565507B}" type="presParOf" srcId="{0CEAB037-48C1-4C24-BAAF-943024E02436}" destId="{DCC9FA96-DEF6-4A08-9619-B4B908104937}" srcOrd="0" destOrd="0" presId="urn:microsoft.com/office/officeart/2005/8/layout/hierarchy1"/>
    <dgm:cxn modelId="{A0E9837B-84DC-4D2B-A8D3-B58FEBEAD02A}" type="presParOf" srcId="{DCC9FA96-DEF6-4A08-9619-B4B908104937}" destId="{CFFDD47A-0745-4918-8537-FCFB8FDB0D7B}" srcOrd="0" destOrd="0" presId="urn:microsoft.com/office/officeart/2005/8/layout/hierarchy1"/>
    <dgm:cxn modelId="{44F806BF-5791-412B-8766-4482DCC19931}" type="presParOf" srcId="{DCC9FA96-DEF6-4A08-9619-B4B908104937}" destId="{AE0F2A9F-5BC8-4E3C-B38C-AE84DC9A816C}" srcOrd="1" destOrd="0" presId="urn:microsoft.com/office/officeart/2005/8/layout/hierarchy1"/>
    <dgm:cxn modelId="{89CF5D81-6B0B-4BF6-9A11-B062E54D4B5F}" type="presParOf" srcId="{0CEAB037-48C1-4C24-BAAF-943024E02436}" destId="{4D05DAA3-6CC0-4DBD-9920-3BDB2822EE75}" srcOrd="1" destOrd="0" presId="urn:microsoft.com/office/officeart/2005/8/layout/hierarchy1"/>
    <dgm:cxn modelId="{9405303E-08E6-448F-BCDA-97DE109DE1FA}" type="presParOf" srcId="{F1931664-918B-49B6-B004-018E2E193086}" destId="{B6E8B4C2-FCFF-4734-A6EC-0BDCE068BD5E}" srcOrd="1" destOrd="0" presId="urn:microsoft.com/office/officeart/2005/8/layout/hierarchy1"/>
    <dgm:cxn modelId="{173CAF2F-0385-4FBA-9C6F-C1573C7F0D37}" type="presParOf" srcId="{B6E8B4C2-FCFF-4734-A6EC-0BDCE068BD5E}" destId="{AE4C48B7-617A-4845-92FD-0DE82FD7A131}" srcOrd="0" destOrd="0" presId="urn:microsoft.com/office/officeart/2005/8/layout/hierarchy1"/>
    <dgm:cxn modelId="{3EBD6C26-AFB8-434F-A9FB-D026D21E8BCA}" type="presParOf" srcId="{AE4C48B7-617A-4845-92FD-0DE82FD7A131}" destId="{3BAD25CD-9224-415D-8339-71ADD5B4507B}" srcOrd="0" destOrd="0" presId="urn:microsoft.com/office/officeart/2005/8/layout/hierarchy1"/>
    <dgm:cxn modelId="{7153E073-6F3B-478B-94F2-E979B8723F1A}" type="presParOf" srcId="{AE4C48B7-617A-4845-92FD-0DE82FD7A131}" destId="{91DCB169-EB2E-4971-99DD-7B7045F0C4C5}" srcOrd="1" destOrd="0" presId="urn:microsoft.com/office/officeart/2005/8/layout/hierarchy1"/>
    <dgm:cxn modelId="{96040EF5-B863-4B90-B40C-83D2FC5C675B}" type="presParOf" srcId="{B6E8B4C2-FCFF-4734-A6EC-0BDCE068BD5E}" destId="{636C05C4-8D16-4292-978A-67E964FB5984}"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778D5BA7-7394-44C0-B286-07B36F2DF5A8}"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FFC0157B-B144-404E-BED1-2071639C365C}">
      <dgm:prSet/>
      <dgm:spPr/>
      <dgm:t>
        <a:bodyPr/>
        <a:lstStyle/>
        <a:p>
          <a:r>
            <a:rPr lang="en-US"/>
            <a:t>❌ Answer: No</a:t>
          </a:r>
        </a:p>
      </dgm:t>
    </dgm:pt>
    <dgm:pt modelId="{E2251EB4-814A-42A9-A11C-A3551EB62EB6}" type="parTrans" cxnId="{584D4476-840D-478D-A81D-A13472ED9907}">
      <dgm:prSet/>
      <dgm:spPr/>
      <dgm:t>
        <a:bodyPr/>
        <a:lstStyle/>
        <a:p>
          <a:endParaRPr lang="en-US"/>
        </a:p>
      </dgm:t>
    </dgm:pt>
    <dgm:pt modelId="{9449D012-6599-4099-BC3B-8A4D8BDCB800}" type="sibTrans" cxnId="{584D4476-840D-478D-A81D-A13472ED9907}">
      <dgm:prSet/>
      <dgm:spPr/>
      <dgm:t>
        <a:bodyPr/>
        <a:lstStyle/>
        <a:p>
          <a:endParaRPr lang="en-US"/>
        </a:p>
      </dgm:t>
    </dgm:pt>
    <dgm:pt modelId="{0B93FBB4-5C42-4957-99D0-7F8ACE2BCC95}">
      <dgm:prSet/>
      <dgm:spPr/>
      <dgm:t>
        <a:bodyPr/>
        <a:lstStyle/>
        <a:p>
          <a:r>
            <a:rPr lang="en-US"/>
            <a:t>AV is one layer, not a security strategy.</a:t>
          </a:r>
        </a:p>
      </dgm:t>
    </dgm:pt>
    <dgm:pt modelId="{88F7DCB5-E206-40DF-80B0-5E3C73D5763C}" type="parTrans" cxnId="{98C24CED-C333-4797-956E-BBC20FB41757}">
      <dgm:prSet/>
      <dgm:spPr/>
      <dgm:t>
        <a:bodyPr/>
        <a:lstStyle/>
        <a:p>
          <a:endParaRPr lang="en-US"/>
        </a:p>
      </dgm:t>
    </dgm:pt>
    <dgm:pt modelId="{57F6F428-F60C-4A3C-B812-BFBAFD2297FC}" type="sibTrans" cxnId="{98C24CED-C333-4797-956E-BBC20FB41757}">
      <dgm:prSet/>
      <dgm:spPr/>
      <dgm:t>
        <a:bodyPr/>
        <a:lstStyle/>
        <a:p>
          <a:endParaRPr lang="en-US"/>
        </a:p>
      </dgm:t>
    </dgm:pt>
    <dgm:pt modelId="{4FADD6D8-2AF8-4A6B-81D2-CC77CBBC48DC}" type="pres">
      <dgm:prSet presAssocID="{778D5BA7-7394-44C0-B286-07B36F2DF5A8}" presName="linear" presStyleCnt="0">
        <dgm:presLayoutVars>
          <dgm:animLvl val="lvl"/>
          <dgm:resizeHandles val="exact"/>
        </dgm:presLayoutVars>
      </dgm:prSet>
      <dgm:spPr/>
    </dgm:pt>
    <dgm:pt modelId="{685ABF70-8AB2-476F-B16C-66B6B80C21CB}" type="pres">
      <dgm:prSet presAssocID="{FFC0157B-B144-404E-BED1-2071639C365C}" presName="parentText" presStyleLbl="node1" presStyleIdx="0" presStyleCnt="2">
        <dgm:presLayoutVars>
          <dgm:chMax val="0"/>
          <dgm:bulletEnabled val="1"/>
        </dgm:presLayoutVars>
      </dgm:prSet>
      <dgm:spPr/>
    </dgm:pt>
    <dgm:pt modelId="{B1A5EF97-2D65-43E1-9305-F5E34B7AE91C}" type="pres">
      <dgm:prSet presAssocID="{9449D012-6599-4099-BC3B-8A4D8BDCB800}" presName="spacer" presStyleCnt="0"/>
      <dgm:spPr/>
    </dgm:pt>
    <dgm:pt modelId="{5A7E4A67-8C88-4779-8F38-4E05BA476F14}" type="pres">
      <dgm:prSet presAssocID="{0B93FBB4-5C42-4957-99D0-7F8ACE2BCC95}" presName="parentText" presStyleLbl="node1" presStyleIdx="1" presStyleCnt="2">
        <dgm:presLayoutVars>
          <dgm:chMax val="0"/>
          <dgm:bulletEnabled val="1"/>
        </dgm:presLayoutVars>
      </dgm:prSet>
      <dgm:spPr/>
    </dgm:pt>
  </dgm:ptLst>
  <dgm:cxnLst>
    <dgm:cxn modelId="{0F7E4F28-5D84-422E-83CE-69D255EBB863}" type="presOf" srcId="{FFC0157B-B144-404E-BED1-2071639C365C}" destId="{685ABF70-8AB2-476F-B16C-66B6B80C21CB}" srcOrd="0" destOrd="0" presId="urn:microsoft.com/office/officeart/2005/8/layout/vList2"/>
    <dgm:cxn modelId="{E7CDAD37-0075-4E24-95CC-5204872B7AB1}" type="presOf" srcId="{0B93FBB4-5C42-4957-99D0-7F8ACE2BCC95}" destId="{5A7E4A67-8C88-4779-8F38-4E05BA476F14}" srcOrd="0" destOrd="0" presId="urn:microsoft.com/office/officeart/2005/8/layout/vList2"/>
    <dgm:cxn modelId="{584D4476-840D-478D-A81D-A13472ED9907}" srcId="{778D5BA7-7394-44C0-B286-07B36F2DF5A8}" destId="{FFC0157B-B144-404E-BED1-2071639C365C}" srcOrd="0" destOrd="0" parTransId="{E2251EB4-814A-42A9-A11C-A3551EB62EB6}" sibTransId="{9449D012-6599-4099-BC3B-8A4D8BDCB800}"/>
    <dgm:cxn modelId="{1475A7B2-48FE-4E7D-992B-4403563C6A02}" type="presOf" srcId="{778D5BA7-7394-44C0-B286-07B36F2DF5A8}" destId="{4FADD6D8-2AF8-4A6B-81D2-CC77CBBC48DC}" srcOrd="0" destOrd="0" presId="urn:microsoft.com/office/officeart/2005/8/layout/vList2"/>
    <dgm:cxn modelId="{98C24CED-C333-4797-956E-BBC20FB41757}" srcId="{778D5BA7-7394-44C0-B286-07B36F2DF5A8}" destId="{0B93FBB4-5C42-4957-99D0-7F8ACE2BCC95}" srcOrd="1" destOrd="0" parTransId="{88F7DCB5-E206-40DF-80B0-5E3C73D5763C}" sibTransId="{57F6F428-F60C-4A3C-B812-BFBAFD2297FC}"/>
    <dgm:cxn modelId="{4C18251D-AD89-46A3-8FF7-82B77D82F25C}" type="presParOf" srcId="{4FADD6D8-2AF8-4A6B-81D2-CC77CBBC48DC}" destId="{685ABF70-8AB2-476F-B16C-66B6B80C21CB}" srcOrd="0" destOrd="0" presId="urn:microsoft.com/office/officeart/2005/8/layout/vList2"/>
    <dgm:cxn modelId="{29709CE9-0EDB-432B-A6FB-DB75AB0D40CD}" type="presParOf" srcId="{4FADD6D8-2AF8-4A6B-81D2-CC77CBBC48DC}" destId="{B1A5EF97-2D65-43E1-9305-F5E34B7AE91C}" srcOrd="1" destOrd="0" presId="urn:microsoft.com/office/officeart/2005/8/layout/vList2"/>
    <dgm:cxn modelId="{818C0A94-3BDC-4774-981D-C3A7BD04A5B1}" type="presParOf" srcId="{4FADD6D8-2AF8-4A6B-81D2-CC77CBBC48DC}" destId="{5A7E4A67-8C88-4779-8F38-4E05BA476F14}"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B5577D8B-0347-47CD-AAC8-2B8982065CBA}"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EA031DD7-658E-4C59-9AC4-066C16D3A611}">
      <dgm:prSet/>
      <dgm:spPr/>
      <dgm:t>
        <a:bodyPr/>
        <a:lstStyle/>
        <a:p>
          <a:r>
            <a:rPr lang="en-US"/>
            <a:t>✅ Answer: A</a:t>
          </a:r>
        </a:p>
      </dgm:t>
    </dgm:pt>
    <dgm:pt modelId="{DA48F63C-2D20-49D9-9184-AA42EC0A93C8}" type="parTrans" cxnId="{F256F28C-D7E6-43AE-BA02-883CDBB77934}">
      <dgm:prSet/>
      <dgm:spPr/>
      <dgm:t>
        <a:bodyPr/>
        <a:lstStyle/>
        <a:p>
          <a:endParaRPr lang="en-US"/>
        </a:p>
      </dgm:t>
    </dgm:pt>
    <dgm:pt modelId="{6B665D21-31F2-4F33-A32A-479DDACE571E}" type="sibTrans" cxnId="{F256F28C-D7E6-43AE-BA02-883CDBB77934}">
      <dgm:prSet/>
      <dgm:spPr/>
      <dgm:t>
        <a:bodyPr/>
        <a:lstStyle/>
        <a:p>
          <a:endParaRPr lang="en-US"/>
        </a:p>
      </dgm:t>
    </dgm:pt>
    <dgm:pt modelId="{A6EBA7B7-7CF3-4D34-807C-CA8A60AF955B}">
      <dgm:prSet/>
      <dgm:spPr/>
      <dgm:t>
        <a:bodyPr/>
        <a:lstStyle/>
        <a:p>
          <a:r>
            <a:rPr lang="en-US"/>
            <a:t>Confidentiality is violated.</a:t>
          </a:r>
        </a:p>
      </dgm:t>
    </dgm:pt>
    <dgm:pt modelId="{6947CD61-8300-48C3-B936-1D6860C90C0D}" type="parTrans" cxnId="{E456F22A-F49D-4934-9FFE-AF04BEBF36B6}">
      <dgm:prSet/>
      <dgm:spPr/>
      <dgm:t>
        <a:bodyPr/>
        <a:lstStyle/>
        <a:p>
          <a:endParaRPr lang="en-US"/>
        </a:p>
      </dgm:t>
    </dgm:pt>
    <dgm:pt modelId="{42838D3F-491E-468F-95F7-87D2C0B54D67}" type="sibTrans" cxnId="{E456F22A-F49D-4934-9FFE-AF04BEBF36B6}">
      <dgm:prSet/>
      <dgm:spPr/>
      <dgm:t>
        <a:bodyPr/>
        <a:lstStyle/>
        <a:p>
          <a:endParaRPr lang="en-US"/>
        </a:p>
      </dgm:t>
    </dgm:pt>
    <dgm:pt modelId="{CBF28F57-7EA7-4C6B-8369-2DA1074B6531}" type="pres">
      <dgm:prSet presAssocID="{B5577D8B-0347-47CD-AAC8-2B8982065CBA}" presName="hierChild1" presStyleCnt="0">
        <dgm:presLayoutVars>
          <dgm:chPref val="1"/>
          <dgm:dir/>
          <dgm:animOne val="branch"/>
          <dgm:animLvl val="lvl"/>
          <dgm:resizeHandles/>
        </dgm:presLayoutVars>
      </dgm:prSet>
      <dgm:spPr/>
    </dgm:pt>
    <dgm:pt modelId="{47273B81-0363-4F66-A2FD-310BBA8AE296}" type="pres">
      <dgm:prSet presAssocID="{EA031DD7-658E-4C59-9AC4-066C16D3A611}" presName="hierRoot1" presStyleCnt="0"/>
      <dgm:spPr/>
    </dgm:pt>
    <dgm:pt modelId="{983B0A3F-2C0D-4B26-A7EF-0F2E9D864F93}" type="pres">
      <dgm:prSet presAssocID="{EA031DD7-658E-4C59-9AC4-066C16D3A611}" presName="composite" presStyleCnt="0"/>
      <dgm:spPr/>
    </dgm:pt>
    <dgm:pt modelId="{DFA746DF-980E-4432-9FAC-207E135F6348}" type="pres">
      <dgm:prSet presAssocID="{EA031DD7-658E-4C59-9AC4-066C16D3A611}" presName="background" presStyleLbl="node0" presStyleIdx="0" presStyleCnt="2"/>
      <dgm:spPr/>
    </dgm:pt>
    <dgm:pt modelId="{B12463D6-9B51-46EA-AE99-23C46D341A0F}" type="pres">
      <dgm:prSet presAssocID="{EA031DD7-658E-4C59-9AC4-066C16D3A611}" presName="text" presStyleLbl="fgAcc0" presStyleIdx="0" presStyleCnt="2">
        <dgm:presLayoutVars>
          <dgm:chPref val="3"/>
        </dgm:presLayoutVars>
      </dgm:prSet>
      <dgm:spPr/>
    </dgm:pt>
    <dgm:pt modelId="{05B7845B-8228-43AA-80EA-09264D44F7D3}" type="pres">
      <dgm:prSet presAssocID="{EA031DD7-658E-4C59-9AC4-066C16D3A611}" presName="hierChild2" presStyleCnt="0"/>
      <dgm:spPr/>
    </dgm:pt>
    <dgm:pt modelId="{8E8DF8EE-F699-4603-ACAD-F4433B3C5C33}" type="pres">
      <dgm:prSet presAssocID="{A6EBA7B7-7CF3-4D34-807C-CA8A60AF955B}" presName="hierRoot1" presStyleCnt="0"/>
      <dgm:spPr/>
    </dgm:pt>
    <dgm:pt modelId="{F4B0CB9F-03F5-40AA-B6EB-A5F1BD028684}" type="pres">
      <dgm:prSet presAssocID="{A6EBA7B7-7CF3-4D34-807C-CA8A60AF955B}" presName="composite" presStyleCnt="0"/>
      <dgm:spPr/>
    </dgm:pt>
    <dgm:pt modelId="{ABE49458-F6B2-4098-A51B-7D35707C9905}" type="pres">
      <dgm:prSet presAssocID="{A6EBA7B7-7CF3-4D34-807C-CA8A60AF955B}" presName="background" presStyleLbl="node0" presStyleIdx="1" presStyleCnt="2"/>
      <dgm:spPr/>
    </dgm:pt>
    <dgm:pt modelId="{415C81E3-93A4-45CA-BD5E-D080C7A63444}" type="pres">
      <dgm:prSet presAssocID="{A6EBA7B7-7CF3-4D34-807C-CA8A60AF955B}" presName="text" presStyleLbl="fgAcc0" presStyleIdx="1" presStyleCnt="2">
        <dgm:presLayoutVars>
          <dgm:chPref val="3"/>
        </dgm:presLayoutVars>
      </dgm:prSet>
      <dgm:spPr/>
    </dgm:pt>
    <dgm:pt modelId="{F31B2861-6125-4805-84D7-8E7CEC45D9F3}" type="pres">
      <dgm:prSet presAssocID="{A6EBA7B7-7CF3-4D34-807C-CA8A60AF955B}" presName="hierChild2" presStyleCnt="0"/>
      <dgm:spPr/>
    </dgm:pt>
  </dgm:ptLst>
  <dgm:cxnLst>
    <dgm:cxn modelId="{E456F22A-F49D-4934-9FFE-AF04BEBF36B6}" srcId="{B5577D8B-0347-47CD-AAC8-2B8982065CBA}" destId="{A6EBA7B7-7CF3-4D34-807C-CA8A60AF955B}" srcOrd="1" destOrd="0" parTransId="{6947CD61-8300-48C3-B936-1D6860C90C0D}" sibTransId="{42838D3F-491E-468F-95F7-87D2C0B54D67}"/>
    <dgm:cxn modelId="{E2B6173A-211C-423F-833A-FF49D34B7A05}" type="presOf" srcId="{A6EBA7B7-7CF3-4D34-807C-CA8A60AF955B}" destId="{415C81E3-93A4-45CA-BD5E-D080C7A63444}" srcOrd="0" destOrd="0" presId="urn:microsoft.com/office/officeart/2005/8/layout/hierarchy1"/>
    <dgm:cxn modelId="{341D4877-5255-4D45-809A-12FC2A55A4EF}" type="presOf" srcId="{EA031DD7-658E-4C59-9AC4-066C16D3A611}" destId="{B12463D6-9B51-46EA-AE99-23C46D341A0F}" srcOrd="0" destOrd="0" presId="urn:microsoft.com/office/officeart/2005/8/layout/hierarchy1"/>
    <dgm:cxn modelId="{F256F28C-D7E6-43AE-BA02-883CDBB77934}" srcId="{B5577D8B-0347-47CD-AAC8-2B8982065CBA}" destId="{EA031DD7-658E-4C59-9AC4-066C16D3A611}" srcOrd="0" destOrd="0" parTransId="{DA48F63C-2D20-49D9-9184-AA42EC0A93C8}" sibTransId="{6B665D21-31F2-4F33-A32A-479DDACE571E}"/>
    <dgm:cxn modelId="{68A6CECC-3B04-4469-BE8E-DE93E0BC45D5}" type="presOf" srcId="{B5577D8B-0347-47CD-AAC8-2B8982065CBA}" destId="{CBF28F57-7EA7-4C6B-8369-2DA1074B6531}" srcOrd="0" destOrd="0" presId="urn:microsoft.com/office/officeart/2005/8/layout/hierarchy1"/>
    <dgm:cxn modelId="{1ADAA6FB-8B57-4949-B490-5F0CF2192B5D}" type="presParOf" srcId="{CBF28F57-7EA7-4C6B-8369-2DA1074B6531}" destId="{47273B81-0363-4F66-A2FD-310BBA8AE296}" srcOrd="0" destOrd="0" presId="urn:microsoft.com/office/officeart/2005/8/layout/hierarchy1"/>
    <dgm:cxn modelId="{76928F14-4B82-45F1-8AB3-5F03CBC00AC4}" type="presParOf" srcId="{47273B81-0363-4F66-A2FD-310BBA8AE296}" destId="{983B0A3F-2C0D-4B26-A7EF-0F2E9D864F93}" srcOrd="0" destOrd="0" presId="urn:microsoft.com/office/officeart/2005/8/layout/hierarchy1"/>
    <dgm:cxn modelId="{A600A3D4-AD81-47FD-8A77-248BF66F87F5}" type="presParOf" srcId="{983B0A3F-2C0D-4B26-A7EF-0F2E9D864F93}" destId="{DFA746DF-980E-4432-9FAC-207E135F6348}" srcOrd="0" destOrd="0" presId="urn:microsoft.com/office/officeart/2005/8/layout/hierarchy1"/>
    <dgm:cxn modelId="{68F438EA-1BD6-4EF5-A4E1-0B40E4C34A59}" type="presParOf" srcId="{983B0A3F-2C0D-4B26-A7EF-0F2E9D864F93}" destId="{B12463D6-9B51-46EA-AE99-23C46D341A0F}" srcOrd="1" destOrd="0" presId="urn:microsoft.com/office/officeart/2005/8/layout/hierarchy1"/>
    <dgm:cxn modelId="{0EB9DF6D-2860-4AD9-BE33-9A6FE072B0EA}" type="presParOf" srcId="{47273B81-0363-4F66-A2FD-310BBA8AE296}" destId="{05B7845B-8228-43AA-80EA-09264D44F7D3}" srcOrd="1" destOrd="0" presId="urn:microsoft.com/office/officeart/2005/8/layout/hierarchy1"/>
    <dgm:cxn modelId="{DE4C4D14-5E91-4FBA-B5F5-5026372F8A94}" type="presParOf" srcId="{CBF28F57-7EA7-4C6B-8369-2DA1074B6531}" destId="{8E8DF8EE-F699-4603-ACAD-F4433B3C5C33}" srcOrd="1" destOrd="0" presId="urn:microsoft.com/office/officeart/2005/8/layout/hierarchy1"/>
    <dgm:cxn modelId="{AA1333A8-0F7A-463B-A294-4D4CF63313B6}" type="presParOf" srcId="{8E8DF8EE-F699-4603-ACAD-F4433B3C5C33}" destId="{F4B0CB9F-03F5-40AA-B6EB-A5F1BD028684}" srcOrd="0" destOrd="0" presId="urn:microsoft.com/office/officeart/2005/8/layout/hierarchy1"/>
    <dgm:cxn modelId="{6D4E3210-7404-4858-A5CE-385B927E3622}" type="presParOf" srcId="{F4B0CB9F-03F5-40AA-B6EB-A5F1BD028684}" destId="{ABE49458-F6B2-4098-A51B-7D35707C9905}" srcOrd="0" destOrd="0" presId="urn:microsoft.com/office/officeart/2005/8/layout/hierarchy1"/>
    <dgm:cxn modelId="{F0D70775-0544-4F52-9266-C78572EDB22D}" type="presParOf" srcId="{F4B0CB9F-03F5-40AA-B6EB-A5F1BD028684}" destId="{415C81E3-93A4-45CA-BD5E-D080C7A63444}" srcOrd="1" destOrd="0" presId="urn:microsoft.com/office/officeart/2005/8/layout/hierarchy1"/>
    <dgm:cxn modelId="{35BBC7B3-0D00-4D99-8C6D-3BF60CB79230}" type="presParOf" srcId="{8E8DF8EE-F699-4603-ACAD-F4433B3C5C33}" destId="{F31B2861-6125-4805-84D7-8E7CEC45D9F3}"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0F31B2BA-A9FB-4E75-B78D-98F40D6CD1C9}"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13D9DC92-48F3-4012-A19D-5F3A10951B2B}">
      <dgm:prSet/>
      <dgm:spPr/>
      <dgm:t>
        <a:bodyPr/>
        <a:lstStyle/>
        <a:p>
          <a:r>
            <a:rPr lang="en-US"/>
            <a:t>✅ Answer: B</a:t>
          </a:r>
        </a:p>
      </dgm:t>
    </dgm:pt>
    <dgm:pt modelId="{06DB42A4-866F-46BC-8553-752DE86D0257}" type="parTrans" cxnId="{8BD511F8-7D3F-4C8F-B045-E9C3DE4295D9}">
      <dgm:prSet/>
      <dgm:spPr/>
      <dgm:t>
        <a:bodyPr/>
        <a:lstStyle/>
        <a:p>
          <a:endParaRPr lang="en-US"/>
        </a:p>
      </dgm:t>
    </dgm:pt>
    <dgm:pt modelId="{2C77A265-8F87-44A4-8AD4-2E524879761A}" type="sibTrans" cxnId="{8BD511F8-7D3F-4C8F-B045-E9C3DE4295D9}">
      <dgm:prSet/>
      <dgm:spPr/>
      <dgm:t>
        <a:bodyPr/>
        <a:lstStyle/>
        <a:p>
          <a:endParaRPr lang="en-US"/>
        </a:p>
      </dgm:t>
    </dgm:pt>
    <dgm:pt modelId="{4B981D5A-E2C6-449C-8E0E-38903E2F8177}">
      <dgm:prSet/>
      <dgm:spPr/>
      <dgm:t>
        <a:bodyPr/>
        <a:lstStyle/>
        <a:p>
          <a:r>
            <a:rPr lang="en-US"/>
            <a:t>Limits blast radius after compromise.</a:t>
          </a:r>
        </a:p>
      </dgm:t>
    </dgm:pt>
    <dgm:pt modelId="{6DF72A7B-FCB5-4377-A5CA-47FE85B8737E}" type="parTrans" cxnId="{65DF8C96-F197-441A-82B8-B407B3F062CA}">
      <dgm:prSet/>
      <dgm:spPr/>
      <dgm:t>
        <a:bodyPr/>
        <a:lstStyle/>
        <a:p>
          <a:endParaRPr lang="en-US"/>
        </a:p>
      </dgm:t>
    </dgm:pt>
    <dgm:pt modelId="{8D31DC3A-03A7-4BBA-8A8B-893B95ADC07A}" type="sibTrans" cxnId="{65DF8C96-F197-441A-82B8-B407B3F062CA}">
      <dgm:prSet/>
      <dgm:spPr/>
      <dgm:t>
        <a:bodyPr/>
        <a:lstStyle/>
        <a:p>
          <a:endParaRPr lang="en-US"/>
        </a:p>
      </dgm:t>
    </dgm:pt>
    <dgm:pt modelId="{953E2324-FCF0-4B1D-8E3B-F46B9BE7EF6D}" type="pres">
      <dgm:prSet presAssocID="{0F31B2BA-A9FB-4E75-B78D-98F40D6CD1C9}" presName="hierChild1" presStyleCnt="0">
        <dgm:presLayoutVars>
          <dgm:chPref val="1"/>
          <dgm:dir/>
          <dgm:animOne val="branch"/>
          <dgm:animLvl val="lvl"/>
          <dgm:resizeHandles/>
        </dgm:presLayoutVars>
      </dgm:prSet>
      <dgm:spPr/>
    </dgm:pt>
    <dgm:pt modelId="{5DAC82F4-DF80-4233-BAAD-2D812D66892F}" type="pres">
      <dgm:prSet presAssocID="{13D9DC92-48F3-4012-A19D-5F3A10951B2B}" presName="hierRoot1" presStyleCnt="0"/>
      <dgm:spPr/>
    </dgm:pt>
    <dgm:pt modelId="{36220A98-3D3D-4251-8413-10AD4A4ABAEE}" type="pres">
      <dgm:prSet presAssocID="{13D9DC92-48F3-4012-A19D-5F3A10951B2B}" presName="composite" presStyleCnt="0"/>
      <dgm:spPr/>
    </dgm:pt>
    <dgm:pt modelId="{F0AB4B30-0445-479B-9151-CC4A7FC5EA07}" type="pres">
      <dgm:prSet presAssocID="{13D9DC92-48F3-4012-A19D-5F3A10951B2B}" presName="background" presStyleLbl="node0" presStyleIdx="0" presStyleCnt="2"/>
      <dgm:spPr/>
    </dgm:pt>
    <dgm:pt modelId="{D257B8C5-1485-44AA-B365-536DD306B2CA}" type="pres">
      <dgm:prSet presAssocID="{13D9DC92-48F3-4012-A19D-5F3A10951B2B}" presName="text" presStyleLbl="fgAcc0" presStyleIdx="0" presStyleCnt="2">
        <dgm:presLayoutVars>
          <dgm:chPref val="3"/>
        </dgm:presLayoutVars>
      </dgm:prSet>
      <dgm:spPr/>
    </dgm:pt>
    <dgm:pt modelId="{42B2A3FB-187A-444D-8BAA-E35A49E222A0}" type="pres">
      <dgm:prSet presAssocID="{13D9DC92-48F3-4012-A19D-5F3A10951B2B}" presName="hierChild2" presStyleCnt="0"/>
      <dgm:spPr/>
    </dgm:pt>
    <dgm:pt modelId="{973C98BB-BE22-47B9-BB0E-A51C40187C29}" type="pres">
      <dgm:prSet presAssocID="{4B981D5A-E2C6-449C-8E0E-38903E2F8177}" presName="hierRoot1" presStyleCnt="0"/>
      <dgm:spPr/>
    </dgm:pt>
    <dgm:pt modelId="{16AB1FFC-8E27-4B3C-AC25-573A9F6D74B3}" type="pres">
      <dgm:prSet presAssocID="{4B981D5A-E2C6-449C-8E0E-38903E2F8177}" presName="composite" presStyleCnt="0"/>
      <dgm:spPr/>
    </dgm:pt>
    <dgm:pt modelId="{91D23C00-0E30-4719-BE14-4E0CD89C3B9E}" type="pres">
      <dgm:prSet presAssocID="{4B981D5A-E2C6-449C-8E0E-38903E2F8177}" presName="background" presStyleLbl="node0" presStyleIdx="1" presStyleCnt="2"/>
      <dgm:spPr/>
    </dgm:pt>
    <dgm:pt modelId="{A2B39909-299B-4047-BC1F-3CB1A1591EBE}" type="pres">
      <dgm:prSet presAssocID="{4B981D5A-E2C6-449C-8E0E-38903E2F8177}" presName="text" presStyleLbl="fgAcc0" presStyleIdx="1" presStyleCnt="2">
        <dgm:presLayoutVars>
          <dgm:chPref val="3"/>
        </dgm:presLayoutVars>
      </dgm:prSet>
      <dgm:spPr/>
    </dgm:pt>
    <dgm:pt modelId="{63B2A42D-AD8E-4C17-BAB4-AE29FF5CF115}" type="pres">
      <dgm:prSet presAssocID="{4B981D5A-E2C6-449C-8E0E-38903E2F8177}" presName="hierChild2" presStyleCnt="0"/>
      <dgm:spPr/>
    </dgm:pt>
  </dgm:ptLst>
  <dgm:cxnLst>
    <dgm:cxn modelId="{BBD82916-9482-4F94-AB18-78A0F5E5B7D9}" type="presOf" srcId="{13D9DC92-48F3-4012-A19D-5F3A10951B2B}" destId="{D257B8C5-1485-44AA-B365-536DD306B2CA}" srcOrd="0" destOrd="0" presId="urn:microsoft.com/office/officeart/2005/8/layout/hierarchy1"/>
    <dgm:cxn modelId="{65DF8C96-F197-441A-82B8-B407B3F062CA}" srcId="{0F31B2BA-A9FB-4E75-B78D-98F40D6CD1C9}" destId="{4B981D5A-E2C6-449C-8E0E-38903E2F8177}" srcOrd="1" destOrd="0" parTransId="{6DF72A7B-FCB5-4377-A5CA-47FE85B8737E}" sibTransId="{8D31DC3A-03A7-4BBA-8A8B-893B95ADC07A}"/>
    <dgm:cxn modelId="{E62B5BB6-E2E2-4B82-AFA3-CE6328D9E91F}" type="presOf" srcId="{4B981D5A-E2C6-449C-8E0E-38903E2F8177}" destId="{A2B39909-299B-4047-BC1F-3CB1A1591EBE}" srcOrd="0" destOrd="0" presId="urn:microsoft.com/office/officeart/2005/8/layout/hierarchy1"/>
    <dgm:cxn modelId="{8BD511F8-7D3F-4C8F-B045-E9C3DE4295D9}" srcId="{0F31B2BA-A9FB-4E75-B78D-98F40D6CD1C9}" destId="{13D9DC92-48F3-4012-A19D-5F3A10951B2B}" srcOrd="0" destOrd="0" parTransId="{06DB42A4-866F-46BC-8553-752DE86D0257}" sibTransId="{2C77A265-8F87-44A4-8AD4-2E524879761A}"/>
    <dgm:cxn modelId="{439D7EFA-32E3-45AF-A106-965D41CDFA6A}" type="presOf" srcId="{0F31B2BA-A9FB-4E75-B78D-98F40D6CD1C9}" destId="{953E2324-FCF0-4B1D-8E3B-F46B9BE7EF6D}" srcOrd="0" destOrd="0" presId="urn:microsoft.com/office/officeart/2005/8/layout/hierarchy1"/>
    <dgm:cxn modelId="{6906620F-5AA9-4525-B404-226F541C8CF2}" type="presParOf" srcId="{953E2324-FCF0-4B1D-8E3B-F46B9BE7EF6D}" destId="{5DAC82F4-DF80-4233-BAAD-2D812D66892F}" srcOrd="0" destOrd="0" presId="urn:microsoft.com/office/officeart/2005/8/layout/hierarchy1"/>
    <dgm:cxn modelId="{5520A930-2721-4E45-9FD7-845F0CAE1F9F}" type="presParOf" srcId="{5DAC82F4-DF80-4233-BAAD-2D812D66892F}" destId="{36220A98-3D3D-4251-8413-10AD4A4ABAEE}" srcOrd="0" destOrd="0" presId="urn:microsoft.com/office/officeart/2005/8/layout/hierarchy1"/>
    <dgm:cxn modelId="{788874EF-4D65-4375-977A-EBC13233B818}" type="presParOf" srcId="{36220A98-3D3D-4251-8413-10AD4A4ABAEE}" destId="{F0AB4B30-0445-479B-9151-CC4A7FC5EA07}" srcOrd="0" destOrd="0" presId="urn:microsoft.com/office/officeart/2005/8/layout/hierarchy1"/>
    <dgm:cxn modelId="{72BA4ED5-8837-40E2-A17C-055B73F5B9FF}" type="presParOf" srcId="{36220A98-3D3D-4251-8413-10AD4A4ABAEE}" destId="{D257B8C5-1485-44AA-B365-536DD306B2CA}" srcOrd="1" destOrd="0" presId="urn:microsoft.com/office/officeart/2005/8/layout/hierarchy1"/>
    <dgm:cxn modelId="{87D9C694-0368-485C-AFA5-13A66F1CFFC9}" type="presParOf" srcId="{5DAC82F4-DF80-4233-BAAD-2D812D66892F}" destId="{42B2A3FB-187A-444D-8BAA-E35A49E222A0}" srcOrd="1" destOrd="0" presId="urn:microsoft.com/office/officeart/2005/8/layout/hierarchy1"/>
    <dgm:cxn modelId="{C004A75B-9C72-4767-BF6A-29EFBD372C76}" type="presParOf" srcId="{953E2324-FCF0-4B1D-8E3B-F46B9BE7EF6D}" destId="{973C98BB-BE22-47B9-BB0E-A51C40187C29}" srcOrd="1" destOrd="0" presId="urn:microsoft.com/office/officeart/2005/8/layout/hierarchy1"/>
    <dgm:cxn modelId="{A7FB09EA-F5B7-4565-BE12-3F294F8980C0}" type="presParOf" srcId="{973C98BB-BE22-47B9-BB0E-A51C40187C29}" destId="{16AB1FFC-8E27-4B3C-AC25-573A9F6D74B3}" srcOrd="0" destOrd="0" presId="urn:microsoft.com/office/officeart/2005/8/layout/hierarchy1"/>
    <dgm:cxn modelId="{90ED54A4-4268-4943-BE84-EB81B6B42D5F}" type="presParOf" srcId="{16AB1FFC-8E27-4B3C-AC25-573A9F6D74B3}" destId="{91D23C00-0E30-4719-BE14-4E0CD89C3B9E}" srcOrd="0" destOrd="0" presId="urn:microsoft.com/office/officeart/2005/8/layout/hierarchy1"/>
    <dgm:cxn modelId="{01045D7F-ECD8-4455-B578-927AE6B83B96}" type="presParOf" srcId="{16AB1FFC-8E27-4B3C-AC25-573A9F6D74B3}" destId="{A2B39909-299B-4047-BC1F-3CB1A1591EBE}" srcOrd="1" destOrd="0" presId="urn:microsoft.com/office/officeart/2005/8/layout/hierarchy1"/>
    <dgm:cxn modelId="{B7B8EBBA-38D7-401A-8F9E-1A620058F175}" type="presParOf" srcId="{973C98BB-BE22-47B9-BB0E-A51C40187C29}" destId="{63B2A42D-AD8E-4C17-BAB4-AE29FF5CF11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EBACBA06-83B9-42F0-8F96-B82A0A50160C}"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5589D88B-2085-4998-A8F1-4750480BC877}">
      <dgm:prSet/>
      <dgm:spPr/>
      <dgm:t>
        <a:bodyPr/>
        <a:lstStyle/>
        <a:p>
          <a:r>
            <a:rPr lang="en-US"/>
            <a:t>❌ Answer: No</a:t>
          </a:r>
        </a:p>
      </dgm:t>
    </dgm:pt>
    <dgm:pt modelId="{1650B7C0-F54F-4B84-9ADE-08DF5BE31B7B}" type="parTrans" cxnId="{8D8DCDC5-7B2A-4DD4-AF0C-6952301C0650}">
      <dgm:prSet/>
      <dgm:spPr/>
      <dgm:t>
        <a:bodyPr/>
        <a:lstStyle/>
        <a:p>
          <a:endParaRPr lang="en-US"/>
        </a:p>
      </dgm:t>
    </dgm:pt>
    <dgm:pt modelId="{FFA26E8E-0345-4F7E-B82E-1DE5E9306E6A}" type="sibTrans" cxnId="{8D8DCDC5-7B2A-4DD4-AF0C-6952301C0650}">
      <dgm:prSet/>
      <dgm:spPr/>
      <dgm:t>
        <a:bodyPr/>
        <a:lstStyle/>
        <a:p>
          <a:endParaRPr lang="en-US"/>
        </a:p>
      </dgm:t>
    </dgm:pt>
    <dgm:pt modelId="{C8FFCAA2-670B-48BB-A950-5D7308F8508C}">
      <dgm:prSet/>
      <dgm:spPr/>
      <dgm:t>
        <a:bodyPr/>
        <a:lstStyle/>
        <a:p>
          <a:r>
            <a:rPr lang="en-US"/>
            <a:t>Lack of evidence ≠ security.</a:t>
          </a:r>
        </a:p>
      </dgm:t>
    </dgm:pt>
    <dgm:pt modelId="{D3456B5E-7CCA-48FB-BF5A-119933F95A90}" type="parTrans" cxnId="{1B9F9D52-E50E-477D-87CA-4669BA38A076}">
      <dgm:prSet/>
      <dgm:spPr/>
      <dgm:t>
        <a:bodyPr/>
        <a:lstStyle/>
        <a:p>
          <a:endParaRPr lang="en-US"/>
        </a:p>
      </dgm:t>
    </dgm:pt>
    <dgm:pt modelId="{6DD2CD55-E693-43F0-97A2-4298D440D81F}" type="sibTrans" cxnId="{1B9F9D52-E50E-477D-87CA-4669BA38A076}">
      <dgm:prSet/>
      <dgm:spPr/>
      <dgm:t>
        <a:bodyPr/>
        <a:lstStyle/>
        <a:p>
          <a:endParaRPr lang="en-US"/>
        </a:p>
      </dgm:t>
    </dgm:pt>
    <dgm:pt modelId="{F67A47D3-30B3-4E57-9A20-2E852ECAFF1E}" type="pres">
      <dgm:prSet presAssocID="{EBACBA06-83B9-42F0-8F96-B82A0A50160C}" presName="linear" presStyleCnt="0">
        <dgm:presLayoutVars>
          <dgm:animLvl val="lvl"/>
          <dgm:resizeHandles val="exact"/>
        </dgm:presLayoutVars>
      </dgm:prSet>
      <dgm:spPr/>
    </dgm:pt>
    <dgm:pt modelId="{49AF12BF-BCDC-474C-8B9F-E4573692256C}" type="pres">
      <dgm:prSet presAssocID="{5589D88B-2085-4998-A8F1-4750480BC877}" presName="parentText" presStyleLbl="node1" presStyleIdx="0" presStyleCnt="2">
        <dgm:presLayoutVars>
          <dgm:chMax val="0"/>
          <dgm:bulletEnabled val="1"/>
        </dgm:presLayoutVars>
      </dgm:prSet>
      <dgm:spPr/>
    </dgm:pt>
    <dgm:pt modelId="{D359D893-BDBA-4140-8097-50F59026FD15}" type="pres">
      <dgm:prSet presAssocID="{FFA26E8E-0345-4F7E-B82E-1DE5E9306E6A}" presName="spacer" presStyleCnt="0"/>
      <dgm:spPr/>
    </dgm:pt>
    <dgm:pt modelId="{37073214-7273-4E90-87C6-7500B41D7DAC}" type="pres">
      <dgm:prSet presAssocID="{C8FFCAA2-670B-48BB-A950-5D7308F8508C}" presName="parentText" presStyleLbl="node1" presStyleIdx="1" presStyleCnt="2">
        <dgm:presLayoutVars>
          <dgm:chMax val="0"/>
          <dgm:bulletEnabled val="1"/>
        </dgm:presLayoutVars>
      </dgm:prSet>
      <dgm:spPr/>
    </dgm:pt>
  </dgm:ptLst>
  <dgm:cxnLst>
    <dgm:cxn modelId="{8399D16A-048F-4036-A3D8-2EAF70B65863}" type="presOf" srcId="{EBACBA06-83B9-42F0-8F96-B82A0A50160C}" destId="{F67A47D3-30B3-4E57-9A20-2E852ECAFF1E}" srcOrd="0" destOrd="0" presId="urn:microsoft.com/office/officeart/2005/8/layout/vList2"/>
    <dgm:cxn modelId="{1B9F9D52-E50E-477D-87CA-4669BA38A076}" srcId="{EBACBA06-83B9-42F0-8F96-B82A0A50160C}" destId="{C8FFCAA2-670B-48BB-A950-5D7308F8508C}" srcOrd="1" destOrd="0" parTransId="{D3456B5E-7CCA-48FB-BF5A-119933F95A90}" sibTransId="{6DD2CD55-E693-43F0-97A2-4298D440D81F}"/>
    <dgm:cxn modelId="{AE81519C-64A9-4B8B-8192-4D82EB6B2F17}" type="presOf" srcId="{5589D88B-2085-4998-A8F1-4750480BC877}" destId="{49AF12BF-BCDC-474C-8B9F-E4573692256C}" srcOrd="0" destOrd="0" presId="urn:microsoft.com/office/officeart/2005/8/layout/vList2"/>
    <dgm:cxn modelId="{8D8DCDC5-7B2A-4DD4-AF0C-6952301C0650}" srcId="{EBACBA06-83B9-42F0-8F96-B82A0A50160C}" destId="{5589D88B-2085-4998-A8F1-4750480BC877}" srcOrd="0" destOrd="0" parTransId="{1650B7C0-F54F-4B84-9ADE-08DF5BE31B7B}" sibTransId="{FFA26E8E-0345-4F7E-B82E-1DE5E9306E6A}"/>
    <dgm:cxn modelId="{69D9F0E4-0433-4FC2-B14D-882B4240DFBE}" type="presOf" srcId="{C8FFCAA2-670B-48BB-A950-5D7308F8508C}" destId="{37073214-7273-4E90-87C6-7500B41D7DAC}" srcOrd="0" destOrd="0" presId="urn:microsoft.com/office/officeart/2005/8/layout/vList2"/>
    <dgm:cxn modelId="{FAA68F0F-90B9-418A-B4EF-23E08FBCAC74}" type="presParOf" srcId="{F67A47D3-30B3-4E57-9A20-2E852ECAFF1E}" destId="{49AF12BF-BCDC-474C-8B9F-E4573692256C}" srcOrd="0" destOrd="0" presId="urn:microsoft.com/office/officeart/2005/8/layout/vList2"/>
    <dgm:cxn modelId="{C1D08D9C-FCC6-448E-84DD-91785E9F2B7A}" type="presParOf" srcId="{F67A47D3-30B3-4E57-9A20-2E852ECAFF1E}" destId="{D359D893-BDBA-4140-8097-50F59026FD15}" srcOrd="1" destOrd="0" presId="urn:microsoft.com/office/officeart/2005/8/layout/vList2"/>
    <dgm:cxn modelId="{6673F490-75EB-47FA-8F22-E3540415A2E1}" type="presParOf" srcId="{F67A47D3-30B3-4E57-9A20-2E852ECAFF1E}" destId="{37073214-7273-4E90-87C6-7500B41D7DAC}"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49DDBF79-5331-4413-8616-FBB815C820B9}"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CAE092BC-EAA2-4E17-A5FE-D413BA127D75}">
      <dgm:prSet/>
      <dgm:spPr/>
      <dgm:t>
        <a:bodyPr/>
        <a:lstStyle/>
        <a:p>
          <a:r>
            <a:rPr lang="en-US"/>
            <a:t>✅ Answer: C</a:t>
          </a:r>
        </a:p>
      </dgm:t>
    </dgm:pt>
    <dgm:pt modelId="{AAC95262-F7D4-4A0F-B7C5-5821A0AFDC4A}" type="parTrans" cxnId="{F4B20D30-7077-43AE-94DD-D61F597FC790}">
      <dgm:prSet/>
      <dgm:spPr/>
      <dgm:t>
        <a:bodyPr/>
        <a:lstStyle/>
        <a:p>
          <a:endParaRPr lang="en-US"/>
        </a:p>
      </dgm:t>
    </dgm:pt>
    <dgm:pt modelId="{8DB39B72-EC85-4518-8DD9-E5FBFDAF37B5}" type="sibTrans" cxnId="{F4B20D30-7077-43AE-94DD-D61F597FC790}">
      <dgm:prSet/>
      <dgm:spPr/>
      <dgm:t>
        <a:bodyPr/>
        <a:lstStyle/>
        <a:p>
          <a:endParaRPr lang="en-US"/>
        </a:p>
      </dgm:t>
    </dgm:pt>
    <dgm:pt modelId="{6F04F66B-810C-4490-BBC5-DA1F9CF5E6B5}">
      <dgm:prSet/>
      <dgm:spPr/>
      <dgm:t>
        <a:bodyPr/>
        <a:lstStyle/>
        <a:p>
          <a:r>
            <a:rPr lang="en-US"/>
            <a:t>They reduce exposure but don’t fix insecure code.</a:t>
          </a:r>
        </a:p>
      </dgm:t>
    </dgm:pt>
    <dgm:pt modelId="{4D4E43FB-D121-4E0B-93F3-EA8C9FEF1440}" type="parTrans" cxnId="{34150C9E-8E98-4581-B3E9-AFA53B953CD6}">
      <dgm:prSet/>
      <dgm:spPr/>
      <dgm:t>
        <a:bodyPr/>
        <a:lstStyle/>
        <a:p>
          <a:endParaRPr lang="en-US"/>
        </a:p>
      </dgm:t>
    </dgm:pt>
    <dgm:pt modelId="{84D25E94-9BE9-4B40-AE56-224DF1444DA5}" type="sibTrans" cxnId="{34150C9E-8E98-4581-B3E9-AFA53B953CD6}">
      <dgm:prSet/>
      <dgm:spPr/>
      <dgm:t>
        <a:bodyPr/>
        <a:lstStyle/>
        <a:p>
          <a:endParaRPr lang="en-US"/>
        </a:p>
      </dgm:t>
    </dgm:pt>
    <dgm:pt modelId="{CC3C6235-4C4F-4021-A27B-665C9FDC7F78}" type="pres">
      <dgm:prSet presAssocID="{49DDBF79-5331-4413-8616-FBB815C820B9}" presName="hierChild1" presStyleCnt="0">
        <dgm:presLayoutVars>
          <dgm:chPref val="1"/>
          <dgm:dir/>
          <dgm:animOne val="branch"/>
          <dgm:animLvl val="lvl"/>
          <dgm:resizeHandles/>
        </dgm:presLayoutVars>
      </dgm:prSet>
      <dgm:spPr/>
    </dgm:pt>
    <dgm:pt modelId="{4DE3E299-6F91-452F-ADB2-B6454BF75E11}" type="pres">
      <dgm:prSet presAssocID="{CAE092BC-EAA2-4E17-A5FE-D413BA127D75}" presName="hierRoot1" presStyleCnt="0"/>
      <dgm:spPr/>
    </dgm:pt>
    <dgm:pt modelId="{FE689733-DD55-42AB-A22E-3F1354A3E46D}" type="pres">
      <dgm:prSet presAssocID="{CAE092BC-EAA2-4E17-A5FE-D413BA127D75}" presName="composite" presStyleCnt="0"/>
      <dgm:spPr/>
    </dgm:pt>
    <dgm:pt modelId="{A1DC2FAB-E11D-4F08-828E-31D7EC1FB364}" type="pres">
      <dgm:prSet presAssocID="{CAE092BC-EAA2-4E17-A5FE-D413BA127D75}" presName="background" presStyleLbl="node0" presStyleIdx="0" presStyleCnt="2"/>
      <dgm:spPr/>
    </dgm:pt>
    <dgm:pt modelId="{5304815C-D838-450E-AA77-13D74D0A5422}" type="pres">
      <dgm:prSet presAssocID="{CAE092BC-EAA2-4E17-A5FE-D413BA127D75}" presName="text" presStyleLbl="fgAcc0" presStyleIdx="0" presStyleCnt="2">
        <dgm:presLayoutVars>
          <dgm:chPref val="3"/>
        </dgm:presLayoutVars>
      </dgm:prSet>
      <dgm:spPr/>
    </dgm:pt>
    <dgm:pt modelId="{B31EDC26-4D54-419B-8BC8-1CD5D6C0DD1A}" type="pres">
      <dgm:prSet presAssocID="{CAE092BC-EAA2-4E17-A5FE-D413BA127D75}" presName="hierChild2" presStyleCnt="0"/>
      <dgm:spPr/>
    </dgm:pt>
    <dgm:pt modelId="{B921E380-7A24-4773-BFD9-74BF92619007}" type="pres">
      <dgm:prSet presAssocID="{6F04F66B-810C-4490-BBC5-DA1F9CF5E6B5}" presName="hierRoot1" presStyleCnt="0"/>
      <dgm:spPr/>
    </dgm:pt>
    <dgm:pt modelId="{86E92565-83F3-4C56-95D3-13382D8073E1}" type="pres">
      <dgm:prSet presAssocID="{6F04F66B-810C-4490-BBC5-DA1F9CF5E6B5}" presName="composite" presStyleCnt="0"/>
      <dgm:spPr/>
    </dgm:pt>
    <dgm:pt modelId="{E333864D-70AE-4E42-BF23-631F8B126F55}" type="pres">
      <dgm:prSet presAssocID="{6F04F66B-810C-4490-BBC5-DA1F9CF5E6B5}" presName="background" presStyleLbl="node0" presStyleIdx="1" presStyleCnt="2"/>
      <dgm:spPr/>
    </dgm:pt>
    <dgm:pt modelId="{9B7CF83A-0E3F-42D1-B423-005688AEDAD6}" type="pres">
      <dgm:prSet presAssocID="{6F04F66B-810C-4490-BBC5-DA1F9CF5E6B5}" presName="text" presStyleLbl="fgAcc0" presStyleIdx="1" presStyleCnt="2">
        <dgm:presLayoutVars>
          <dgm:chPref val="3"/>
        </dgm:presLayoutVars>
      </dgm:prSet>
      <dgm:spPr/>
    </dgm:pt>
    <dgm:pt modelId="{C821B0CA-A073-4040-88C7-8139D7A8C7AE}" type="pres">
      <dgm:prSet presAssocID="{6F04F66B-810C-4490-BBC5-DA1F9CF5E6B5}" presName="hierChild2" presStyleCnt="0"/>
      <dgm:spPr/>
    </dgm:pt>
  </dgm:ptLst>
  <dgm:cxnLst>
    <dgm:cxn modelId="{27D4CE17-B3EA-4375-B1EE-EEB9B3A86E8E}" type="presOf" srcId="{6F04F66B-810C-4490-BBC5-DA1F9CF5E6B5}" destId="{9B7CF83A-0E3F-42D1-B423-005688AEDAD6}" srcOrd="0" destOrd="0" presId="urn:microsoft.com/office/officeart/2005/8/layout/hierarchy1"/>
    <dgm:cxn modelId="{F4B20D30-7077-43AE-94DD-D61F597FC790}" srcId="{49DDBF79-5331-4413-8616-FBB815C820B9}" destId="{CAE092BC-EAA2-4E17-A5FE-D413BA127D75}" srcOrd="0" destOrd="0" parTransId="{AAC95262-F7D4-4A0F-B7C5-5821A0AFDC4A}" sibTransId="{8DB39B72-EC85-4518-8DD9-E5FBFDAF37B5}"/>
    <dgm:cxn modelId="{CBC96A6D-2CA9-4796-89CA-22DD3FAE6C9F}" type="presOf" srcId="{CAE092BC-EAA2-4E17-A5FE-D413BA127D75}" destId="{5304815C-D838-450E-AA77-13D74D0A5422}" srcOrd="0" destOrd="0" presId="urn:microsoft.com/office/officeart/2005/8/layout/hierarchy1"/>
    <dgm:cxn modelId="{34150C9E-8E98-4581-B3E9-AFA53B953CD6}" srcId="{49DDBF79-5331-4413-8616-FBB815C820B9}" destId="{6F04F66B-810C-4490-BBC5-DA1F9CF5E6B5}" srcOrd="1" destOrd="0" parTransId="{4D4E43FB-D121-4E0B-93F3-EA8C9FEF1440}" sibTransId="{84D25E94-9BE9-4B40-AE56-224DF1444DA5}"/>
    <dgm:cxn modelId="{773E0DE6-ADBF-476B-8449-ADAE0C606E8F}" type="presOf" srcId="{49DDBF79-5331-4413-8616-FBB815C820B9}" destId="{CC3C6235-4C4F-4021-A27B-665C9FDC7F78}" srcOrd="0" destOrd="0" presId="urn:microsoft.com/office/officeart/2005/8/layout/hierarchy1"/>
    <dgm:cxn modelId="{75DC6EEE-DCA8-47BA-91DB-14005507CED4}" type="presParOf" srcId="{CC3C6235-4C4F-4021-A27B-665C9FDC7F78}" destId="{4DE3E299-6F91-452F-ADB2-B6454BF75E11}" srcOrd="0" destOrd="0" presId="urn:microsoft.com/office/officeart/2005/8/layout/hierarchy1"/>
    <dgm:cxn modelId="{73F2A9DB-42A3-4602-988A-1F4574AABBBD}" type="presParOf" srcId="{4DE3E299-6F91-452F-ADB2-B6454BF75E11}" destId="{FE689733-DD55-42AB-A22E-3F1354A3E46D}" srcOrd="0" destOrd="0" presId="urn:microsoft.com/office/officeart/2005/8/layout/hierarchy1"/>
    <dgm:cxn modelId="{4D0FA401-0533-4BA6-B9C1-E88D696A8350}" type="presParOf" srcId="{FE689733-DD55-42AB-A22E-3F1354A3E46D}" destId="{A1DC2FAB-E11D-4F08-828E-31D7EC1FB364}" srcOrd="0" destOrd="0" presId="urn:microsoft.com/office/officeart/2005/8/layout/hierarchy1"/>
    <dgm:cxn modelId="{B6D54F8C-7FC1-4B16-A206-67B2F21C8454}" type="presParOf" srcId="{FE689733-DD55-42AB-A22E-3F1354A3E46D}" destId="{5304815C-D838-450E-AA77-13D74D0A5422}" srcOrd="1" destOrd="0" presId="urn:microsoft.com/office/officeart/2005/8/layout/hierarchy1"/>
    <dgm:cxn modelId="{7BDFEAB1-F1DC-4D3A-B6C1-B40114745143}" type="presParOf" srcId="{4DE3E299-6F91-452F-ADB2-B6454BF75E11}" destId="{B31EDC26-4D54-419B-8BC8-1CD5D6C0DD1A}" srcOrd="1" destOrd="0" presId="urn:microsoft.com/office/officeart/2005/8/layout/hierarchy1"/>
    <dgm:cxn modelId="{A2F46050-F2C6-4686-AC85-08FE8DDB3B21}" type="presParOf" srcId="{CC3C6235-4C4F-4021-A27B-665C9FDC7F78}" destId="{B921E380-7A24-4773-BFD9-74BF92619007}" srcOrd="1" destOrd="0" presId="urn:microsoft.com/office/officeart/2005/8/layout/hierarchy1"/>
    <dgm:cxn modelId="{DB79AC1D-2527-4FEF-80FE-A8952B93A2EC}" type="presParOf" srcId="{B921E380-7A24-4773-BFD9-74BF92619007}" destId="{86E92565-83F3-4C56-95D3-13382D8073E1}" srcOrd="0" destOrd="0" presId="urn:microsoft.com/office/officeart/2005/8/layout/hierarchy1"/>
    <dgm:cxn modelId="{A4850F37-764C-4ECE-9285-F1FE3AEE7008}" type="presParOf" srcId="{86E92565-83F3-4C56-95D3-13382D8073E1}" destId="{E333864D-70AE-4E42-BF23-631F8B126F55}" srcOrd="0" destOrd="0" presId="urn:microsoft.com/office/officeart/2005/8/layout/hierarchy1"/>
    <dgm:cxn modelId="{700766D1-C72F-48E8-A583-B4B1D95B923C}" type="presParOf" srcId="{86E92565-83F3-4C56-95D3-13382D8073E1}" destId="{9B7CF83A-0E3F-42D1-B423-005688AEDAD6}" srcOrd="1" destOrd="0" presId="urn:microsoft.com/office/officeart/2005/8/layout/hierarchy1"/>
    <dgm:cxn modelId="{AFF89CED-5A56-4EC8-AC55-A313B3EB8500}" type="presParOf" srcId="{B921E380-7A24-4773-BFD9-74BF92619007}" destId="{C821B0CA-A073-4040-88C7-8139D7A8C7AE}"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658371C4-7A68-49C9-8A6A-017E3334E854}" type="doc">
      <dgm:prSet loTypeId="urn:microsoft.com/office/officeart/2005/8/layout/hierarchy1" loCatId="hierarchy" qsTypeId="urn:microsoft.com/office/officeart/2005/8/quickstyle/simple1" qsCatId="simple" csTypeId="urn:microsoft.com/office/officeart/2005/8/colors/accent4_2" csCatId="accent4"/>
      <dgm:spPr/>
      <dgm:t>
        <a:bodyPr/>
        <a:lstStyle/>
        <a:p>
          <a:endParaRPr lang="en-US"/>
        </a:p>
      </dgm:t>
    </dgm:pt>
    <dgm:pt modelId="{F701F9F5-5975-4033-A631-F37285B47196}">
      <dgm:prSet/>
      <dgm:spPr/>
      <dgm:t>
        <a:bodyPr/>
        <a:lstStyle/>
        <a:p>
          <a:r>
            <a:rPr lang="en-US"/>
            <a:t>✅ Answer: B</a:t>
          </a:r>
        </a:p>
      </dgm:t>
    </dgm:pt>
    <dgm:pt modelId="{479519DC-804E-4D39-8448-CDC40373EFC6}" type="parTrans" cxnId="{81E059A4-BF35-4294-ADC7-EEE7A44CAEB6}">
      <dgm:prSet/>
      <dgm:spPr/>
      <dgm:t>
        <a:bodyPr/>
        <a:lstStyle/>
        <a:p>
          <a:endParaRPr lang="en-US"/>
        </a:p>
      </dgm:t>
    </dgm:pt>
    <dgm:pt modelId="{6A142BDC-AE28-4BC7-99FC-2E9F39566287}" type="sibTrans" cxnId="{81E059A4-BF35-4294-ADC7-EEE7A44CAEB6}">
      <dgm:prSet/>
      <dgm:spPr/>
      <dgm:t>
        <a:bodyPr/>
        <a:lstStyle/>
        <a:p>
          <a:endParaRPr lang="en-US"/>
        </a:p>
      </dgm:t>
    </dgm:pt>
    <dgm:pt modelId="{720BF8B6-332F-4D2E-AFD9-CFB84567D563}">
      <dgm:prSet/>
      <dgm:spPr/>
      <dgm:t>
        <a:bodyPr/>
        <a:lstStyle/>
        <a:p>
          <a:r>
            <a:rPr lang="en-US"/>
            <a:t>Third-party dependencies are a major risk.</a:t>
          </a:r>
        </a:p>
      </dgm:t>
    </dgm:pt>
    <dgm:pt modelId="{212A7453-194F-4937-91D6-2C84D38D68F5}" type="parTrans" cxnId="{B2B3C8ED-CAD0-4BA8-8E2E-7258F2D67FB9}">
      <dgm:prSet/>
      <dgm:spPr/>
      <dgm:t>
        <a:bodyPr/>
        <a:lstStyle/>
        <a:p>
          <a:endParaRPr lang="en-US"/>
        </a:p>
      </dgm:t>
    </dgm:pt>
    <dgm:pt modelId="{E199A6FE-DF77-42EA-A717-10826B331D0C}" type="sibTrans" cxnId="{B2B3C8ED-CAD0-4BA8-8E2E-7258F2D67FB9}">
      <dgm:prSet/>
      <dgm:spPr/>
      <dgm:t>
        <a:bodyPr/>
        <a:lstStyle/>
        <a:p>
          <a:endParaRPr lang="en-US"/>
        </a:p>
      </dgm:t>
    </dgm:pt>
    <dgm:pt modelId="{CC50B479-70F8-44A1-B561-2C6704BACD0F}" type="pres">
      <dgm:prSet presAssocID="{658371C4-7A68-49C9-8A6A-017E3334E854}" presName="hierChild1" presStyleCnt="0">
        <dgm:presLayoutVars>
          <dgm:chPref val="1"/>
          <dgm:dir/>
          <dgm:animOne val="branch"/>
          <dgm:animLvl val="lvl"/>
          <dgm:resizeHandles/>
        </dgm:presLayoutVars>
      </dgm:prSet>
      <dgm:spPr/>
    </dgm:pt>
    <dgm:pt modelId="{3BFDFEF6-1CF6-4433-8E55-031E5A7C4563}" type="pres">
      <dgm:prSet presAssocID="{F701F9F5-5975-4033-A631-F37285B47196}" presName="hierRoot1" presStyleCnt="0"/>
      <dgm:spPr/>
    </dgm:pt>
    <dgm:pt modelId="{30B25EDB-3BE8-4CF4-B09C-999BC198EF92}" type="pres">
      <dgm:prSet presAssocID="{F701F9F5-5975-4033-A631-F37285B47196}" presName="composite" presStyleCnt="0"/>
      <dgm:spPr/>
    </dgm:pt>
    <dgm:pt modelId="{F2421FD7-356A-4A2D-8861-AF999E4D40C0}" type="pres">
      <dgm:prSet presAssocID="{F701F9F5-5975-4033-A631-F37285B47196}" presName="background" presStyleLbl="node0" presStyleIdx="0" presStyleCnt="2"/>
      <dgm:spPr/>
    </dgm:pt>
    <dgm:pt modelId="{C83AF8EA-2EC3-45B1-BE2A-BEDB341DA113}" type="pres">
      <dgm:prSet presAssocID="{F701F9F5-5975-4033-A631-F37285B47196}" presName="text" presStyleLbl="fgAcc0" presStyleIdx="0" presStyleCnt="2">
        <dgm:presLayoutVars>
          <dgm:chPref val="3"/>
        </dgm:presLayoutVars>
      </dgm:prSet>
      <dgm:spPr/>
    </dgm:pt>
    <dgm:pt modelId="{86ABA9E0-47BE-49D0-9FA7-90C6883CF031}" type="pres">
      <dgm:prSet presAssocID="{F701F9F5-5975-4033-A631-F37285B47196}" presName="hierChild2" presStyleCnt="0"/>
      <dgm:spPr/>
    </dgm:pt>
    <dgm:pt modelId="{14EC8D4F-7369-4F91-A4B0-FE1B46A4B49F}" type="pres">
      <dgm:prSet presAssocID="{720BF8B6-332F-4D2E-AFD9-CFB84567D563}" presName="hierRoot1" presStyleCnt="0"/>
      <dgm:spPr/>
    </dgm:pt>
    <dgm:pt modelId="{DD49E60D-43D5-453C-AEA2-F3C74ABDC4D6}" type="pres">
      <dgm:prSet presAssocID="{720BF8B6-332F-4D2E-AFD9-CFB84567D563}" presName="composite" presStyleCnt="0"/>
      <dgm:spPr/>
    </dgm:pt>
    <dgm:pt modelId="{A59ABB28-78E6-4E44-8ED2-112452C9FF10}" type="pres">
      <dgm:prSet presAssocID="{720BF8B6-332F-4D2E-AFD9-CFB84567D563}" presName="background" presStyleLbl="node0" presStyleIdx="1" presStyleCnt="2"/>
      <dgm:spPr/>
    </dgm:pt>
    <dgm:pt modelId="{3D171CF2-C340-48E1-AB47-A672AA1773B2}" type="pres">
      <dgm:prSet presAssocID="{720BF8B6-332F-4D2E-AFD9-CFB84567D563}" presName="text" presStyleLbl="fgAcc0" presStyleIdx="1" presStyleCnt="2">
        <dgm:presLayoutVars>
          <dgm:chPref val="3"/>
        </dgm:presLayoutVars>
      </dgm:prSet>
      <dgm:spPr/>
    </dgm:pt>
    <dgm:pt modelId="{A545BE05-B5FD-43B7-9FA6-F1E3B3DFCFF6}" type="pres">
      <dgm:prSet presAssocID="{720BF8B6-332F-4D2E-AFD9-CFB84567D563}" presName="hierChild2" presStyleCnt="0"/>
      <dgm:spPr/>
    </dgm:pt>
  </dgm:ptLst>
  <dgm:cxnLst>
    <dgm:cxn modelId="{47F0927B-AE3D-4160-BF58-A601A0AC0856}" type="presOf" srcId="{658371C4-7A68-49C9-8A6A-017E3334E854}" destId="{CC50B479-70F8-44A1-B561-2C6704BACD0F}" srcOrd="0" destOrd="0" presId="urn:microsoft.com/office/officeart/2005/8/layout/hierarchy1"/>
    <dgm:cxn modelId="{DFF53C80-A2DB-4C93-92A0-9FCB5A448CCC}" type="presOf" srcId="{720BF8B6-332F-4D2E-AFD9-CFB84567D563}" destId="{3D171CF2-C340-48E1-AB47-A672AA1773B2}" srcOrd="0" destOrd="0" presId="urn:microsoft.com/office/officeart/2005/8/layout/hierarchy1"/>
    <dgm:cxn modelId="{81E059A4-BF35-4294-ADC7-EEE7A44CAEB6}" srcId="{658371C4-7A68-49C9-8A6A-017E3334E854}" destId="{F701F9F5-5975-4033-A631-F37285B47196}" srcOrd="0" destOrd="0" parTransId="{479519DC-804E-4D39-8448-CDC40373EFC6}" sibTransId="{6A142BDC-AE28-4BC7-99FC-2E9F39566287}"/>
    <dgm:cxn modelId="{3D82BEA4-016A-4D55-A75F-7D576154A404}" type="presOf" srcId="{F701F9F5-5975-4033-A631-F37285B47196}" destId="{C83AF8EA-2EC3-45B1-BE2A-BEDB341DA113}" srcOrd="0" destOrd="0" presId="urn:microsoft.com/office/officeart/2005/8/layout/hierarchy1"/>
    <dgm:cxn modelId="{B2B3C8ED-CAD0-4BA8-8E2E-7258F2D67FB9}" srcId="{658371C4-7A68-49C9-8A6A-017E3334E854}" destId="{720BF8B6-332F-4D2E-AFD9-CFB84567D563}" srcOrd="1" destOrd="0" parTransId="{212A7453-194F-4937-91D6-2C84D38D68F5}" sibTransId="{E199A6FE-DF77-42EA-A717-10826B331D0C}"/>
    <dgm:cxn modelId="{026DF5B8-ED7E-4480-936C-CBB41F96253D}" type="presParOf" srcId="{CC50B479-70F8-44A1-B561-2C6704BACD0F}" destId="{3BFDFEF6-1CF6-4433-8E55-031E5A7C4563}" srcOrd="0" destOrd="0" presId="urn:microsoft.com/office/officeart/2005/8/layout/hierarchy1"/>
    <dgm:cxn modelId="{91D7E9B2-4333-4FE6-8CCE-61FC494AB503}" type="presParOf" srcId="{3BFDFEF6-1CF6-4433-8E55-031E5A7C4563}" destId="{30B25EDB-3BE8-4CF4-B09C-999BC198EF92}" srcOrd="0" destOrd="0" presId="urn:microsoft.com/office/officeart/2005/8/layout/hierarchy1"/>
    <dgm:cxn modelId="{200F99C0-3848-457F-BEF5-4EF1BBBEB31E}" type="presParOf" srcId="{30B25EDB-3BE8-4CF4-B09C-999BC198EF92}" destId="{F2421FD7-356A-4A2D-8861-AF999E4D40C0}" srcOrd="0" destOrd="0" presId="urn:microsoft.com/office/officeart/2005/8/layout/hierarchy1"/>
    <dgm:cxn modelId="{E7C59804-BC4D-400F-A22B-837D348290CA}" type="presParOf" srcId="{30B25EDB-3BE8-4CF4-B09C-999BC198EF92}" destId="{C83AF8EA-2EC3-45B1-BE2A-BEDB341DA113}" srcOrd="1" destOrd="0" presId="urn:microsoft.com/office/officeart/2005/8/layout/hierarchy1"/>
    <dgm:cxn modelId="{C779B9A9-B423-4F61-830D-56C1863B4E4B}" type="presParOf" srcId="{3BFDFEF6-1CF6-4433-8E55-031E5A7C4563}" destId="{86ABA9E0-47BE-49D0-9FA7-90C6883CF031}" srcOrd="1" destOrd="0" presId="urn:microsoft.com/office/officeart/2005/8/layout/hierarchy1"/>
    <dgm:cxn modelId="{3C52B4E9-7853-4AE7-8564-835641DB436C}" type="presParOf" srcId="{CC50B479-70F8-44A1-B561-2C6704BACD0F}" destId="{14EC8D4F-7369-4F91-A4B0-FE1B46A4B49F}" srcOrd="1" destOrd="0" presId="urn:microsoft.com/office/officeart/2005/8/layout/hierarchy1"/>
    <dgm:cxn modelId="{8E8A4732-165F-4717-AE53-8F6217BFDDD2}" type="presParOf" srcId="{14EC8D4F-7369-4F91-A4B0-FE1B46A4B49F}" destId="{DD49E60D-43D5-453C-AEA2-F3C74ABDC4D6}" srcOrd="0" destOrd="0" presId="urn:microsoft.com/office/officeart/2005/8/layout/hierarchy1"/>
    <dgm:cxn modelId="{7D51D5D9-6B9E-422F-B1E5-1A9A3CC04C6B}" type="presParOf" srcId="{DD49E60D-43D5-453C-AEA2-F3C74ABDC4D6}" destId="{A59ABB28-78E6-4E44-8ED2-112452C9FF10}" srcOrd="0" destOrd="0" presId="urn:microsoft.com/office/officeart/2005/8/layout/hierarchy1"/>
    <dgm:cxn modelId="{F7F5089B-29DB-47C2-80C2-EED2EBA9CC20}" type="presParOf" srcId="{DD49E60D-43D5-453C-AEA2-F3C74ABDC4D6}" destId="{3D171CF2-C340-48E1-AB47-A672AA1773B2}" srcOrd="1" destOrd="0" presId="urn:microsoft.com/office/officeart/2005/8/layout/hierarchy1"/>
    <dgm:cxn modelId="{6C02C8E6-7D92-4A97-996A-1DBF0E5B0F3D}" type="presParOf" srcId="{14EC8D4F-7369-4F91-A4B0-FE1B46A4B49F}" destId="{A545BE05-B5FD-43B7-9FA6-F1E3B3DFCFF6}"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A13107FA-81F2-4948-AADF-676261CDB705}"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A3D9C6EC-C2A6-439F-B51B-27A1575E8AC3}">
      <dgm:prSet/>
      <dgm:spPr/>
      <dgm:t>
        <a:bodyPr/>
        <a:lstStyle/>
        <a:p>
          <a:r>
            <a:rPr lang="en-US"/>
            <a:t>✅ Answer: C</a:t>
          </a:r>
        </a:p>
      </dgm:t>
    </dgm:pt>
    <dgm:pt modelId="{583B5736-26D3-45F4-8FC3-FA898B75CB90}" type="parTrans" cxnId="{79D7A0BA-974C-47AB-8B7B-CDF054AF9843}">
      <dgm:prSet/>
      <dgm:spPr/>
      <dgm:t>
        <a:bodyPr/>
        <a:lstStyle/>
        <a:p>
          <a:endParaRPr lang="en-US"/>
        </a:p>
      </dgm:t>
    </dgm:pt>
    <dgm:pt modelId="{AB556847-7FFA-41D0-8493-61AD3E22BAE1}" type="sibTrans" cxnId="{79D7A0BA-974C-47AB-8B7B-CDF054AF9843}">
      <dgm:prSet/>
      <dgm:spPr/>
      <dgm:t>
        <a:bodyPr/>
        <a:lstStyle/>
        <a:p>
          <a:endParaRPr lang="en-US"/>
        </a:p>
      </dgm:t>
    </dgm:pt>
    <dgm:pt modelId="{4E4D55E7-D9AD-477A-89BE-8CA06FD87653}">
      <dgm:prSet/>
      <dgm:spPr/>
      <dgm:t>
        <a:bodyPr/>
        <a:lstStyle/>
        <a:p>
          <a:r>
            <a:rPr lang="en-US"/>
            <a:t>Hardest to notice and most damaging.</a:t>
          </a:r>
        </a:p>
      </dgm:t>
    </dgm:pt>
    <dgm:pt modelId="{428DB6EB-CF9D-461B-8549-CA26419822FD}" type="parTrans" cxnId="{01DF4A31-C119-46B4-9124-A8DEB98B62F9}">
      <dgm:prSet/>
      <dgm:spPr/>
      <dgm:t>
        <a:bodyPr/>
        <a:lstStyle/>
        <a:p>
          <a:endParaRPr lang="en-US"/>
        </a:p>
      </dgm:t>
    </dgm:pt>
    <dgm:pt modelId="{8A286452-958D-496F-AF7B-2088B47BF606}" type="sibTrans" cxnId="{01DF4A31-C119-46B4-9124-A8DEB98B62F9}">
      <dgm:prSet/>
      <dgm:spPr/>
      <dgm:t>
        <a:bodyPr/>
        <a:lstStyle/>
        <a:p>
          <a:endParaRPr lang="en-US"/>
        </a:p>
      </dgm:t>
    </dgm:pt>
    <dgm:pt modelId="{09FB7E5C-47F4-418A-B17D-A83524392865}" type="pres">
      <dgm:prSet presAssocID="{A13107FA-81F2-4948-AADF-676261CDB705}" presName="hierChild1" presStyleCnt="0">
        <dgm:presLayoutVars>
          <dgm:chPref val="1"/>
          <dgm:dir/>
          <dgm:animOne val="branch"/>
          <dgm:animLvl val="lvl"/>
          <dgm:resizeHandles/>
        </dgm:presLayoutVars>
      </dgm:prSet>
      <dgm:spPr/>
    </dgm:pt>
    <dgm:pt modelId="{A620A265-094F-4B86-AF6D-14DCBE8A8B08}" type="pres">
      <dgm:prSet presAssocID="{A3D9C6EC-C2A6-439F-B51B-27A1575E8AC3}" presName="hierRoot1" presStyleCnt="0"/>
      <dgm:spPr/>
    </dgm:pt>
    <dgm:pt modelId="{F9F1004D-7757-41C0-BDE4-B92F51CD424F}" type="pres">
      <dgm:prSet presAssocID="{A3D9C6EC-C2A6-439F-B51B-27A1575E8AC3}" presName="composite" presStyleCnt="0"/>
      <dgm:spPr/>
    </dgm:pt>
    <dgm:pt modelId="{274D2CC4-1910-4BAC-829D-EE607AE42BD6}" type="pres">
      <dgm:prSet presAssocID="{A3D9C6EC-C2A6-439F-B51B-27A1575E8AC3}" presName="background" presStyleLbl="node0" presStyleIdx="0" presStyleCnt="2"/>
      <dgm:spPr/>
    </dgm:pt>
    <dgm:pt modelId="{A02D3165-29EA-4FB2-BE63-08956FDBEC84}" type="pres">
      <dgm:prSet presAssocID="{A3D9C6EC-C2A6-439F-B51B-27A1575E8AC3}" presName="text" presStyleLbl="fgAcc0" presStyleIdx="0" presStyleCnt="2">
        <dgm:presLayoutVars>
          <dgm:chPref val="3"/>
        </dgm:presLayoutVars>
      </dgm:prSet>
      <dgm:spPr/>
    </dgm:pt>
    <dgm:pt modelId="{1089C032-D365-44B5-8631-BB53725E823E}" type="pres">
      <dgm:prSet presAssocID="{A3D9C6EC-C2A6-439F-B51B-27A1575E8AC3}" presName="hierChild2" presStyleCnt="0"/>
      <dgm:spPr/>
    </dgm:pt>
    <dgm:pt modelId="{11D4964E-5A16-4BC1-B3CE-56127E2908E4}" type="pres">
      <dgm:prSet presAssocID="{4E4D55E7-D9AD-477A-89BE-8CA06FD87653}" presName="hierRoot1" presStyleCnt="0"/>
      <dgm:spPr/>
    </dgm:pt>
    <dgm:pt modelId="{2025FDE2-E969-4658-8CB7-564B25272D70}" type="pres">
      <dgm:prSet presAssocID="{4E4D55E7-D9AD-477A-89BE-8CA06FD87653}" presName="composite" presStyleCnt="0"/>
      <dgm:spPr/>
    </dgm:pt>
    <dgm:pt modelId="{8C7A81E1-5867-4069-8534-6E8144D8FDF8}" type="pres">
      <dgm:prSet presAssocID="{4E4D55E7-D9AD-477A-89BE-8CA06FD87653}" presName="background" presStyleLbl="node0" presStyleIdx="1" presStyleCnt="2"/>
      <dgm:spPr/>
    </dgm:pt>
    <dgm:pt modelId="{E81D67B6-2953-410B-852C-64CA9C177A29}" type="pres">
      <dgm:prSet presAssocID="{4E4D55E7-D9AD-477A-89BE-8CA06FD87653}" presName="text" presStyleLbl="fgAcc0" presStyleIdx="1" presStyleCnt="2">
        <dgm:presLayoutVars>
          <dgm:chPref val="3"/>
        </dgm:presLayoutVars>
      </dgm:prSet>
      <dgm:spPr/>
    </dgm:pt>
    <dgm:pt modelId="{7E89C9A8-7A0E-43D2-BE9F-DAE01C594B7A}" type="pres">
      <dgm:prSet presAssocID="{4E4D55E7-D9AD-477A-89BE-8CA06FD87653}" presName="hierChild2" presStyleCnt="0"/>
      <dgm:spPr/>
    </dgm:pt>
  </dgm:ptLst>
  <dgm:cxnLst>
    <dgm:cxn modelId="{EAD8E52E-3FEC-4D25-BCE8-47EC0CF67917}" type="presOf" srcId="{A3D9C6EC-C2A6-439F-B51B-27A1575E8AC3}" destId="{A02D3165-29EA-4FB2-BE63-08956FDBEC84}" srcOrd="0" destOrd="0" presId="urn:microsoft.com/office/officeart/2005/8/layout/hierarchy1"/>
    <dgm:cxn modelId="{01DF4A31-C119-46B4-9124-A8DEB98B62F9}" srcId="{A13107FA-81F2-4948-AADF-676261CDB705}" destId="{4E4D55E7-D9AD-477A-89BE-8CA06FD87653}" srcOrd="1" destOrd="0" parTransId="{428DB6EB-CF9D-461B-8549-CA26419822FD}" sibTransId="{8A286452-958D-496F-AF7B-2088B47BF606}"/>
    <dgm:cxn modelId="{907A5961-F9E9-4D09-9360-390FCFD0F361}" type="presOf" srcId="{A13107FA-81F2-4948-AADF-676261CDB705}" destId="{09FB7E5C-47F4-418A-B17D-A83524392865}" srcOrd="0" destOrd="0" presId="urn:microsoft.com/office/officeart/2005/8/layout/hierarchy1"/>
    <dgm:cxn modelId="{EC53FB7B-290B-4F89-ABF3-DC6254019FE0}" type="presOf" srcId="{4E4D55E7-D9AD-477A-89BE-8CA06FD87653}" destId="{E81D67B6-2953-410B-852C-64CA9C177A29}" srcOrd="0" destOrd="0" presId="urn:microsoft.com/office/officeart/2005/8/layout/hierarchy1"/>
    <dgm:cxn modelId="{79D7A0BA-974C-47AB-8B7B-CDF054AF9843}" srcId="{A13107FA-81F2-4948-AADF-676261CDB705}" destId="{A3D9C6EC-C2A6-439F-B51B-27A1575E8AC3}" srcOrd="0" destOrd="0" parTransId="{583B5736-26D3-45F4-8FC3-FA898B75CB90}" sibTransId="{AB556847-7FFA-41D0-8493-61AD3E22BAE1}"/>
    <dgm:cxn modelId="{D9DB5D3D-C908-4774-976A-669416EA194B}" type="presParOf" srcId="{09FB7E5C-47F4-418A-B17D-A83524392865}" destId="{A620A265-094F-4B86-AF6D-14DCBE8A8B08}" srcOrd="0" destOrd="0" presId="urn:microsoft.com/office/officeart/2005/8/layout/hierarchy1"/>
    <dgm:cxn modelId="{52486A94-903F-4066-BC3E-712BABA64D6F}" type="presParOf" srcId="{A620A265-094F-4B86-AF6D-14DCBE8A8B08}" destId="{F9F1004D-7757-41C0-BDE4-B92F51CD424F}" srcOrd="0" destOrd="0" presId="urn:microsoft.com/office/officeart/2005/8/layout/hierarchy1"/>
    <dgm:cxn modelId="{F055760E-4F5E-4A98-B252-A4C439742ED9}" type="presParOf" srcId="{F9F1004D-7757-41C0-BDE4-B92F51CD424F}" destId="{274D2CC4-1910-4BAC-829D-EE607AE42BD6}" srcOrd="0" destOrd="0" presId="urn:microsoft.com/office/officeart/2005/8/layout/hierarchy1"/>
    <dgm:cxn modelId="{8B2A3BB2-BB98-4A92-8B39-29591BC5C4E2}" type="presParOf" srcId="{F9F1004D-7757-41C0-BDE4-B92F51CD424F}" destId="{A02D3165-29EA-4FB2-BE63-08956FDBEC84}" srcOrd="1" destOrd="0" presId="urn:microsoft.com/office/officeart/2005/8/layout/hierarchy1"/>
    <dgm:cxn modelId="{60702FA4-9CA9-4E1D-8F16-A2855DC5920F}" type="presParOf" srcId="{A620A265-094F-4B86-AF6D-14DCBE8A8B08}" destId="{1089C032-D365-44B5-8631-BB53725E823E}" srcOrd="1" destOrd="0" presId="urn:microsoft.com/office/officeart/2005/8/layout/hierarchy1"/>
    <dgm:cxn modelId="{7F1BFF52-407E-4167-8795-77EA8D568692}" type="presParOf" srcId="{09FB7E5C-47F4-418A-B17D-A83524392865}" destId="{11D4964E-5A16-4BC1-B3CE-56127E2908E4}" srcOrd="1" destOrd="0" presId="urn:microsoft.com/office/officeart/2005/8/layout/hierarchy1"/>
    <dgm:cxn modelId="{A88F3630-7BA2-4916-BE41-05AC68C45CCC}" type="presParOf" srcId="{11D4964E-5A16-4BC1-B3CE-56127E2908E4}" destId="{2025FDE2-E969-4658-8CB7-564B25272D70}" srcOrd="0" destOrd="0" presId="urn:microsoft.com/office/officeart/2005/8/layout/hierarchy1"/>
    <dgm:cxn modelId="{A0D0E84B-C29E-4ECE-822E-BD3156989C29}" type="presParOf" srcId="{2025FDE2-E969-4658-8CB7-564B25272D70}" destId="{8C7A81E1-5867-4069-8534-6E8144D8FDF8}" srcOrd="0" destOrd="0" presId="urn:microsoft.com/office/officeart/2005/8/layout/hierarchy1"/>
    <dgm:cxn modelId="{3AA3DABF-5DB9-46E1-A8DF-A0CB3697C4B1}" type="presParOf" srcId="{2025FDE2-E969-4658-8CB7-564B25272D70}" destId="{E81D67B6-2953-410B-852C-64CA9C177A29}" srcOrd="1" destOrd="0" presId="urn:microsoft.com/office/officeart/2005/8/layout/hierarchy1"/>
    <dgm:cxn modelId="{973FDDAC-6A01-485A-8A01-C2C48D4F1A6B}" type="presParOf" srcId="{11D4964E-5A16-4BC1-B3CE-56127E2908E4}" destId="{7E89C9A8-7A0E-43D2-BE9F-DAE01C594B7A}"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CFEFD30A-8925-4AC9-9CCB-F3B19420FFF7}"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CBA6CC2A-D083-4D59-9308-ADE89FAA1ADF}">
      <dgm:prSet/>
      <dgm:spPr/>
      <dgm:t>
        <a:bodyPr/>
        <a:lstStyle/>
        <a:p>
          <a:r>
            <a:rPr lang="en-US"/>
            <a:t>❌ Answer: No</a:t>
          </a:r>
        </a:p>
      </dgm:t>
    </dgm:pt>
    <dgm:pt modelId="{871954BE-AD19-41A6-894E-D8EA2883D559}" type="parTrans" cxnId="{43C0992A-C0D6-46F8-BA5A-72EA6E5FEB5E}">
      <dgm:prSet/>
      <dgm:spPr/>
      <dgm:t>
        <a:bodyPr/>
        <a:lstStyle/>
        <a:p>
          <a:endParaRPr lang="en-US"/>
        </a:p>
      </dgm:t>
    </dgm:pt>
    <dgm:pt modelId="{A067692A-7005-457F-9D1A-962C8BADBB72}" type="sibTrans" cxnId="{43C0992A-C0D6-46F8-BA5A-72EA6E5FEB5E}">
      <dgm:prSet/>
      <dgm:spPr/>
      <dgm:t>
        <a:bodyPr/>
        <a:lstStyle/>
        <a:p>
          <a:endParaRPr lang="en-US"/>
        </a:p>
      </dgm:t>
    </dgm:pt>
    <dgm:pt modelId="{803251E6-49A9-4970-BE90-9F6DF4710BBB}">
      <dgm:prSet/>
      <dgm:spPr/>
      <dgm:t>
        <a:bodyPr/>
        <a:lstStyle/>
        <a:p>
          <a:r>
            <a:rPr lang="en-US"/>
            <a:t>Encryption alone does not guarantee integrity.</a:t>
          </a:r>
        </a:p>
      </dgm:t>
    </dgm:pt>
    <dgm:pt modelId="{ED69259C-98E3-4C22-AD8B-F6142080B603}" type="parTrans" cxnId="{2FA9A6F9-62D1-4AAD-B316-AECBD67F200B}">
      <dgm:prSet/>
      <dgm:spPr/>
      <dgm:t>
        <a:bodyPr/>
        <a:lstStyle/>
        <a:p>
          <a:endParaRPr lang="en-US"/>
        </a:p>
      </dgm:t>
    </dgm:pt>
    <dgm:pt modelId="{35EB3498-9D1D-4BEA-B75D-1E90C0EA0584}" type="sibTrans" cxnId="{2FA9A6F9-62D1-4AAD-B316-AECBD67F200B}">
      <dgm:prSet/>
      <dgm:spPr/>
      <dgm:t>
        <a:bodyPr/>
        <a:lstStyle/>
        <a:p>
          <a:endParaRPr lang="en-US"/>
        </a:p>
      </dgm:t>
    </dgm:pt>
    <dgm:pt modelId="{5C12004E-AE2F-48FC-88C7-0CA2B821D1FC}" type="pres">
      <dgm:prSet presAssocID="{CFEFD30A-8925-4AC9-9CCB-F3B19420FFF7}" presName="linear" presStyleCnt="0">
        <dgm:presLayoutVars>
          <dgm:animLvl val="lvl"/>
          <dgm:resizeHandles val="exact"/>
        </dgm:presLayoutVars>
      </dgm:prSet>
      <dgm:spPr/>
    </dgm:pt>
    <dgm:pt modelId="{7942850D-92CE-488D-BE02-2E6FF900227F}" type="pres">
      <dgm:prSet presAssocID="{CBA6CC2A-D083-4D59-9308-ADE89FAA1ADF}" presName="parentText" presStyleLbl="node1" presStyleIdx="0" presStyleCnt="2">
        <dgm:presLayoutVars>
          <dgm:chMax val="0"/>
          <dgm:bulletEnabled val="1"/>
        </dgm:presLayoutVars>
      </dgm:prSet>
      <dgm:spPr/>
    </dgm:pt>
    <dgm:pt modelId="{67D78F2E-56D7-41EA-98D2-822F2D7F5E87}" type="pres">
      <dgm:prSet presAssocID="{A067692A-7005-457F-9D1A-962C8BADBB72}" presName="spacer" presStyleCnt="0"/>
      <dgm:spPr/>
    </dgm:pt>
    <dgm:pt modelId="{25B44746-1C6A-4114-BB42-7BB49072C9A7}" type="pres">
      <dgm:prSet presAssocID="{803251E6-49A9-4970-BE90-9F6DF4710BBB}" presName="parentText" presStyleLbl="node1" presStyleIdx="1" presStyleCnt="2">
        <dgm:presLayoutVars>
          <dgm:chMax val="0"/>
          <dgm:bulletEnabled val="1"/>
        </dgm:presLayoutVars>
      </dgm:prSet>
      <dgm:spPr/>
    </dgm:pt>
  </dgm:ptLst>
  <dgm:cxnLst>
    <dgm:cxn modelId="{641C0512-9767-4F15-B065-F051C9FE8963}" type="presOf" srcId="{803251E6-49A9-4970-BE90-9F6DF4710BBB}" destId="{25B44746-1C6A-4114-BB42-7BB49072C9A7}" srcOrd="0" destOrd="0" presId="urn:microsoft.com/office/officeart/2005/8/layout/vList2"/>
    <dgm:cxn modelId="{43C0992A-C0D6-46F8-BA5A-72EA6E5FEB5E}" srcId="{CFEFD30A-8925-4AC9-9CCB-F3B19420FFF7}" destId="{CBA6CC2A-D083-4D59-9308-ADE89FAA1ADF}" srcOrd="0" destOrd="0" parTransId="{871954BE-AD19-41A6-894E-D8EA2883D559}" sibTransId="{A067692A-7005-457F-9D1A-962C8BADBB72}"/>
    <dgm:cxn modelId="{2A7D3D56-30BB-47EE-AED7-47B4EDA6E372}" type="presOf" srcId="{CBA6CC2A-D083-4D59-9308-ADE89FAA1ADF}" destId="{7942850D-92CE-488D-BE02-2E6FF900227F}" srcOrd="0" destOrd="0" presId="urn:microsoft.com/office/officeart/2005/8/layout/vList2"/>
    <dgm:cxn modelId="{9F8AB8EE-5E13-4D61-8180-A23F41ED24D7}" type="presOf" srcId="{CFEFD30A-8925-4AC9-9CCB-F3B19420FFF7}" destId="{5C12004E-AE2F-48FC-88C7-0CA2B821D1FC}" srcOrd="0" destOrd="0" presId="urn:microsoft.com/office/officeart/2005/8/layout/vList2"/>
    <dgm:cxn modelId="{2FA9A6F9-62D1-4AAD-B316-AECBD67F200B}" srcId="{CFEFD30A-8925-4AC9-9CCB-F3B19420FFF7}" destId="{803251E6-49A9-4970-BE90-9F6DF4710BBB}" srcOrd="1" destOrd="0" parTransId="{ED69259C-98E3-4C22-AD8B-F6142080B603}" sibTransId="{35EB3498-9D1D-4BEA-B75D-1E90C0EA0584}"/>
    <dgm:cxn modelId="{55AB0BCB-2B12-45CA-B934-FFE7C27755D9}" type="presParOf" srcId="{5C12004E-AE2F-48FC-88C7-0CA2B821D1FC}" destId="{7942850D-92CE-488D-BE02-2E6FF900227F}" srcOrd="0" destOrd="0" presId="urn:microsoft.com/office/officeart/2005/8/layout/vList2"/>
    <dgm:cxn modelId="{AA479F84-13F8-4D4B-81C5-F96C94DE827D}" type="presParOf" srcId="{5C12004E-AE2F-48FC-88C7-0CA2B821D1FC}" destId="{67D78F2E-56D7-41EA-98D2-822F2D7F5E87}" srcOrd="1" destOrd="0" presId="urn:microsoft.com/office/officeart/2005/8/layout/vList2"/>
    <dgm:cxn modelId="{A31C8B55-1A65-41E1-AE04-B564527B0860}" type="presParOf" srcId="{5C12004E-AE2F-48FC-88C7-0CA2B821D1FC}" destId="{25B44746-1C6A-4114-BB42-7BB49072C9A7}"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27B9A01B-80BD-45BE-B372-65F015D8B414}"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DEE7DE38-2905-4513-8FA2-CCA6D8D54AA4}">
      <dgm:prSet/>
      <dgm:spPr/>
      <dgm:t>
        <a:bodyPr/>
        <a:lstStyle/>
        <a:p>
          <a:r>
            <a:rPr lang="en-US"/>
            <a:t>✅ Answer: C</a:t>
          </a:r>
        </a:p>
      </dgm:t>
    </dgm:pt>
    <dgm:pt modelId="{9F949E92-7A47-48CB-B180-DA71DF68FE8C}" type="parTrans" cxnId="{C6C436BD-8CAE-4EF5-9FC7-C117152AB9D1}">
      <dgm:prSet/>
      <dgm:spPr/>
      <dgm:t>
        <a:bodyPr/>
        <a:lstStyle/>
        <a:p>
          <a:endParaRPr lang="en-US"/>
        </a:p>
      </dgm:t>
    </dgm:pt>
    <dgm:pt modelId="{3CF58D2B-3BC8-4508-A48A-25D835C55F3C}" type="sibTrans" cxnId="{C6C436BD-8CAE-4EF5-9FC7-C117152AB9D1}">
      <dgm:prSet/>
      <dgm:spPr/>
      <dgm:t>
        <a:bodyPr/>
        <a:lstStyle/>
        <a:p>
          <a:endParaRPr lang="en-US"/>
        </a:p>
      </dgm:t>
    </dgm:pt>
    <dgm:pt modelId="{A4055BB7-3494-498D-9D93-A8F02DE221F6}">
      <dgm:prSet/>
      <dgm:spPr/>
      <dgm:t>
        <a:bodyPr/>
        <a:lstStyle/>
        <a:p>
          <a:r>
            <a:rPr lang="en-US"/>
            <a:t>Most breaches involve human mistakes.</a:t>
          </a:r>
        </a:p>
      </dgm:t>
    </dgm:pt>
    <dgm:pt modelId="{0DD113A9-179E-41E0-BF55-E0D0B5BE73DA}" type="parTrans" cxnId="{45202BAE-B2F8-4325-9235-DFDDD17DFF25}">
      <dgm:prSet/>
      <dgm:spPr/>
      <dgm:t>
        <a:bodyPr/>
        <a:lstStyle/>
        <a:p>
          <a:endParaRPr lang="en-US"/>
        </a:p>
      </dgm:t>
    </dgm:pt>
    <dgm:pt modelId="{F4EF5500-A59B-4D86-B49E-8DB534DAA2B5}" type="sibTrans" cxnId="{45202BAE-B2F8-4325-9235-DFDDD17DFF25}">
      <dgm:prSet/>
      <dgm:spPr/>
      <dgm:t>
        <a:bodyPr/>
        <a:lstStyle/>
        <a:p>
          <a:endParaRPr lang="en-US"/>
        </a:p>
      </dgm:t>
    </dgm:pt>
    <dgm:pt modelId="{05FAF5B9-9967-4E01-975E-12D5EB2352FE}" type="pres">
      <dgm:prSet presAssocID="{27B9A01B-80BD-45BE-B372-65F015D8B414}" presName="hierChild1" presStyleCnt="0">
        <dgm:presLayoutVars>
          <dgm:chPref val="1"/>
          <dgm:dir/>
          <dgm:animOne val="branch"/>
          <dgm:animLvl val="lvl"/>
          <dgm:resizeHandles/>
        </dgm:presLayoutVars>
      </dgm:prSet>
      <dgm:spPr/>
    </dgm:pt>
    <dgm:pt modelId="{C472054D-E679-432F-B0C9-0AF815E86975}" type="pres">
      <dgm:prSet presAssocID="{DEE7DE38-2905-4513-8FA2-CCA6D8D54AA4}" presName="hierRoot1" presStyleCnt="0"/>
      <dgm:spPr/>
    </dgm:pt>
    <dgm:pt modelId="{708E8684-9B03-41C3-93B8-12F6047D5DD9}" type="pres">
      <dgm:prSet presAssocID="{DEE7DE38-2905-4513-8FA2-CCA6D8D54AA4}" presName="composite" presStyleCnt="0"/>
      <dgm:spPr/>
    </dgm:pt>
    <dgm:pt modelId="{7D3AB4F2-1AE9-4E9B-A814-16856A3AC558}" type="pres">
      <dgm:prSet presAssocID="{DEE7DE38-2905-4513-8FA2-CCA6D8D54AA4}" presName="background" presStyleLbl="node0" presStyleIdx="0" presStyleCnt="2"/>
      <dgm:spPr/>
    </dgm:pt>
    <dgm:pt modelId="{84A29639-D0BC-43AE-9F12-C9C26C2E45DB}" type="pres">
      <dgm:prSet presAssocID="{DEE7DE38-2905-4513-8FA2-CCA6D8D54AA4}" presName="text" presStyleLbl="fgAcc0" presStyleIdx="0" presStyleCnt="2">
        <dgm:presLayoutVars>
          <dgm:chPref val="3"/>
        </dgm:presLayoutVars>
      </dgm:prSet>
      <dgm:spPr/>
    </dgm:pt>
    <dgm:pt modelId="{1BB926C9-E9C0-4B14-908E-6840A7D4F089}" type="pres">
      <dgm:prSet presAssocID="{DEE7DE38-2905-4513-8FA2-CCA6D8D54AA4}" presName="hierChild2" presStyleCnt="0"/>
      <dgm:spPr/>
    </dgm:pt>
    <dgm:pt modelId="{62776FDC-DEFA-42C4-A1C4-FE7B04ECBD3D}" type="pres">
      <dgm:prSet presAssocID="{A4055BB7-3494-498D-9D93-A8F02DE221F6}" presName="hierRoot1" presStyleCnt="0"/>
      <dgm:spPr/>
    </dgm:pt>
    <dgm:pt modelId="{2ACF22FC-7323-4C3B-BFFE-5A592E3F0657}" type="pres">
      <dgm:prSet presAssocID="{A4055BB7-3494-498D-9D93-A8F02DE221F6}" presName="composite" presStyleCnt="0"/>
      <dgm:spPr/>
    </dgm:pt>
    <dgm:pt modelId="{E45791C8-B052-412F-ACCB-96C842697C89}" type="pres">
      <dgm:prSet presAssocID="{A4055BB7-3494-498D-9D93-A8F02DE221F6}" presName="background" presStyleLbl="node0" presStyleIdx="1" presStyleCnt="2"/>
      <dgm:spPr/>
    </dgm:pt>
    <dgm:pt modelId="{7F7ADB61-1EA8-41ED-9918-33C4436A0115}" type="pres">
      <dgm:prSet presAssocID="{A4055BB7-3494-498D-9D93-A8F02DE221F6}" presName="text" presStyleLbl="fgAcc0" presStyleIdx="1" presStyleCnt="2">
        <dgm:presLayoutVars>
          <dgm:chPref val="3"/>
        </dgm:presLayoutVars>
      </dgm:prSet>
      <dgm:spPr/>
    </dgm:pt>
    <dgm:pt modelId="{0692D3DD-FBCE-4D3B-9F79-31B1E0A3E5ED}" type="pres">
      <dgm:prSet presAssocID="{A4055BB7-3494-498D-9D93-A8F02DE221F6}" presName="hierChild2" presStyleCnt="0"/>
      <dgm:spPr/>
    </dgm:pt>
  </dgm:ptLst>
  <dgm:cxnLst>
    <dgm:cxn modelId="{8C9BE35B-9C48-46EB-8F83-7CCC57723CA5}" type="presOf" srcId="{DEE7DE38-2905-4513-8FA2-CCA6D8D54AA4}" destId="{84A29639-D0BC-43AE-9F12-C9C26C2E45DB}" srcOrd="0" destOrd="0" presId="urn:microsoft.com/office/officeart/2005/8/layout/hierarchy1"/>
    <dgm:cxn modelId="{3E05C74C-75A6-436C-9D65-5C2BC6A277AB}" type="presOf" srcId="{A4055BB7-3494-498D-9D93-A8F02DE221F6}" destId="{7F7ADB61-1EA8-41ED-9918-33C4436A0115}" srcOrd="0" destOrd="0" presId="urn:microsoft.com/office/officeart/2005/8/layout/hierarchy1"/>
    <dgm:cxn modelId="{45202BAE-B2F8-4325-9235-DFDDD17DFF25}" srcId="{27B9A01B-80BD-45BE-B372-65F015D8B414}" destId="{A4055BB7-3494-498D-9D93-A8F02DE221F6}" srcOrd="1" destOrd="0" parTransId="{0DD113A9-179E-41E0-BF55-E0D0B5BE73DA}" sibTransId="{F4EF5500-A59B-4D86-B49E-8DB534DAA2B5}"/>
    <dgm:cxn modelId="{6D02E3B5-88DA-4B6D-9D04-7C4B4661A47E}" type="presOf" srcId="{27B9A01B-80BD-45BE-B372-65F015D8B414}" destId="{05FAF5B9-9967-4E01-975E-12D5EB2352FE}" srcOrd="0" destOrd="0" presId="urn:microsoft.com/office/officeart/2005/8/layout/hierarchy1"/>
    <dgm:cxn modelId="{C6C436BD-8CAE-4EF5-9FC7-C117152AB9D1}" srcId="{27B9A01B-80BD-45BE-B372-65F015D8B414}" destId="{DEE7DE38-2905-4513-8FA2-CCA6D8D54AA4}" srcOrd="0" destOrd="0" parTransId="{9F949E92-7A47-48CB-B180-DA71DF68FE8C}" sibTransId="{3CF58D2B-3BC8-4508-A48A-25D835C55F3C}"/>
    <dgm:cxn modelId="{B52ED861-3E97-4543-B2F2-D86748F256D5}" type="presParOf" srcId="{05FAF5B9-9967-4E01-975E-12D5EB2352FE}" destId="{C472054D-E679-432F-B0C9-0AF815E86975}" srcOrd="0" destOrd="0" presId="urn:microsoft.com/office/officeart/2005/8/layout/hierarchy1"/>
    <dgm:cxn modelId="{9DB77D69-2D08-44C2-9D84-C61650D0B96E}" type="presParOf" srcId="{C472054D-E679-432F-B0C9-0AF815E86975}" destId="{708E8684-9B03-41C3-93B8-12F6047D5DD9}" srcOrd="0" destOrd="0" presId="urn:microsoft.com/office/officeart/2005/8/layout/hierarchy1"/>
    <dgm:cxn modelId="{9A823AA2-DA30-4AA7-93E8-6C3096DFD5BF}" type="presParOf" srcId="{708E8684-9B03-41C3-93B8-12F6047D5DD9}" destId="{7D3AB4F2-1AE9-4E9B-A814-16856A3AC558}" srcOrd="0" destOrd="0" presId="urn:microsoft.com/office/officeart/2005/8/layout/hierarchy1"/>
    <dgm:cxn modelId="{7431D943-A88B-40EA-BE13-F1ADC624B26A}" type="presParOf" srcId="{708E8684-9B03-41C3-93B8-12F6047D5DD9}" destId="{84A29639-D0BC-43AE-9F12-C9C26C2E45DB}" srcOrd="1" destOrd="0" presId="urn:microsoft.com/office/officeart/2005/8/layout/hierarchy1"/>
    <dgm:cxn modelId="{01CEE455-CC63-4A85-8188-34E1FD6BF0CD}" type="presParOf" srcId="{C472054D-E679-432F-B0C9-0AF815E86975}" destId="{1BB926C9-E9C0-4B14-908E-6840A7D4F089}" srcOrd="1" destOrd="0" presId="urn:microsoft.com/office/officeart/2005/8/layout/hierarchy1"/>
    <dgm:cxn modelId="{E0FB984F-B4B5-42E3-A9EF-2E9BF4749028}" type="presParOf" srcId="{05FAF5B9-9967-4E01-975E-12D5EB2352FE}" destId="{62776FDC-DEFA-42C4-A1C4-FE7B04ECBD3D}" srcOrd="1" destOrd="0" presId="urn:microsoft.com/office/officeart/2005/8/layout/hierarchy1"/>
    <dgm:cxn modelId="{9401FFEE-3977-4198-8E43-AC963BC80609}" type="presParOf" srcId="{62776FDC-DEFA-42C4-A1C4-FE7B04ECBD3D}" destId="{2ACF22FC-7323-4C3B-BFFE-5A592E3F0657}" srcOrd="0" destOrd="0" presId="urn:microsoft.com/office/officeart/2005/8/layout/hierarchy1"/>
    <dgm:cxn modelId="{AC58C15D-5384-4C9F-B43F-89972CD68BF2}" type="presParOf" srcId="{2ACF22FC-7323-4C3B-BFFE-5A592E3F0657}" destId="{E45791C8-B052-412F-ACCB-96C842697C89}" srcOrd="0" destOrd="0" presId="urn:microsoft.com/office/officeart/2005/8/layout/hierarchy1"/>
    <dgm:cxn modelId="{8829C3DF-94B9-471F-A929-BE73FE5AD8AA}" type="presParOf" srcId="{2ACF22FC-7323-4C3B-BFFE-5A592E3F0657}" destId="{7F7ADB61-1EA8-41ED-9918-33C4436A0115}" srcOrd="1" destOrd="0" presId="urn:microsoft.com/office/officeart/2005/8/layout/hierarchy1"/>
    <dgm:cxn modelId="{42CFF4C7-BB5E-4F3E-AA3F-EEB07F49666C}" type="presParOf" srcId="{62776FDC-DEFA-42C4-A1C4-FE7B04ECBD3D}" destId="{0692D3DD-FBCE-4D3B-9F79-31B1E0A3E5ED}"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1F2F4804-1AD9-4808-8A2A-0810D73A6862}"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C84BCFFE-D465-4258-824B-A450F528D52E}">
      <dgm:prSet/>
      <dgm:spPr/>
      <dgm:t>
        <a:bodyPr/>
        <a:lstStyle/>
        <a:p>
          <a:r>
            <a:rPr lang="en-US"/>
            <a:t>✅ Answer: A</a:t>
          </a:r>
        </a:p>
      </dgm:t>
    </dgm:pt>
    <dgm:pt modelId="{DC266870-B4A6-4AB7-9D9A-36FC2FA60A0B}" type="parTrans" cxnId="{7488C15B-06F7-45AF-BA41-00B09BAF7D13}">
      <dgm:prSet/>
      <dgm:spPr/>
      <dgm:t>
        <a:bodyPr/>
        <a:lstStyle/>
        <a:p>
          <a:endParaRPr lang="en-US"/>
        </a:p>
      </dgm:t>
    </dgm:pt>
    <dgm:pt modelId="{C8ACDD02-51B3-478C-A2E2-CBACE2F51A7A}" type="sibTrans" cxnId="{7488C15B-06F7-45AF-BA41-00B09BAF7D13}">
      <dgm:prSet/>
      <dgm:spPr/>
      <dgm:t>
        <a:bodyPr/>
        <a:lstStyle/>
        <a:p>
          <a:endParaRPr lang="en-US"/>
        </a:p>
      </dgm:t>
    </dgm:pt>
    <dgm:pt modelId="{FD9BAA07-C784-42D4-BC98-7629E29E0BAC}">
      <dgm:prSet/>
      <dgm:spPr/>
      <dgm:t>
        <a:bodyPr/>
        <a:lstStyle/>
        <a:p>
          <a:r>
            <a:rPr lang="en-US"/>
            <a:t>IP spoofing and network pivoting are common.</a:t>
          </a:r>
        </a:p>
      </dgm:t>
    </dgm:pt>
    <dgm:pt modelId="{D7D0ACA8-1BBE-48A3-BAC4-948842EEB83B}" type="parTrans" cxnId="{667B4358-0A86-4CC8-9D48-F64641747870}">
      <dgm:prSet/>
      <dgm:spPr/>
      <dgm:t>
        <a:bodyPr/>
        <a:lstStyle/>
        <a:p>
          <a:endParaRPr lang="en-US"/>
        </a:p>
      </dgm:t>
    </dgm:pt>
    <dgm:pt modelId="{59F2D2EA-D55F-4DAD-8996-501719D33D99}" type="sibTrans" cxnId="{667B4358-0A86-4CC8-9D48-F64641747870}">
      <dgm:prSet/>
      <dgm:spPr/>
      <dgm:t>
        <a:bodyPr/>
        <a:lstStyle/>
        <a:p>
          <a:endParaRPr lang="en-US"/>
        </a:p>
      </dgm:t>
    </dgm:pt>
    <dgm:pt modelId="{BBB1DDEF-BDE0-4B12-BB07-6D116C783626}" type="pres">
      <dgm:prSet presAssocID="{1F2F4804-1AD9-4808-8A2A-0810D73A6862}" presName="hierChild1" presStyleCnt="0">
        <dgm:presLayoutVars>
          <dgm:chPref val="1"/>
          <dgm:dir/>
          <dgm:animOne val="branch"/>
          <dgm:animLvl val="lvl"/>
          <dgm:resizeHandles/>
        </dgm:presLayoutVars>
      </dgm:prSet>
      <dgm:spPr/>
    </dgm:pt>
    <dgm:pt modelId="{19C0C51F-05C8-4A19-BBC6-08C03863DD10}" type="pres">
      <dgm:prSet presAssocID="{C84BCFFE-D465-4258-824B-A450F528D52E}" presName="hierRoot1" presStyleCnt="0"/>
      <dgm:spPr/>
    </dgm:pt>
    <dgm:pt modelId="{70EFE546-DE67-46F5-84D1-ED274BC5D2D8}" type="pres">
      <dgm:prSet presAssocID="{C84BCFFE-D465-4258-824B-A450F528D52E}" presName="composite" presStyleCnt="0"/>
      <dgm:spPr/>
    </dgm:pt>
    <dgm:pt modelId="{FE2AB85B-C94D-4F5C-AC4D-F949EF0E05A3}" type="pres">
      <dgm:prSet presAssocID="{C84BCFFE-D465-4258-824B-A450F528D52E}" presName="background" presStyleLbl="node0" presStyleIdx="0" presStyleCnt="2"/>
      <dgm:spPr/>
    </dgm:pt>
    <dgm:pt modelId="{520B50E3-349C-4BED-AAD6-DAE55ECE2738}" type="pres">
      <dgm:prSet presAssocID="{C84BCFFE-D465-4258-824B-A450F528D52E}" presName="text" presStyleLbl="fgAcc0" presStyleIdx="0" presStyleCnt="2">
        <dgm:presLayoutVars>
          <dgm:chPref val="3"/>
        </dgm:presLayoutVars>
      </dgm:prSet>
      <dgm:spPr/>
    </dgm:pt>
    <dgm:pt modelId="{90B4B350-DD1D-4955-8F59-9614D4E48F8D}" type="pres">
      <dgm:prSet presAssocID="{C84BCFFE-D465-4258-824B-A450F528D52E}" presName="hierChild2" presStyleCnt="0"/>
      <dgm:spPr/>
    </dgm:pt>
    <dgm:pt modelId="{1494290A-9E18-4A1F-BC4B-F716FA69341E}" type="pres">
      <dgm:prSet presAssocID="{FD9BAA07-C784-42D4-BC98-7629E29E0BAC}" presName="hierRoot1" presStyleCnt="0"/>
      <dgm:spPr/>
    </dgm:pt>
    <dgm:pt modelId="{A6AAF0A4-76E3-43A3-A19C-FA1428214A64}" type="pres">
      <dgm:prSet presAssocID="{FD9BAA07-C784-42D4-BC98-7629E29E0BAC}" presName="composite" presStyleCnt="0"/>
      <dgm:spPr/>
    </dgm:pt>
    <dgm:pt modelId="{3C315A67-0859-4E58-9CD7-B680C164004D}" type="pres">
      <dgm:prSet presAssocID="{FD9BAA07-C784-42D4-BC98-7629E29E0BAC}" presName="background" presStyleLbl="node0" presStyleIdx="1" presStyleCnt="2"/>
      <dgm:spPr/>
    </dgm:pt>
    <dgm:pt modelId="{C1DB5562-39FB-45A1-A5FD-7CEBD3FAF706}" type="pres">
      <dgm:prSet presAssocID="{FD9BAA07-C784-42D4-BC98-7629E29E0BAC}" presName="text" presStyleLbl="fgAcc0" presStyleIdx="1" presStyleCnt="2">
        <dgm:presLayoutVars>
          <dgm:chPref val="3"/>
        </dgm:presLayoutVars>
      </dgm:prSet>
      <dgm:spPr/>
    </dgm:pt>
    <dgm:pt modelId="{AADC7C2E-28C1-4B7C-A996-1DCCE4CEC813}" type="pres">
      <dgm:prSet presAssocID="{FD9BAA07-C784-42D4-BC98-7629E29E0BAC}" presName="hierChild2" presStyleCnt="0"/>
      <dgm:spPr/>
    </dgm:pt>
  </dgm:ptLst>
  <dgm:cxnLst>
    <dgm:cxn modelId="{7488C15B-06F7-45AF-BA41-00B09BAF7D13}" srcId="{1F2F4804-1AD9-4808-8A2A-0810D73A6862}" destId="{C84BCFFE-D465-4258-824B-A450F528D52E}" srcOrd="0" destOrd="0" parTransId="{DC266870-B4A6-4AB7-9D9A-36FC2FA60A0B}" sibTransId="{C8ACDD02-51B3-478C-A2E2-CBACE2F51A7A}"/>
    <dgm:cxn modelId="{E684D65F-89C8-4959-89E5-5199835B2321}" type="presOf" srcId="{C84BCFFE-D465-4258-824B-A450F528D52E}" destId="{520B50E3-349C-4BED-AAD6-DAE55ECE2738}" srcOrd="0" destOrd="0" presId="urn:microsoft.com/office/officeart/2005/8/layout/hierarchy1"/>
    <dgm:cxn modelId="{4BA8FA4A-A11F-44C6-8593-ACDE6BAFBBFD}" type="presOf" srcId="{FD9BAA07-C784-42D4-BC98-7629E29E0BAC}" destId="{C1DB5562-39FB-45A1-A5FD-7CEBD3FAF706}" srcOrd="0" destOrd="0" presId="urn:microsoft.com/office/officeart/2005/8/layout/hierarchy1"/>
    <dgm:cxn modelId="{667B4358-0A86-4CC8-9D48-F64641747870}" srcId="{1F2F4804-1AD9-4808-8A2A-0810D73A6862}" destId="{FD9BAA07-C784-42D4-BC98-7629E29E0BAC}" srcOrd="1" destOrd="0" parTransId="{D7D0ACA8-1BBE-48A3-BAC4-948842EEB83B}" sibTransId="{59F2D2EA-D55F-4DAD-8996-501719D33D99}"/>
    <dgm:cxn modelId="{E8BCABE1-6F18-4C8D-8D31-04822304F9CC}" type="presOf" srcId="{1F2F4804-1AD9-4808-8A2A-0810D73A6862}" destId="{BBB1DDEF-BDE0-4B12-BB07-6D116C783626}" srcOrd="0" destOrd="0" presId="urn:microsoft.com/office/officeart/2005/8/layout/hierarchy1"/>
    <dgm:cxn modelId="{87144F58-5A00-4E48-B9A8-B4DCBA15D615}" type="presParOf" srcId="{BBB1DDEF-BDE0-4B12-BB07-6D116C783626}" destId="{19C0C51F-05C8-4A19-BBC6-08C03863DD10}" srcOrd="0" destOrd="0" presId="urn:microsoft.com/office/officeart/2005/8/layout/hierarchy1"/>
    <dgm:cxn modelId="{1914A92D-5DB0-442B-91FA-FE92FD0583D3}" type="presParOf" srcId="{19C0C51F-05C8-4A19-BBC6-08C03863DD10}" destId="{70EFE546-DE67-46F5-84D1-ED274BC5D2D8}" srcOrd="0" destOrd="0" presId="urn:microsoft.com/office/officeart/2005/8/layout/hierarchy1"/>
    <dgm:cxn modelId="{1F966C00-8A24-4F45-9F8D-45A984E318A9}" type="presParOf" srcId="{70EFE546-DE67-46F5-84D1-ED274BC5D2D8}" destId="{FE2AB85B-C94D-4F5C-AC4D-F949EF0E05A3}" srcOrd="0" destOrd="0" presId="urn:microsoft.com/office/officeart/2005/8/layout/hierarchy1"/>
    <dgm:cxn modelId="{3560066C-5448-4348-8222-BEBCCEE080E0}" type="presParOf" srcId="{70EFE546-DE67-46F5-84D1-ED274BC5D2D8}" destId="{520B50E3-349C-4BED-AAD6-DAE55ECE2738}" srcOrd="1" destOrd="0" presId="urn:microsoft.com/office/officeart/2005/8/layout/hierarchy1"/>
    <dgm:cxn modelId="{DF6A1B3A-5CD3-41F3-A229-4C8F59576EBB}" type="presParOf" srcId="{19C0C51F-05C8-4A19-BBC6-08C03863DD10}" destId="{90B4B350-DD1D-4955-8F59-9614D4E48F8D}" srcOrd="1" destOrd="0" presId="urn:microsoft.com/office/officeart/2005/8/layout/hierarchy1"/>
    <dgm:cxn modelId="{F6576E00-CB85-4C14-BF86-27CED3CF9F63}" type="presParOf" srcId="{BBB1DDEF-BDE0-4B12-BB07-6D116C783626}" destId="{1494290A-9E18-4A1F-BC4B-F716FA69341E}" srcOrd="1" destOrd="0" presId="urn:microsoft.com/office/officeart/2005/8/layout/hierarchy1"/>
    <dgm:cxn modelId="{7BB76656-8F48-43A2-80B7-5AB340BDC0A5}" type="presParOf" srcId="{1494290A-9E18-4A1F-BC4B-F716FA69341E}" destId="{A6AAF0A4-76E3-43A3-A19C-FA1428214A64}" srcOrd="0" destOrd="0" presId="urn:microsoft.com/office/officeart/2005/8/layout/hierarchy1"/>
    <dgm:cxn modelId="{D9AB3E16-8E18-46C7-89E0-C82B01D60248}" type="presParOf" srcId="{A6AAF0A4-76E3-43A3-A19C-FA1428214A64}" destId="{3C315A67-0859-4E58-9CD7-B680C164004D}" srcOrd="0" destOrd="0" presId="urn:microsoft.com/office/officeart/2005/8/layout/hierarchy1"/>
    <dgm:cxn modelId="{7E32DDE0-D80F-4920-B4BF-F7E2E1ACB391}" type="presParOf" srcId="{A6AAF0A4-76E3-43A3-A19C-FA1428214A64}" destId="{C1DB5562-39FB-45A1-A5FD-7CEBD3FAF706}" srcOrd="1" destOrd="0" presId="urn:microsoft.com/office/officeart/2005/8/layout/hierarchy1"/>
    <dgm:cxn modelId="{1C2873A9-F1ED-4354-8016-4462146F703D}" type="presParOf" srcId="{1494290A-9E18-4A1F-BC4B-F716FA69341E}" destId="{AADC7C2E-28C1-4B7C-A996-1DCCE4CEC813}"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0884AF28-0D78-4E00-A62E-3C2881397844}"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75FB5B36-8EB7-447A-8463-C409B6A89623}">
      <dgm:prSet/>
      <dgm:spPr/>
      <dgm:t>
        <a:bodyPr/>
        <a:lstStyle/>
        <a:p>
          <a:r>
            <a:rPr lang="en-US"/>
            <a:t>❌ Answer: No</a:t>
          </a:r>
        </a:p>
      </dgm:t>
    </dgm:pt>
    <dgm:pt modelId="{D6A4F5D7-F12F-4886-A249-55EEA28E9EFB}" type="parTrans" cxnId="{B662DC61-8275-432C-B332-F4030D9745C7}">
      <dgm:prSet/>
      <dgm:spPr/>
      <dgm:t>
        <a:bodyPr/>
        <a:lstStyle/>
        <a:p>
          <a:endParaRPr lang="en-US"/>
        </a:p>
      </dgm:t>
    </dgm:pt>
    <dgm:pt modelId="{AE8A0DC9-F3BE-44CB-AD3D-830E9313E9B7}" type="sibTrans" cxnId="{B662DC61-8275-432C-B332-F4030D9745C7}">
      <dgm:prSet/>
      <dgm:spPr/>
      <dgm:t>
        <a:bodyPr/>
        <a:lstStyle/>
        <a:p>
          <a:endParaRPr lang="en-US"/>
        </a:p>
      </dgm:t>
    </dgm:pt>
    <dgm:pt modelId="{294E64D4-AC98-4FFF-A5FD-55F89020C6B4}">
      <dgm:prSet/>
      <dgm:spPr/>
      <dgm:t>
        <a:bodyPr/>
        <a:lstStyle/>
        <a:p>
          <a:r>
            <a:rPr lang="en-US"/>
            <a:t>It’s point-in-time and incomplete.</a:t>
          </a:r>
        </a:p>
      </dgm:t>
    </dgm:pt>
    <dgm:pt modelId="{27634709-3C61-4A2A-BEF1-09F3DEA27D43}" type="parTrans" cxnId="{916751EA-1EEC-4A17-AA60-FEB544B069C9}">
      <dgm:prSet/>
      <dgm:spPr/>
      <dgm:t>
        <a:bodyPr/>
        <a:lstStyle/>
        <a:p>
          <a:endParaRPr lang="en-US"/>
        </a:p>
      </dgm:t>
    </dgm:pt>
    <dgm:pt modelId="{2671C65D-CE3C-4184-B03D-58DDAFB3D521}" type="sibTrans" cxnId="{916751EA-1EEC-4A17-AA60-FEB544B069C9}">
      <dgm:prSet/>
      <dgm:spPr/>
      <dgm:t>
        <a:bodyPr/>
        <a:lstStyle/>
        <a:p>
          <a:endParaRPr lang="en-US"/>
        </a:p>
      </dgm:t>
    </dgm:pt>
    <dgm:pt modelId="{8B90BDA8-C0CA-4BDD-9A40-4CBD654C692E}" type="pres">
      <dgm:prSet presAssocID="{0884AF28-0D78-4E00-A62E-3C2881397844}" presName="linear" presStyleCnt="0">
        <dgm:presLayoutVars>
          <dgm:animLvl val="lvl"/>
          <dgm:resizeHandles val="exact"/>
        </dgm:presLayoutVars>
      </dgm:prSet>
      <dgm:spPr/>
    </dgm:pt>
    <dgm:pt modelId="{54160D7A-047B-4458-8566-57A9F1B71575}" type="pres">
      <dgm:prSet presAssocID="{75FB5B36-8EB7-447A-8463-C409B6A89623}" presName="parentText" presStyleLbl="node1" presStyleIdx="0" presStyleCnt="2">
        <dgm:presLayoutVars>
          <dgm:chMax val="0"/>
          <dgm:bulletEnabled val="1"/>
        </dgm:presLayoutVars>
      </dgm:prSet>
      <dgm:spPr/>
    </dgm:pt>
    <dgm:pt modelId="{4175837C-4430-4C28-A2AF-A85D89ED6B94}" type="pres">
      <dgm:prSet presAssocID="{AE8A0DC9-F3BE-44CB-AD3D-830E9313E9B7}" presName="spacer" presStyleCnt="0"/>
      <dgm:spPr/>
    </dgm:pt>
    <dgm:pt modelId="{3EBC4B98-8E50-4509-B1A6-A726962FC158}" type="pres">
      <dgm:prSet presAssocID="{294E64D4-AC98-4FFF-A5FD-55F89020C6B4}" presName="parentText" presStyleLbl="node1" presStyleIdx="1" presStyleCnt="2">
        <dgm:presLayoutVars>
          <dgm:chMax val="0"/>
          <dgm:bulletEnabled val="1"/>
        </dgm:presLayoutVars>
      </dgm:prSet>
      <dgm:spPr/>
    </dgm:pt>
  </dgm:ptLst>
  <dgm:cxnLst>
    <dgm:cxn modelId="{037CE034-5267-49E6-BA73-DCB5416703D3}" type="presOf" srcId="{75FB5B36-8EB7-447A-8463-C409B6A89623}" destId="{54160D7A-047B-4458-8566-57A9F1B71575}" srcOrd="0" destOrd="0" presId="urn:microsoft.com/office/officeart/2005/8/layout/vList2"/>
    <dgm:cxn modelId="{B662DC61-8275-432C-B332-F4030D9745C7}" srcId="{0884AF28-0D78-4E00-A62E-3C2881397844}" destId="{75FB5B36-8EB7-447A-8463-C409B6A89623}" srcOrd="0" destOrd="0" parTransId="{D6A4F5D7-F12F-4886-A249-55EEA28E9EFB}" sibTransId="{AE8A0DC9-F3BE-44CB-AD3D-830E9313E9B7}"/>
    <dgm:cxn modelId="{DDAB25AE-921E-421A-801A-626538B57BCE}" type="presOf" srcId="{294E64D4-AC98-4FFF-A5FD-55F89020C6B4}" destId="{3EBC4B98-8E50-4509-B1A6-A726962FC158}" srcOrd="0" destOrd="0" presId="urn:microsoft.com/office/officeart/2005/8/layout/vList2"/>
    <dgm:cxn modelId="{916751EA-1EEC-4A17-AA60-FEB544B069C9}" srcId="{0884AF28-0D78-4E00-A62E-3C2881397844}" destId="{294E64D4-AC98-4FFF-A5FD-55F89020C6B4}" srcOrd="1" destOrd="0" parTransId="{27634709-3C61-4A2A-BEF1-09F3DEA27D43}" sibTransId="{2671C65D-CE3C-4184-B03D-58DDAFB3D521}"/>
    <dgm:cxn modelId="{5BDFE1F9-DF7C-442B-823B-50716B75BE1B}" type="presOf" srcId="{0884AF28-0D78-4E00-A62E-3C2881397844}" destId="{8B90BDA8-C0CA-4BDD-9A40-4CBD654C692E}" srcOrd="0" destOrd="0" presId="urn:microsoft.com/office/officeart/2005/8/layout/vList2"/>
    <dgm:cxn modelId="{7185F8EE-C432-47F7-9DAB-A65BD133AA0F}" type="presParOf" srcId="{8B90BDA8-C0CA-4BDD-9A40-4CBD654C692E}" destId="{54160D7A-047B-4458-8566-57A9F1B71575}" srcOrd="0" destOrd="0" presId="urn:microsoft.com/office/officeart/2005/8/layout/vList2"/>
    <dgm:cxn modelId="{5A16405D-1B6B-4481-A070-C1942C636AB9}" type="presParOf" srcId="{8B90BDA8-C0CA-4BDD-9A40-4CBD654C692E}" destId="{4175837C-4430-4C28-A2AF-A85D89ED6B94}" srcOrd="1" destOrd="0" presId="urn:microsoft.com/office/officeart/2005/8/layout/vList2"/>
    <dgm:cxn modelId="{9A7A3641-6D96-4A20-8745-E4B70684EE5C}" type="presParOf" srcId="{8B90BDA8-C0CA-4BDD-9A40-4CBD654C692E}" destId="{3EBC4B98-8E50-4509-B1A6-A726962FC158}"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D32AACF6-378A-400D-82D5-ABF69A6D6E35}"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3C39DF46-866C-4C66-A3AD-274D86FD9DB2}">
      <dgm:prSet/>
      <dgm:spPr/>
      <dgm:t>
        <a:bodyPr/>
        <a:lstStyle/>
        <a:p>
          <a:r>
            <a:rPr lang="en-US"/>
            <a:t>✅ Answer: C</a:t>
          </a:r>
        </a:p>
      </dgm:t>
    </dgm:pt>
    <dgm:pt modelId="{0DBD4FD0-5BE5-4DBC-AE78-DC4C980FFD39}" type="parTrans" cxnId="{EA618C7B-C399-4B43-9924-8D6272A18BCD}">
      <dgm:prSet/>
      <dgm:spPr/>
      <dgm:t>
        <a:bodyPr/>
        <a:lstStyle/>
        <a:p>
          <a:endParaRPr lang="en-US"/>
        </a:p>
      </dgm:t>
    </dgm:pt>
    <dgm:pt modelId="{376F6726-1333-4484-AD60-7A826EA85DCA}" type="sibTrans" cxnId="{EA618C7B-C399-4B43-9924-8D6272A18BCD}">
      <dgm:prSet/>
      <dgm:spPr/>
      <dgm:t>
        <a:bodyPr/>
        <a:lstStyle/>
        <a:p>
          <a:endParaRPr lang="en-US"/>
        </a:p>
      </dgm:t>
    </dgm:pt>
    <dgm:pt modelId="{268C012B-00B3-45A5-B23A-0D98C27F8E97}">
      <dgm:prSet/>
      <dgm:spPr/>
      <dgm:t>
        <a:bodyPr/>
        <a:lstStyle/>
        <a:p>
          <a:r>
            <a:rPr lang="en-US"/>
            <a:t>Backups are resilience, not a control.</a:t>
          </a:r>
        </a:p>
      </dgm:t>
    </dgm:pt>
    <dgm:pt modelId="{0484D833-7FFD-48B9-BB5D-3D88E0F14076}" type="parTrans" cxnId="{E6B4F0EC-C889-442B-9DB3-893E94CDF532}">
      <dgm:prSet/>
      <dgm:spPr/>
      <dgm:t>
        <a:bodyPr/>
        <a:lstStyle/>
        <a:p>
          <a:endParaRPr lang="en-US"/>
        </a:p>
      </dgm:t>
    </dgm:pt>
    <dgm:pt modelId="{4B5CB63F-D013-4DCA-9018-2F2ADD537EBC}" type="sibTrans" cxnId="{E6B4F0EC-C889-442B-9DB3-893E94CDF532}">
      <dgm:prSet/>
      <dgm:spPr/>
      <dgm:t>
        <a:bodyPr/>
        <a:lstStyle/>
        <a:p>
          <a:endParaRPr lang="en-US"/>
        </a:p>
      </dgm:t>
    </dgm:pt>
    <dgm:pt modelId="{BCD92AB3-576B-4441-BF0A-452226379DD4}" type="pres">
      <dgm:prSet presAssocID="{D32AACF6-378A-400D-82D5-ABF69A6D6E35}" presName="hierChild1" presStyleCnt="0">
        <dgm:presLayoutVars>
          <dgm:chPref val="1"/>
          <dgm:dir/>
          <dgm:animOne val="branch"/>
          <dgm:animLvl val="lvl"/>
          <dgm:resizeHandles/>
        </dgm:presLayoutVars>
      </dgm:prSet>
      <dgm:spPr/>
    </dgm:pt>
    <dgm:pt modelId="{D440FFD2-594F-4F23-B021-63FD964F203D}" type="pres">
      <dgm:prSet presAssocID="{3C39DF46-866C-4C66-A3AD-274D86FD9DB2}" presName="hierRoot1" presStyleCnt="0"/>
      <dgm:spPr/>
    </dgm:pt>
    <dgm:pt modelId="{AAAF98B5-B8F3-4D35-8CB5-83E9A92DE9C1}" type="pres">
      <dgm:prSet presAssocID="{3C39DF46-866C-4C66-A3AD-274D86FD9DB2}" presName="composite" presStyleCnt="0"/>
      <dgm:spPr/>
    </dgm:pt>
    <dgm:pt modelId="{74BA1070-3727-471E-A5F0-C84E6DE73E81}" type="pres">
      <dgm:prSet presAssocID="{3C39DF46-866C-4C66-A3AD-274D86FD9DB2}" presName="background" presStyleLbl="node0" presStyleIdx="0" presStyleCnt="2"/>
      <dgm:spPr/>
    </dgm:pt>
    <dgm:pt modelId="{30153239-82D8-4318-BA99-D5179DC155CA}" type="pres">
      <dgm:prSet presAssocID="{3C39DF46-866C-4C66-A3AD-274D86FD9DB2}" presName="text" presStyleLbl="fgAcc0" presStyleIdx="0" presStyleCnt="2">
        <dgm:presLayoutVars>
          <dgm:chPref val="3"/>
        </dgm:presLayoutVars>
      </dgm:prSet>
      <dgm:spPr/>
    </dgm:pt>
    <dgm:pt modelId="{EA8E5EA3-D18E-442E-8EFE-54C26DB757B2}" type="pres">
      <dgm:prSet presAssocID="{3C39DF46-866C-4C66-A3AD-274D86FD9DB2}" presName="hierChild2" presStyleCnt="0"/>
      <dgm:spPr/>
    </dgm:pt>
    <dgm:pt modelId="{9EE3B14A-411B-48B7-B6FC-B610AB104176}" type="pres">
      <dgm:prSet presAssocID="{268C012B-00B3-45A5-B23A-0D98C27F8E97}" presName="hierRoot1" presStyleCnt="0"/>
      <dgm:spPr/>
    </dgm:pt>
    <dgm:pt modelId="{1DDCD865-1AEE-4DA8-87DC-456816C9F593}" type="pres">
      <dgm:prSet presAssocID="{268C012B-00B3-45A5-B23A-0D98C27F8E97}" presName="composite" presStyleCnt="0"/>
      <dgm:spPr/>
    </dgm:pt>
    <dgm:pt modelId="{782C5C89-48DC-4252-92A8-60BAD941CDCD}" type="pres">
      <dgm:prSet presAssocID="{268C012B-00B3-45A5-B23A-0D98C27F8E97}" presName="background" presStyleLbl="node0" presStyleIdx="1" presStyleCnt="2"/>
      <dgm:spPr/>
    </dgm:pt>
    <dgm:pt modelId="{80F9B9A0-80E9-42C8-99EF-DCC99DADF536}" type="pres">
      <dgm:prSet presAssocID="{268C012B-00B3-45A5-B23A-0D98C27F8E97}" presName="text" presStyleLbl="fgAcc0" presStyleIdx="1" presStyleCnt="2">
        <dgm:presLayoutVars>
          <dgm:chPref val="3"/>
        </dgm:presLayoutVars>
      </dgm:prSet>
      <dgm:spPr/>
    </dgm:pt>
    <dgm:pt modelId="{646480FC-92E6-4550-A2C2-78E366C2D265}" type="pres">
      <dgm:prSet presAssocID="{268C012B-00B3-45A5-B23A-0D98C27F8E97}" presName="hierChild2" presStyleCnt="0"/>
      <dgm:spPr/>
    </dgm:pt>
  </dgm:ptLst>
  <dgm:cxnLst>
    <dgm:cxn modelId="{0486EF05-E732-48F4-80EF-770F10647AC9}" type="presOf" srcId="{D32AACF6-378A-400D-82D5-ABF69A6D6E35}" destId="{BCD92AB3-576B-4441-BF0A-452226379DD4}" srcOrd="0" destOrd="0" presId="urn:microsoft.com/office/officeart/2005/8/layout/hierarchy1"/>
    <dgm:cxn modelId="{FAC44A6C-03E1-4129-BD65-D63168AD89B7}" type="presOf" srcId="{3C39DF46-866C-4C66-A3AD-274D86FD9DB2}" destId="{30153239-82D8-4318-BA99-D5179DC155CA}" srcOrd="0" destOrd="0" presId="urn:microsoft.com/office/officeart/2005/8/layout/hierarchy1"/>
    <dgm:cxn modelId="{EA618C7B-C399-4B43-9924-8D6272A18BCD}" srcId="{D32AACF6-378A-400D-82D5-ABF69A6D6E35}" destId="{3C39DF46-866C-4C66-A3AD-274D86FD9DB2}" srcOrd="0" destOrd="0" parTransId="{0DBD4FD0-5BE5-4DBC-AE78-DC4C980FFD39}" sibTransId="{376F6726-1333-4484-AD60-7A826EA85DCA}"/>
    <dgm:cxn modelId="{51698ADC-1F77-4BAA-9D44-896C7DDB2277}" type="presOf" srcId="{268C012B-00B3-45A5-B23A-0D98C27F8E97}" destId="{80F9B9A0-80E9-42C8-99EF-DCC99DADF536}" srcOrd="0" destOrd="0" presId="urn:microsoft.com/office/officeart/2005/8/layout/hierarchy1"/>
    <dgm:cxn modelId="{E6B4F0EC-C889-442B-9DB3-893E94CDF532}" srcId="{D32AACF6-378A-400D-82D5-ABF69A6D6E35}" destId="{268C012B-00B3-45A5-B23A-0D98C27F8E97}" srcOrd="1" destOrd="0" parTransId="{0484D833-7FFD-48B9-BB5D-3D88E0F14076}" sibTransId="{4B5CB63F-D013-4DCA-9018-2F2ADD537EBC}"/>
    <dgm:cxn modelId="{3E96C3A3-35B1-4162-85F6-BDE33E942181}" type="presParOf" srcId="{BCD92AB3-576B-4441-BF0A-452226379DD4}" destId="{D440FFD2-594F-4F23-B021-63FD964F203D}" srcOrd="0" destOrd="0" presId="urn:microsoft.com/office/officeart/2005/8/layout/hierarchy1"/>
    <dgm:cxn modelId="{32B5D720-24B3-4E52-ADBB-00B6FB8D48F4}" type="presParOf" srcId="{D440FFD2-594F-4F23-B021-63FD964F203D}" destId="{AAAF98B5-B8F3-4D35-8CB5-83E9A92DE9C1}" srcOrd="0" destOrd="0" presId="urn:microsoft.com/office/officeart/2005/8/layout/hierarchy1"/>
    <dgm:cxn modelId="{1C630BBA-C7E6-44A0-BE50-2FDCC9379331}" type="presParOf" srcId="{AAAF98B5-B8F3-4D35-8CB5-83E9A92DE9C1}" destId="{74BA1070-3727-471E-A5F0-C84E6DE73E81}" srcOrd="0" destOrd="0" presId="urn:microsoft.com/office/officeart/2005/8/layout/hierarchy1"/>
    <dgm:cxn modelId="{E9887B16-D730-44DC-A2FE-4A2EB84D53C1}" type="presParOf" srcId="{AAAF98B5-B8F3-4D35-8CB5-83E9A92DE9C1}" destId="{30153239-82D8-4318-BA99-D5179DC155CA}" srcOrd="1" destOrd="0" presId="urn:microsoft.com/office/officeart/2005/8/layout/hierarchy1"/>
    <dgm:cxn modelId="{A346712E-105A-4D41-B5D2-752D0FACD74E}" type="presParOf" srcId="{D440FFD2-594F-4F23-B021-63FD964F203D}" destId="{EA8E5EA3-D18E-442E-8EFE-54C26DB757B2}" srcOrd="1" destOrd="0" presId="urn:microsoft.com/office/officeart/2005/8/layout/hierarchy1"/>
    <dgm:cxn modelId="{4FC91126-6117-4176-A9FD-33E007590AC9}" type="presParOf" srcId="{BCD92AB3-576B-4441-BF0A-452226379DD4}" destId="{9EE3B14A-411B-48B7-B6FC-B610AB104176}" srcOrd="1" destOrd="0" presId="urn:microsoft.com/office/officeart/2005/8/layout/hierarchy1"/>
    <dgm:cxn modelId="{95CBD0BC-4653-472D-BD30-022FABA915C7}" type="presParOf" srcId="{9EE3B14A-411B-48B7-B6FC-B610AB104176}" destId="{1DDCD865-1AEE-4DA8-87DC-456816C9F593}" srcOrd="0" destOrd="0" presId="urn:microsoft.com/office/officeart/2005/8/layout/hierarchy1"/>
    <dgm:cxn modelId="{EF55400A-9683-46A8-9461-0741866DB954}" type="presParOf" srcId="{1DDCD865-1AEE-4DA8-87DC-456816C9F593}" destId="{782C5C89-48DC-4252-92A8-60BAD941CDCD}" srcOrd="0" destOrd="0" presId="urn:microsoft.com/office/officeart/2005/8/layout/hierarchy1"/>
    <dgm:cxn modelId="{49F5924C-AD13-4054-B378-6FB4BE4AB04E}" type="presParOf" srcId="{1DDCD865-1AEE-4DA8-87DC-456816C9F593}" destId="{80F9B9A0-80E9-42C8-99EF-DCC99DADF536}" srcOrd="1" destOrd="0" presId="urn:microsoft.com/office/officeart/2005/8/layout/hierarchy1"/>
    <dgm:cxn modelId="{B8984DDF-01D8-4172-A6BA-4AF674185317}" type="presParOf" srcId="{9EE3B14A-411B-48B7-B6FC-B610AB104176}" destId="{646480FC-92E6-4550-A2C2-78E366C2D26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12C504B5-281D-428A-AB73-FA98A67D7CEC}"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3311B45B-6D4E-4C20-AD97-9C4427762766}">
      <dgm:prSet/>
      <dgm:spPr/>
      <dgm:t>
        <a:bodyPr/>
        <a:lstStyle/>
        <a:p>
          <a:r>
            <a:rPr lang="en-US"/>
            <a:t>✅ Answer: B</a:t>
          </a:r>
        </a:p>
      </dgm:t>
    </dgm:pt>
    <dgm:pt modelId="{105C76A0-D069-4BAA-B016-B2F184C7D6E4}" type="parTrans" cxnId="{6A7DCC8F-1699-4EEC-9770-F017F84D3601}">
      <dgm:prSet/>
      <dgm:spPr/>
      <dgm:t>
        <a:bodyPr/>
        <a:lstStyle/>
        <a:p>
          <a:endParaRPr lang="en-US"/>
        </a:p>
      </dgm:t>
    </dgm:pt>
    <dgm:pt modelId="{5035A460-0DAE-411F-BA19-122A242EEA2E}" type="sibTrans" cxnId="{6A7DCC8F-1699-4EEC-9770-F017F84D3601}">
      <dgm:prSet/>
      <dgm:spPr/>
      <dgm:t>
        <a:bodyPr/>
        <a:lstStyle/>
        <a:p>
          <a:endParaRPr lang="en-US"/>
        </a:p>
      </dgm:t>
    </dgm:pt>
    <dgm:pt modelId="{44B0220C-C75C-4A18-A53B-E37AFA390DEF}">
      <dgm:prSet/>
      <dgm:spPr/>
      <dgm:t>
        <a:bodyPr/>
        <a:lstStyle/>
        <a:p>
          <a:r>
            <a:rPr lang="en-US"/>
            <a:t>Systems should start locked down.</a:t>
          </a:r>
        </a:p>
      </dgm:t>
    </dgm:pt>
    <dgm:pt modelId="{FCFB1B35-192E-49E0-99CF-D4BE33002795}" type="parTrans" cxnId="{7F329009-93D7-44F1-809D-0DE6BB48F0D8}">
      <dgm:prSet/>
      <dgm:spPr/>
      <dgm:t>
        <a:bodyPr/>
        <a:lstStyle/>
        <a:p>
          <a:endParaRPr lang="en-US"/>
        </a:p>
      </dgm:t>
    </dgm:pt>
    <dgm:pt modelId="{21E02687-8A4C-42DD-8E18-9EBAEEBA8C00}" type="sibTrans" cxnId="{7F329009-93D7-44F1-809D-0DE6BB48F0D8}">
      <dgm:prSet/>
      <dgm:spPr/>
      <dgm:t>
        <a:bodyPr/>
        <a:lstStyle/>
        <a:p>
          <a:endParaRPr lang="en-US"/>
        </a:p>
      </dgm:t>
    </dgm:pt>
    <dgm:pt modelId="{2912059F-BC4E-40BF-88DA-386C93BE19E2}" type="pres">
      <dgm:prSet presAssocID="{12C504B5-281D-428A-AB73-FA98A67D7CEC}" presName="hierChild1" presStyleCnt="0">
        <dgm:presLayoutVars>
          <dgm:chPref val="1"/>
          <dgm:dir/>
          <dgm:animOne val="branch"/>
          <dgm:animLvl val="lvl"/>
          <dgm:resizeHandles/>
        </dgm:presLayoutVars>
      </dgm:prSet>
      <dgm:spPr/>
    </dgm:pt>
    <dgm:pt modelId="{E5697F35-B4D7-445C-8A21-C04FEF29DC9E}" type="pres">
      <dgm:prSet presAssocID="{3311B45B-6D4E-4C20-AD97-9C4427762766}" presName="hierRoot1" presStyleCnt="0"/>
      <dgm:spPr/>
    </dgm:pt>
    <dgm:pt modelId="{7F451DC0-D275-45A7-814C-16418EE4EDAA}" type="pres">
      <dgm:prSet presAssocID="{3311B45B-6D4E-4C20-AD97-9C4427762766}" presName="composite" presStyleCnt="0"/>
      <dgm:spPr/>
    </dgm:pt>
    <dgm:pt modelId="{C6B3C2A1-CE10-45B9-A3B3-869001D2DC7E}" type="pres">
      <dgm:prSet presAssocID="{3311B45B-6D4E-4C20-AD97-9C4427762766}" presName="background" presStyleLbl="node0" presStyleIdx="0" presStyleCnt="2"/>
      <dgm:spPr/>
    </dgm:pt>
    <dgm:pt modelId="{9A17A66D-0256-402A-A163-B1A161F60172}" type="pres">
      <dgm:prSet presAssocID="{3311B45B-6D4E-4C20-AD97-9C4427762766}" presName="text" presStyleLbl="fgAcc0" presStyleIdx="0" presStyleCnt="2">
        <dgm:presLayoutVars>
          <dgm:chPref val="3"/>
        </dgm:presLayoutVars>
      </dgm:prSet>
      <dgm:spPr/>
    </dgm:pt>
    <dgm:pt modelId="{40B5F882-78A5-416B-936D-0F6004F0F4D6}" type="pres">
      <dgm:prSet presAssocID="{3311B45B-6D4E-4C20-AD97-9C4427762766}" presName="hierChild2" presStyleCnt="0"/>
      <dgm:spPr/>
    </dgm:pt>
    <dgm:pt modelId="{4E34DC6C-BA8D-468B-84DE-0CA04272DDBE}" type="pres">
      <dgm:prSet presAssocID="{44B0220C-C75C-4A18-A53B-E37AFA390DEF}" presName="hierRoot1" presStyleCnt="0"/>
      <dgm:spPr/>
    </dgm:pt>
    <dgm:pt modelId="{AB7EBA26-BC5A-4371-8F61-4B65C331A7E4}" type="pres">
      <dgm:prSet presAssocID="{44B0220C-C75C-4A18-A53B-E37AFA390DEF}" presName="composite" presStyleCnt="0"/>
      <dgm:spPr/>
    </dgm:pt>
    <dgm:pt modelId="{2FB2CA38-0AEF-4284-8F14-F4C01296F0E1}" type="pres">
      <dgm:prSet presAssocID="{44B0220C-C75C-4A18-A53B-E37AFA390DEF}" presName="background" presStyleLbl="node0" presStyleIdx="1" presStyleCnt="2"/>
      <dgm:spPr/>
    </dgm:pt>
    <dgm:pt modelId="{CC175B9B-9C1F-456A-862B-5584F8BD0FEA}" type="pres">
      <dgm:prSet presAssocID="{44B0220C-C75C-4A18-A53B-E37AFA390DEF}" presName="text" presStyleLbl="fgAcc0" presStyleIdx="1" presStyleCnt="2">
        <dgm:presLayoutVars>
          <dgm:chPref val="3"/>
        </dgm:presLayoutVars>
      </dgm:prSet>
      <dgm:spPr/>
    </dgm:pt>
    <dgm:pt modelId="{75ACD14B-E2DD-4485-9096-95081F41ADEB}" type="pres">
      <dgm:prSet presAssocID="{44B0220C-C75C-4A18-A53B-E37AFA390DEF}" presName="hierChild2" presStyleCnt="0"/>
      <dgm:spPr/>
    </dgm:pt>
  </dgm:ptLst>
  <dgm:cxnLst>
    <dgm:cxn modelId="{3E57A502-028B-4564-9450-9B61D075BCE8}" type="presOf" srcId="{3311B45B-6D4E-4C20-AD97-9C4427762766}" destId="{9A17A66D-0256-402A-A163-B1A161F60172}" srcOrd="0" destOrd="0" presId="urn:microsoft.com/office/officeart/2005/8/layout/hierarchy1"/>
    <dgm:cxn modelId="{7F329009-93D7-44F1-809D-0DE6BB48F0D8}" srcId="{12C504B5-281D-428A-AB73-FA98A67D7CEC}" destId="{44B0220C-C75C-4A18-A53B-E37AFA390DEF}" srcOrd="1" destOrd="0" parTransId="{FCFB1B35-192E-49E0-99CF-D4BE33002795}" sibTransId="{21E02687-8A4C-42DD-8E18-9EBAEEBA8C00}"/>
    <dgm:cxn modelId="{6C63A382-C20F-449A-9AD4-20A254E87BA7}" type="presOf" srcId="{44B0220C-C75C-4A18-A53B-E37AFA390DEF}" destId="{CC175B9B-9C1F-456A-862B-5584F8BD0FEA}" srcOrd="0" destOrd="0" presId="urn:microsoft.com/office/officeart/2005/8/layout/hierarchy1"/>
    <dgm:cxn modelId="{6A7DCC8F-1699-4EEC-9770-F017F84D3601}" srcId="{12C504B5-281D-428A-AB73-FA98A67D7CEC}" destId="{3311B45B-6D4E-4C20-AD97-9C4427762766}" srcOrd="0" destOrd="0" parTransId="{105C76A0-D069-4BAA-B016-B2F184C7D6E4}" sibTransId="{5035A460-0DAE-411F-BA19-122A242EEA2E}"/>
    <dgm:cxn modelId="{D26F11E6-A7DA-4B70-ADB8-A3227DCEB83F}" type="presOf" srcId="{12C504B5-281D-428A-AB73-FA98A67D7CEC}" destId="{2912059F-BC4E-40BF-88DA-386C93BE19E2}" srcOrd="0" destOrd="0" presId="urn:microsoft.com/office/officeart/2005/8/layout/hierarchy1"/>
    <dgm:cxn modelId="{0C18C983-E557-4F34-ADF9-99DDB56CF8F4}" type="presParOf" srcId="{2912059F-BC4E-40BF-88DA-386C93BE19E2}" destId="{E5697F35-B4D7-445C-8A21-C04FEF29DC9E}" srcOrd="0" destOrd="0" presId="urn:microsoft.com/office/officeart/2005/8/layout/hierarchy1"/>
    <dgm:cxn modelId="{9C2895F4-BAB8-4B52-88BF-C81ED88D8F36}" type="presParOf" srcId="{E5697F35-B4D7-445C-8A21-C04FEF29DC9E}" destId="{7F451DC0-D275-45A7-814C-16418EE4EDAA}" srcOrd="0" destOrd="0" presId="urn:microsoft.com/office/officeart/2005/8/layout/hierarchy1"/>
    <dgm:cxn modelId="{FD517076-D599-4B18-8407-63F1A3D9F4EE}" type="presParOf" srcId="{7F451DC0-D275-45A7-814C-16418EE4EDAA}" destId="{C6B3C2A1-CE10-45B9-A3B3-869001D2DC7E}" srcOrd="0" destOrd="0" presId="urn:microsoft.com/office/officeart/2005/8/layout/hierarchy1"/>
    <dgm:cxn modelId="{B5174FE1-6454-475A-AED7-122E08BA9613}" type="presParOf" srcId="{7F451DC0-D275-45A7-814C-16418EE4EDAA}" destId="{9A17A66D-0256-402A-A163-B1A161F60172}" srcOrd="1" destOrd="0" presId="urn:microsoft.com/office/officeart/2005/8/layout/hierarchy1"/>
    <dgm:cxn modelId="{C7FC3693-4055-48C7-B5F5-5B4BCC529B85}" type="presParOf" srcId="{E5697F35-B4D7-445C-8A21-C04FEF29DC9E}" destId="{40B5F882-78A5-416B-936D-0F6004F0F4D6}" srcOrd="1" destOrd="0" presId="urn:microsoft.com/office/officeart/2005/8/layout/hierarchy1"/>
    <dgm:cxn modelId="{4F044B81-6CAC-4A98-A2BF-8748BC0AAA35}" type="presParOf" srcId="{2912059F-BC4E-40BF-88DA-386C93BE19E2}" destId="{4E34DC6C-BA8D-468B-84DE-0CA04272DDBE}" srcOrd="1" destOrd="0" presId="urn:microsoft.com/office/officeart/2005/8/layout/hierarchy1"/>
    <dgm:cxn modelId="{B88AF4EC-180F-4CA3-9911-C6F8F12ACFD6}" type="presParOf" srcId="{4E34DC6C-BA8D-468B-84DE-0CA04272DDBE}" destId="{AB7EBA26-BC5A-4371-8F61-4B65C331A7E4}" srcOrd="0" destOrd="0" presId="urn:microsoft.com/office/officeart/2005/8/layout/hierarchy1"/>
    <dgm:cxn modelId="{79807363-B549-477B-8F4A-9157254A4572}" type="presParOf" srcId="{AB7EBA26-BC5A-4371-8F61-4B65C331A7E4}" destId="{2FB2CA38-0AEF-4284-8F14-F4C01296F0E1}" srcOrd="0" destOrd="0" presId="urn:microsoft.com/office/officeart/2005/8/layout/hierarchy1"/>
    <dgm:cxn modelId="{2E0B1D36-BF4A-49F7-8C25-EE0D1D282770}" type="presParOf" srcId="{AB7EBA26-BC5A-4371-8F61-4B65C331A7E4}" destId="{CC175B9B-9C1F-456A-862B-5584F8BD0FEA}" srcOrd="1" destOrd="0" presId="urn:microsoft.com/office/officeart/2005/8/layout/hierarchy1"/>
    <dgm:cxn modelId="{14F87445-F7FC-4DBF-AE64-34853AB6BB4C}" type="presParOf" srcId="{4E34DC6C-BA8D-468B-84DE-0CA04272DDBE}" destId="{75ACD14B-E2DD-4485-9096-95081F41ADE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E9B04FC0-C008-4FC9-B398-750A6480138B}"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812F292F-BB22-4D38-AF86-A96799B90F26}">
      <dgm:prSet/>
      <dgm:spPr/>
      <dgm:t>
        <a:bodyPr/>
        <a:lstStyle/>
        <a:p>
          <a:r>
            <a:rPr lang="en-NZ" dirty="0"/>
            <a:t>Yes! </a:t>
          </a:r>
          <a:endParaRPr lang="en-US" dirty="0"/>
        </a:p>
      </dgm:t>
    </dgm:pt>
    <dgm:pt modelId="{BACE62AF-B3A1-4366-BE95-F470E7C569BF}" type="parTrans" cxnId="{5C49BDF4-9BF8-404B-9F30-93EBDF0C6D0A}">
      <dgm:prSet/>
      <dgm:spPr/>
      <dgm:t>
        <a:bodyPr/>
        <a:lstStyle/>
        <a:p>
          <a:endParaRPr lang="en-US"/>
        </a:p>
      </dgm:t>
    </dgm:pt>
    <dgm:pt modelId="{9F7A0858-123D-41D2-BAC8-554A0BE461DA}" type="sibTrans" cxnId="{5C49BDF4-9BF8-404B-9F30-93EBDF0C6D0A}">
      <dgm:prSet/>
      <dgm:spPr/>
      <dgm:t>
        <a:bodyPr/>
        <a:lstStyle/>
        <a:p>
          <a:endParaRPr lang="en-US"/>
        </a:p>
      </dgm:t>
    </dgm:pt>
    <dgm:pt modelId="{E2B5587F-9EC0-4E1E-AF51-73EE5A3F6213}">
      <dgm:prSet/>
      <dgm:spPr/>
      <dgm:t>
        <a:bodyPr/>
        <a:lstStyle/>
        <a:p>
          <a:r>
            <a:rPr lang="en-US"/>
            <a:t>Allows User emuneration</a:t>
          </a:r>
        </a:p>
      </dgm:t>
    </dgm:pt>
    <dgm:pt modelId="{817590AF-3872-4E7A-863B-786A5B4EE877}" type="parTrans" cxnId="{4B84C091-5805-402B-96ED-950CCE3F818B}">
      <dgm:prSet/>
      <dgm:spPr/>
      <dgm:t>
        <a:bodyPr/>
        <a:lstStyle/>
        <a:p>
          <a:endParaRPr lang="en-NZ"/>
        </a:p>
      </dgm:t>
    </dgm:pt>
    <dgm:pt modelId="{560525CA-26EA-446C-A299-553839773ABF}" type="sibTrans" cxnId="{4B84C091-5805-402B-96ED-950CCE3F818B}">
      <dgm:prSet/>
      <dgm:spPr/>
      <dgm:t>
        <a:bodyPr/>
        <a:lstStyle/>
        <a:p>
          <a:endParaRPr lang="en-NZ"/>
        </a:p>
      </dgm:t>
    </dgm:pt>
    <dgm:pt modelId="{349C294E-731E-4245-A80E-E46A100AD200}" type="pres">
      <dgm:prSet presAssocID="{E9B04FC0-C008-4FC9-B398-750A6480138B}" presName="linear" presStyleCnt="0">
        <dgm:presLayoutVars>
          <dgm:animLvl val="lvl"/>
          <dgm:resizeHandles val="exact"/>
        </dgm:presLayoutVars>
      </dgm:prSet>
      <dgm:spPr/>
    </dgm:pt>
    <dgm:pt modelId="{84B7B108-A47A-4E22-9DEB-6495264494C8}" type="pres">
      <dgm:prSet presAssocID="{812F292F-BB22-4D38-AF86-A96799B90F26}" presName="parentText" presStyleLbl="node1" presStyleIdx="0" presStyleCnt="2">
        <dgm:presLayoutVars>
          <dgm:chMax val="0"/>
          <dgm:bulletEnabled val="1"/>
        </dgm:presLayoutVars>
      </dgm:prSet>
      <dgm:spPr/>
    </dgm:pt>
    <dgm:pt modelId="{F7BFE766-9A91-48A8-B747-6CA78F743FDA}" type="pres">
      <dgm:prSet presAssocID="{9F7A0858-123D-41D2-BAC8-554A0BE461DA}" presName="spacer" presStyleCnt="0"/>
      <dgm:spPr/>
    </dgm:pt>
    <dgm:pt modelId="{5866DEB0-9E77-4179-A793-FA2080445E76}" type="pres">
      <dgm:prSet presAssocID="{E2B5587F-9EC0-4E1E-AF51-73EE5A3F6213}" presName="parentText" presStyleLbl="node1" presStyleIdx="1" presStyleCnt="2">
        <dgm:presLayoutVars>
          <dgm:chMax val="0"/>
          <dgm:bulletEnabled val="1"/>
        </dgm:presLayoutVars>
      </dgm:prSet>
      <dgm:spPr/>
    </dgm:pt>
  </dgm:ptLst>
  <dgm:cxnLst>
    <dgm:cxn modelId="{18BD341E-D6D0-447E-9E5C-3D0B28BBC4B8}" type="presOf" srcId="{E9B04FC0-C008-4FC9-B398-750A6480138B}" destId="{349C294E-731E-4245-A80E-E46A100AD200}" srcOrd="0" destOrd="0" presId="urn:microsoft.com/office/officeart/2005/8/layout/vList2"/>
    <dgm:cxn modelId="{7E59882A-6310-43A0-BCC4-1BDE4621F3F5}" type="presOf" srcId="{812F292F-BB22-4D38-AF86-A96799B90F26}" destId="{84B7B108-A47A-4E22-9DEB-6495264494C8}" srcOrd="0" destOrd="0" presId="urn:microsoft.com/office/officeart/2005/8/layout/vList2"/>
    <dgm:cxn modelId="{9FE0FB63-AD74-4213-8B27-3A93152D0972}" type="presOf" srcId="{E2B5587F-9EC0-4E1E-AF51-73EE5A3F6213}" destId="{5866DEB0-9E77-4179-A793-FA2080445E76}" srcOrd="0" destOrd="0" presId="urn:microsoft.com/office/officeart/2005/8/layout/vList2"/>
    <dgm:cxn modelId="{4B84C091-5805-402B-96ED-950CCE3F818B}" srcId="{E9B04FC0-C008-4FC9-B398-750A6480138B}" destId="{E2B5587F-9EC0-4E1E-AF51-73EE5A3F6213}" srcOrd="1" destOrd="0" parTransId="{817590AF-3872-4E7A-863B-786A5B4EE877}" sibTransId="{560525CA-26EA-446C-A299-553839773ABF}"/>
    <dgm:cxn modelId="{5C49BDF4-9BF8-404B-9F30-93EBDF0C6D0A}" srcId="{E9B04FC0-C008-4FC9-B398-750A6480138B}" destId="{812F292F-BB22-4D38-AF86-A96799B90F26}" srcOrd="0" destOrd="0" parTransId="{BACE62AF-B3A1-4366-BE95-F470E7C569BF}" sibTransId="{9F7A0858-123D-41D2-BAC8-554A0BE461DA}"/>
    <dgm:cxn modelId="{F70DB3B8-E62A-4E46-A794-17CAE105E067}" type="presParOf" srcId="{349C294E-731E-4245-A80E-E46A100AD200}" destId="{84B7B108-A47A-4E22-9DEB-6495264494C8}" srcOrd="0" destOrd="0" presId="urn:microsoft.com/office/officeart/2005/8/layout/vList2"/>
    <dgm:cxn modelId="{326A90C2-7839-45C9-A0F7-7A0EFD76AF9C}" type="presParOf" srcId="{349C294E-731E-4245-A80E-E46A100AD200}" destId="{F7BFE766-9A91-48A8-B747-6CA78F743FDA}" srcOrd="1" destOrd="0" presId="urn:microsoft.com/office/officeart/2005/8/layout/vList2"/>
    <dgm:cxn modelId="{4AA54276-1A56-4BF7-8A95-6F6B879D63B9}" type="presParOf" srcId="{349C294E-731E-4245-A80E-E46A100AD200}" destId="{5866DEB0-9E77-4179-A793-FA2080445E76}"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B9FBAF3B-65D6-4159-83BB-8DB6F3F0660C}"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B7404E57-3E64-44B1-9455-ADD61552C703}">
      <dgm:prSet/>
      <dgm:spPr/>
      <dgm:t>
        <a:bodyPr/>
        <a:lstStyle/>
        <a:p>
          <a:r>
            <a:rPr lang="en-US"/>
            <a:t>✅ Answer: Yes</a:t>
          </a:r>
        </a:p>
      </dgm:t>
    </dgm:pt>
    <dgm:pt modelId="{9CFE37DE-A6D4-4B47-800E-DC17271DF488}" type="parTrans" cxnId="{649CF8B9-F44E-4A2C-B3F4-8A928359D089}">
      <dgm:prSet/>
      <dgm:spPr/>
      <dgm:t>
        <a:bodyPr/>
        <a:lstStyle/>
        <a:p>
          <a:endParaRPr lang="en-US"/>
        </a:p>
      </dgm:t>
    </dgm:pt>
    <dgm:pt modelId="{217DDCE0-1F27-4758-BE78-89C05648EACD}" type="sibTrans" cxnId="{649CF8B9-F44E-4A2C-B3F4-8A928359D089}">
      <dgm:prSet/>
      <dgm:spPr/>
      <dgm:t>
        <a:bodyPr/>
        <a:lstStyle/>
        <a:p>
          <a:endParaRPr lang="en-US"/>
        </a:p>
      </dgm:t>
    </dgm:pt>
    <dgm:pt modelId="{4C2972D4-FF74-489D-9946-A01CF57879CF}">
      <dgm:prSet/>
      <dgm:spPr/>
      <dgm:t>
        <a:bodyPr/>
        <a:lstStyle/>
        <a:p>
          <a:r>
            <a:rPr lang="en-US"/>
            <a:t>Prevents brute-force and abuse.</a:t>
          </a:r>
        </a:p>
      </dgm:t>
    </dgm:pt>
    <dgm:pt modelId="{F18BD5D1-E063-4DE9-8665-451659878F57}" type="parTrans" cxnId="{F65F0D78-61C0-4D4E-A701-1EC8A9D2E11D}">
      <dgm:prSet/>
      <dgm:spPr/>
      <dgm:t>
        <a:bodyPr/>
        <a:lstStyle/>
        <a:p>
          <a:endParaRPr lang="en-US"/>
        </a:p>
      </dgm:t>
    </dgm:pt>
    <dgm:pt modelId="{D1DE8EDD-32A0-465C-9C40-904770ED700E}" type="sibTrans" cxnId="{F65F0D78-61C0-4D4E-A701-1EC8A9D2E11D}">
      <dgm:prSet/>
      <dgm:spPr/>
      <dgm:t>
        <a:bodyPr/>
        <a:lstStyle/>
        <a:p>
          <a:endParaRPr lang="en-US"/>
        </a:p>
      </dgm:t>
    </dgm:pt>
    <dgm:pt modelId="{EB97BAB6-9C46-4F3A-8F20-9BF936929EA0}" type="pres">
      <dgm:prSet presAssocID="{B9FBAF3B-65D6-4159-83BB-8DB6F3F0660C}" presName="hierChild1" presStyleCnt="0">
        <dgm:presLayoutVars>
          <dgm:chPref val="1"/>
          <dgm:dir/>
          <dgm:animOne val="branch"/>
          <dgm:animLvl val="lvl"/>
          <dgm:resizeHandles/>
        </dgm:presLayoutVars>
      </dgm:prSet>
      <dgm:spPr/>
    </dgm:pt>
    <dgm:pt modelId="{4EE3EC09-D635-4481-8CCF-5D2012B20A39}" type="pres">
      <dgm:prSet presAssocID="{B7404E57-3E64-44B1-9455-ADD61552C703}" presName="hierRoot1" presStyleCnt="0"/>
      <dgm:spPr/>
    </dgm:pt>
    <dgm:pt modelId="{2C928412-47CB-4063-872A-3C6BE9818187}" type="pres">
      <dgm:prSet presAssocID="{B7404E57-3E64-44B1-9455-ADD61552C703}" presName="composite" presStyleCnt="0"/>
      <dgm:spPr/>
    </dgm:pt>
    <dgm:pt modelId="{1DD47953-985F-41BA-B53D-6CB4A6E44BB6}" type="pres">
      <dgm:prSet presAssocID="{B7404E57-3E64-44B1-9455-ADD61552C703}" presName="background" presStyleLbl="node0" presStyleIdx="0" presStyleCnt="2"/>
      <dgm:spPr/>
    </dgm:pt>
    <dgm:pt modelId="{EEADCA1B-6F5D-4221-AFFC-6A68D64EDA72}" type="pres">
      <dgm:prSet presAssocID="{B7404E57-3E64-44B1-9455-ADD61552C703}" presName="text" presStyleLbl="fgAcc0" presStyleIdx="0" presStyleCnt="2">
        <dgm:presLayoutVars>
          <dgm:chPref val="3"/>
        </dgm:presLayoutVars>
      </dgm:prSet>
      <dgm:spPr/>
    </dgm:pt>
    <dgm:pt modelId="{87481D09-CC38-48F4-81E0-91C57D637719}" type="pres">
      <dgm:prSet presAssocID="{B7404E57-3E64-44B1-9455-ADD61552C703}" presName="hierChild2" presStyleCnt="0"/>
      <dgm:spPr/>
    </dgm:pt>
    <dgm:pt modelId="{28D9501E-3028-4F99-A543-435291E2B93B}" type="pres">
      <dgm:prSet presAssocID="{4C2972D4-FF74-489D-9946-A01CF57879CF}" presName="hierRoot1" presStyleCnt="0"/>
      <dgm:spPr/>
    </dgm:pt>
    <dgm:pt modelId="{DA806ED5-3B44-4F0B-B531-67F70A199DBD}" type="pres">
      <dgm:prSet presAssocID="{4C2972D4-FF74-489D-9946-A01CF57879CF}" presName="composite" presStyleCnt="0"/>
      <dgm:spPr/>
    </dgm:pt>
    <dgm:pt modelId="{9B494503-58FD-4B33-809A-956567EB042D}" type="pres">
      <dgm:prSet presAssocID="{4C2972D4-FF74-489D-9946-A01CF57879CF}" presName="background" presStyleLbl="node0" presStyleIdx="1" presStyleCnt="2"/>
      <dgm:spPr/>
    </dgm:pt>
    <dgm:pt modelId="{922F24A5-5259-4480-A773-06ED4625A00A}" type="pres">
      <dgm:prSet presAssocID="{4C2972D4-FF74-489D-9946-A01CF57879CF}" presName="text" presStyleLbl="fgAcc0" presStyleIdx="1" presStyleCnt="2">
        <dgm:presLayoutVars>
          <dgm:chPref val="3"/>
        </dgm:presLayoutVars>
      </dgm:prSet>
      <dgm:spPr/>
    </dgm:pt>
    <dgm:pt modelId="{AC708C39-89E5-485C-A562-5717E6E87DF0}" type="pres">
      <dgm:prSet presAssocID="{4C2972D4-FF74-489D-9946-A01CF57879CF}" presName="hierChild2" presStyleCnt="0"/>
      <dgm:spPr/>
    </dgm:pt>
  </dgm:ptLst>
  <dgm:cxnLst>
    <dgm:cxn modelId="{505AB123-E6AA-4F02-8469-2B7B3846EEEB}" type="presOf" srcId="{B9FBAF3B-65D6-4159-83BB-8DB6F3F0660C}" destId="{EB97BAB6-9C46-4F3A-8F20-9BF936929EA0}" srcOrd="0" destOrd="0" presId="urn:microsoft.com/office/officeart/2005/8/layout/hierarchy1"/>
    <dgm:cxn modelId="{F65F0D78-61C0-4D4E-A701-1EC8A9D2E11D}" srcId="{B9FBAF3B-65D6-4159-83BB-8DB6F3F0660C}" destId="{4C2972D4-FF74-489D-9946-A01CF57879CF}" srcOrd="1" destOrd="0" parTransId="{F18BD5D1-E063-4DE9-8665-451659878F57}" sibTransId="{D1DE8EDD-32A0-465C-9C40-904770ED700E}"/>
    <dgm:cxn modelId="{838081A7-2C5A-4456-BFD4-AE9AC8555A5D}" type="presOf" srcId="{B7404E57-3E64-44B1-9455-ADD61552C703}" destId="{EEADCA1B-6F5D-4221-AFFC-6A68D64EDA72}" srcOrd="0" destOrd="0" presId="urn:microsoft.com/office/officeart/2005/8/layout/hierarchy1"/>
    <dgm:cxn modelId="{649CF8B9-F44E-4A2C-B3F4-8A928359D089}" srcId="{B9FBAF3B-65D6-4159-83BB-8DB6F3F0660C}" destId="{B7404E57-3E64-44B1-9455-ADD61552C703}" srcOrd="0" destOrd="0" parTransId="{9CFE37DE-A6D4-4B47-800E-DC17271DF488}" sibTransId="{217DDCE0-1F27-4758-BE78-89C05648EACD}"/>
    <dgm:cxn modelId="{7F6FB5CD-C69C-4B69-B64A-BDE227F143ED}" type="presOf" srcId="{4C2972D4-FF74-489D-9946-A01CF57879CF}" destId="{922F24A5-5259-4480-A773-06ED4625A00A}" srcOrd="0" destOrd="0" presId="urn:microsoft.com/office/officeart/2005/8/layout/hierarchy1"/>
    <dgm:cxn modelId="{AACC35F8-C6EA-48EC-938C-D049AE26FD72}" type="presParOf" srcId="{EB97BAB6-9C46-4F3A-8F20-9BF936929EA0}" destId="{4EE3EC09-D635-4481-8CCF-5D2012B20A39}" srcOrd="0" destOrd="0" presId="urn:microsoft.com/office/officeart/2005/8/layout/hierarchy1"/>
    <dgm:cxn modelId="{0F881765-116D-40E0-9229-7928FF0AAD4C}" type="presParOf" srcId="{4EE3EC09-D635-4481-8CCF-5D2012B20A39}" destId="{2C928412-47CB-4063-872A-3C6BE9818187}" srcOrd="0" destOrd="0" presId="urn:microsoft.com/office/officeart/2005/8/layout/hierarchy1"/>
    <dgm:cxn modelId="{5E3A7041-AD39-4998-99DA-456CB57AA881}" type="presParOf" srcId="{2C928412-47CB-4063-872A-3C6BE9818187}" destId="{1DD47953-985F-41BA-B53D-6CB4A6E44BB6}" srcOrd="0" destOrd="0" presId="urn:microsoft.com/office/officeart/2005/8/layout/hierarchy1"/>
    <dgm:cxn modelId="{C83BE928-9A93-4CA5-B2BB-8E725A8EC416}" type="presParOf" srcId="{2C928412-47CB-4063-872A-3C6BE9818187}" destId="{EEADCA1B-6F5D-4221-AFFC-6A68D64EDA72}" srcOrd="1" destOrd="0" presId="urn:microsoft.com/office/officeart/2005/8/layout/hierarchy1"/>
    <dgm:cxn modelId="{735E645B-61C2-4296-B08C-DF9A202C7B41}" type="presParOf" srcId="{4EE3EC09-D635-4481-8CCF-5D2012B20A39}" destId="{87481D09-CC38-48F4-81E0-91C57D637719}" srcOrd="1" destOrd="0" presId="urn:microsoft.com/office/officeart/2005/8/layout/hierarchy1"/>
    <dgm:cxn modelId="{49F6D244-0958-4381-94EE-595BCB8ACC94}" type="presParOf" srcId="{EB97BAB6-9C46-4F3A-8F20-9BF936929EA0}" destId="{28D9501E-3028-4F99-A543-435291E2B93B}" srcOrd="1" destOrd="0" presId="urn:microsoft.com/office/officeart/2005/8/layout/hierarchy1"/>
    <dgm:cxn modelId="{477F1C05-A780-42CF-A828-C1112CD8E464}" type="presParOf" srcId="{28D9501E-3028-4F99-A543-435291E2B93B}" destId="{DA806ED5-3B44-4F0B-B531-67F70A199DBD}" srcOrd="0" destOrd="0" presId="urn:microsoft.com/office/officeart/2005/8/layout/hierarchy1"/>
    <dgm:cxn modelId="{3057E9F2-67BF-4AEF-8705-6B4612390463}" type="presParOf" srcId="{DA806ED5-3B44-4F0B-B531-67F70A199DBD}" destId="{9B494503-58FD-4B33-809A-956567EB042D}" srcOrd="0" destOrd="0" presId="urn:microsoft.com/office/officeart/2005/8/layout/hierarchy1"/>
    <dgm:cxn modelId="{54DD3DB2-5988-44D1-A55F-B5DA2B1D04EF}" type="presParOf" srcId="{DA806ED5-3B44-4F0B-B531-67F70A199DBD}" destId="{922F24A5-5259-4480-A773-06ED4625A00A}" srcOrd="1" destOrd="0" presId="urn:microsoft.com/office/officeart/2005/8/layout/hierarchy1"/>
    <dgm:cxn modelId="{F6CD5A2C-E834-4AAC-A5EE-75D34B212D82}" type="presParOf" srcId="{28D9501E-3028-4F99-A543-435291E2B93B}" destId="{AC708C39-89E5-485C-A562-5717E6E87DF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C8D35C3A-8E0D-47F1-B8ED-67077EF8B2DA}"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6827E639-2BD5-48C5-85C2-05ED8C4309F1}">
      <dgm:prSet/>
      <dgm:spPr/>
      <dgm:t>
        <a:bodyPr/>
        <a:lstStyle/>
        <a:p>
          <a:r>
            <a:rPr lang="en-US"/>
            <a:t>✅ Answer: C</a:t>
          </a:r>
        </a:p>
      </dgm:t>
    </dgm:pt>
    <dgm:pt modelId="{CD24EA8E-ABF5-4785-80E1-B39F49AB0183}" type="parTrans" cxnId="{1CC3E31D-3882-44A3-99A0-4A2E6B8F2F8E}">
      <dgm:prSet/>
      <dgm:spPr/>
      <dgm:t>
        <a:bodyPr/>
        <a:lstStyle/>
        <a:p>
          <a:endParaRPr lang="en-US"/>
        </a:p>
      </dgm:t>
    </dgm:pt>
    <dgm:pt modelId="{8B1CE4A7-375F-4DD0-91D5-046E95F99855}" type="sibTrans" cxnId="{1CC3E31D-3882-44A3-99A0-4A2E6B8F2F8E}">
      <dgm:prSet/>
      <dgm:spPr/>
      <dgm:t>
        <a:bodyPr/>
        <a:lstStyle/>
        <a:p>
          <a:endParaRPr lang="en-US"/>
        </a:p>
      </dgm:t>
    </dgm:pt>
    <dgm:pt modelId="{BED67113-6AF9-43F8-B725-8EB3328952D9}">
      <dgm:prSet/>
      <dgm:spPr/>
      <dgm:t>
        <a:bodyPr/>
        <a:lstStyle/>
        <a:p>
          <a:r>
            <a:rPr lang="en-US"/>
            <a:t>Detection speed matters more than tool count.</a:t>
          </a:r>
        </a:p>
      </dgm:t>
    </dgm:pt>
    <dgm:pt modelId="{3397DD17-1755-44D4-A312-7676CF65EE23}" type="parTrans" cxnId="{AFD672CA-3212-4ADA-91EA-6C13506BF291}">
      <dgm:prSet/>
      <dgm:spPr/>
      <dgm:t>
        <a:bodyPr/>
        <a:lstStyle/>
        <a:p>
          <a:endParaRPr lang="en-US"/>
        </a:p>
      </dgm:t>
    </dgm:pt>
    <dgm:pt modelId="{F65156EC-81B6-461F-A2EC-4D934D3857D5}" type="sibTrans" cxnId="{AFD672CA-3212-4ADA-91EA-6C13506BF291}">
      <dgm:prSet/>
      <dgm:spPr/>
      <dgm:t>
        <a:bodyPr/>
        <a:lstStyle/>
        <a:p>
          <a:endParaRPr lang="en-US"/>
        </a:p>
      </dgm:t>
    </dgm:pt>
    <dgm:pt modelId="{20BB3C8F-A9B9-47CE-9851-64918A7D8F62}" type="pres">
      <dgm:prSet presAssocID="{C8D35C3A-8E0D-47F1-B8ED-67077EF8B2DA}" presName="hierChild1" presStyleCnt="0">
        <dgm:presLayoutVars>
          <dgm:chPref val="1"/>
          <dgm:dir/>
          <dgm:animOne val="branch"/>
          <dgm:animLvl val="lvl"/>
          <dgm:resizeHandles/>
        </dgm:presLayoutVars>
      </dgm:prSet>
      <dgm:spPr/>
    </dgm:pt>
    <dgm:pt modelId="{E64E05BC-5665-4B55-9DEB-2145744B5C06}" type="pres">
      <dgm:prSet presAssocID="{6827E639-2BD5-48C5-85C2-05ED8C4309F1}" presName="hierRoot1" presStyleCnt="0"/>
      <dgm:spPr/>
    </dgm:pt>
    <dgm:pt modelId="{F1C554BB-3331-4F76-B933-DF3EA0784DC4}" type="pres">
      <dgm:prSet presAssocID="{6827E639-2BD5-48C5-85C2-05ED8C4309F1}" presName="composite" presStyleCnt="0"/>
      <dgm:spPr/>
    </dgm:pt>
    <dgm:pt modelId="{10109CC5-C463-4233-8C15-974A554183D8}" type="pres">
      <dgm:prSet presAssocID="{6827E639-2BD5-48C5-85C2-05ED8C4309F1}" presName="background" presStyleLbl="node0" presStyleIdx="0" presStyleCnt="2"/>
      <dgm:spPr/>
    </dgm:pt>
    <dgm:pt modelId="{201B1802-14C6-4E3D-BEFD-B4D5C41BD8BE}" type="pres">
      <dgm:prSet presAssocID="{6827E639-2BD5-48C5-85C2-05ED8C4309F1}" presName="text" presStyleLbl="fgAcc0" presStyleIdx="0" presStyleCnt="2">
        <dgm:presLayoutVars>
          <dgm:chPref val="3"/>
        </dgm:presLayoutVars>
      </dgm:prSet>
      <dgm:spPr/>
    </dgm:pt>
    <dgm:pt modelId="{A304DEDC-161D-4E32-BBA8-0E1E6E5F56B7}" type="pres">
      <dgm:prSet presAssocID="{6827E639-2BD5-48C5-85C2-05ED8C4309F1}" presName="hierChild2" presStyleCnt="0"/>
      <dgm:spPr/>
    </dgm:pt>
    <dgm:pt modelId="{E71594C8-1EAB-420C-80A0-7ED47BCAA920}" type="pres">
      <dgm:prSet presAssocID="{BED67113-6AF9-43F8-B725-8EB3328952D9}" presName="hierRoot1" presStyleCnt="0"/>
      <dgm:spPr/>
    </dgm:pt>
    <dgm:pt modelId="{E62FC63D-F968-4F22-81D2-FAA0D5C2F5F0}" type="pres">
      <dgm:prSet presAssocID="{BED67113-6AF9-43F8-B725-8EB3328952D9}" presName="composite" presStyleCnt="0"/>
      <dgm:spPr/>
    </dgm:pt>
    <dgm:pt modelId="{4288494C-E126-42F2-9FAA-5890F251B88F}" type="pres">
      <dgm:prSet presAssocID="{BED67113-6AF9-43F8-B725-8EB3328952D9}" presName="background" presStyleLbl="node0" presStyleIdx="1" presStyleCnt="2"/>
      <dgm:spPr/>
    </dgm:pt>
    <dgm:pt modelId="{C117436B-2FF5-4407-8784-5F28C8930F94}" type="pres">
      <dgm:prSet presAssocID="{BED67113-6AF9-43F8-B725-8EB3328952D9}" presName="text" presStyleLbl="fgAcc0" presStyleIdx="1" presStyleCnt="2">
        <dgm:presLayoutVars>
          <dgm:chPref val="3"/>
        </dgm:presLayoutVars>
      </dgm:prSet>
      <dgm:spPr/>
    </dgm:pt>
    <dgm:pt modelId="{A157ACEF-396B-4C86-9338-38BC8CF2A146}" type="pres">
      <dgm:prSet presAssocID="{BED67113-6AF9-43F8-B725-8EB3328952D9}" presName="hierChild2" presStyleCnt="0"/>
      <dgm:spPr/>
    </dgm:pt>
  </dgm:ptLst>
  <dgm:cxnLst>
    <dgm:cxn modelId="{1CC3E31D-3882-44A3-99A0-4A2E6B8F2F8E}" srcId="{C8D35C3A-8E0D-47F1-B8ED-67077EF8B2DA}" destId="{6827E639-2BD5-48C5-85C2-05ED8C4309F1}" srcOrd="0" destOrd="0" parTransId="{CD24EA8E-ABF5-4785-80E1-B39F49AB0183}" sibTransId="{8B1CE4A7-375F-4DD0-91D5-046E95F99855}"/>
    <dgm:cxn modelId="{CDF68732-FA82-4A2C-8DA4-C6E3B394709A}" type="presOf" srcId="{BED67113-6AF9-43F8-B725-8EB3328952D9}" destId="{C117436B-2FF5-4407-8784-5F28C8930F94}" srcOrd="0" destOrd="0" presId="urn:microsoft.com/office/officeart/2005/8/layout/hierarchy1"/>
    <dgm:cxn modelId="{AEF4FE97-8E7A-4AFB-A4FB-A6CBB4B8E19B}" type="presOf" srcId="{6827E639-2BD5-48C5-85C2-05ED8C4309F1}" destId="{201B1802-14C6-4E3D-BEFD-B4D5C41BD8BE}" srcOrd="0" destOrd="0" presId="urn:microsoft.com/office/officeart/2005/8/layout/hierarchy1"/>
    <dgm:cxn modelId="{AFD672CA-3212-4ADA-91EA-6C13506BF291}" srcId="{C8D35C3A-8E0D-47F1-B8ED-67077EF8B2DA}" destId="{BED67113-6AF9-43F8-B725-8EB3328952D9}" srcOrd="1" destOrd="0" parTransId="{3397DD17-1755-44D4-A312-7676CF65EE23}" sibTransId="{F65156EC-81B6-461F-A2EC-4D934D3857D5}"/>
    <dgm:cxn modelId="{FFFDEAD7-B105-4D65-824E-54F65D515991}" type="presOf" srcId="{C8D35C3A-8E0D-47F1-B8ED-67077EF8B2DA}" destId="{20BB3C8F-A9B9-47CE-9851-64918A7D8F62}" srcOrd="0" destOrd="0" presId="urn:microsoft.com/office/officeart/2005/8/layout/hierarchy1"/>
    <dgm:cxn modelId="{FFF10279-FEA8-480C-9315-601CCED6BF0E}" type="presParOf" srcId="{20BB3C8F-A9B9-47CE-9851-64918A7D8F62}" destId="{E64E05BC-5665-4B55-9DEB-2145744B5C06}" srcOrd="0" destOrd="0" presId="urn:microsoft.com/office/officeart/2005/8/layout/hierarchy1"/>
    <dgm:cxn modelId="{B184F9EA-A654-4DA2-B8E8-85C49C85DB98}" type="presParOf" srcId="{E64E05BC-5665-4B55-9DEB-2145744B5C06}" destId="{F1C554BB-3331-4F76-B933-DF3EA0784DC4}" srcOrd="0" destOrd="0" presId="urn:microsoft.com/office/officeart/2005/8/layout/hierarchy1"/>
    <dgm:cxn modelId="{4071F911-477A-4D78-BB3A-F1EA2D6DFE12}" type="presParOf" srcId="{F1C554BB-3331-4F76-B933-DF3EA0784DC4}" destId="{10109CC5-C463-4233-8C15-974A554183D8}" srcOrd="0" destOrd="0" presId="urn:microsoft.com/office/officeart/2005/8/layout/hierarchy1"/>
    <dgm:cxn modelId="{F81C0EC6-8159-46C9-ABDF-49346E6D44AB}" type="presParOf" srcId="{F1C554BB-3331-4F76-B933-DF3EA0784DC4}" destId="{201B1802-14C6-4E3D-BEFD-B4D5C41BD8BE}" srcOrd="1" destOrd="0" presId="urn:microsoft.com/office/officeart/2005/8/layout/hierarchy1"/>
    <dgm:cxn modelId="{57D6061E-CC97-43FE-8152-F17DDB4B81C9}" type="presParOf" srcId="{E64E05BC-5665-4B55-9DEB-2145744B5C06}" destId="{A304DEDC-161D-4E32-BBA8-0E1E6E5F56B7}" srcOrd="1" destOrd="0" presId="urn:microsoft.com/office/officeart/2005/8/layout/hierarchy1"/>
    <dgm:cxn modelId="{9DB057ED-098E-4A57-BD76-DD1D627A8778}" type="presParOf" srcId="{20BB3C8F-A9B9-47CE-9851-64918A7D8F62}" destId="{E71594C8-1EAB-420C-80A0-7ED47BCAA920}" srcOrd="1" destOrd="0" presId="urn:microsoft.com/office/officeart/2005/8/layout/hierarchy1"/>
    <dgm:cxn modelId="{4E4BA2B9-97BC-4750-BE71-F695AB2F0FA3}" type="presParOf" srcId="{E71594C8-1EAB-420C-80A0-7ED47BCAA920}" destId="{E62FC63D-F968-4F22-81D2-FAA0D5C2F5F0}" srcOrd="0" destOrd="0" presId="urn:microsoft.com/office/officeart/2005/8/layout/hierarchy1"/>
    <dgm:cxn modelId="{D358EE3A-E8C6-4743-93B7-096E2B5930A9}" type="presParOf" srcId="{E62FC63D-F968-4F22-81D2-FAA0D5C2F5F0}" destId="{4288494C-E126-42F2-9FAA-5890F251B88F}" srcOrd="0" destOrd="0" presId="urn:microsoft.com/office/officeart/2005/8/layout/hierarchy1"/>
    <dgm:cxn modelId="{B64C396B-0A91-4DFE-88DD-6637FF1FC960}" type="presParOf" srcId="{E62FC63D-F968-4F22-81D2-FAA0D5C2F5F0}" destId="{C117436B-2FF5-4407-8784-5F28C8930F94}" srcOrd="1" destOrd="0" presId="urn:microsoft.com/office/officeart/2005/8/layout/hierarchy1"/>
    <dgm:cxn modelId="{710AC362-C674-4477-B57E-0169E61ED79A}" type="presParOf" srcId="{E71594C8-1EAB-420C-80A0-7ED47BCAA920}" destId="{A157ACEF-396B-4C86-9338-38BC8CF2A146}"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31D95B17-E51E-438B-A758-866BBDDE5151}"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BD9E86D-DB21-456B-A985-1A440E085AA3}">
      <dgm:prSet/>
      <dgm:spPr/>
      <dgm:t>
        <a:bodyPr/>
        <a:lstStyle/>
        <a:p>
          <a:r>
            <a:rPr lang="en-US"/>
            <a:t>❌ Answer: No</a:t>
          </a:r>
        </a:p>
      </dgm:t>
    </dgm:pt>
    <dgm:pt modelId="{5945E90E-4AD3-44B3-B10A-152035744362}" type="parTrans" cxnId="{F3516F6D-80CB-449D-9455-6BE96CE2792B}">
      <dgm:prSet/>
      <dgm:spPr/>
      <dgm:t>
        <a:bodyPr/>
        <a:lstStyle/>
        <a:p>
          <a:endParaRPr lang="en-US"/>
        </a:p>
      </dgm:t>
    </dgm:pt>
    <dgm:pt modelId="{4449F324-CBED-4A1A-9A5E-AAB6DC7158B3}" type="sibTrans" cxnId="{F3516F6D-80CB-449D-9455-6BE96CE2792B}">
      <dgm:prSet/>
      <dgm:spPr/>
      <dgm:t>
        <a:bodyPr/>
        <a:lstStyle/>
        <a:p>
          <a:endParaRPr lang="en-US"/>
        </a:p>
      </dgm:t>
    </dgm:pt>
    <dgm:pt modelId="{3227D164-364C-46D3-B0A3-F239325848E9}">
      <dgm:prSet/>
      <dgm:spPr/>
      <dgm:t>
        <a:bodyPr/>
        <a:lstStyle/>
        <a:p>
          <a:r>
            <a:rPr lang="en-NZ" dirty="0"/>
            <a:t>Enables man-in-the-middle attacks.</a:t>
          </a:r>
          <a:endParaRPr lang="en-US" dirty="0"/>
        </a:p>
      </dgm:t>
    </dgm:pt>
    <dgm:pt modelId="{31F553A8-39D6-4E7B-998B-03CCBAFFBF5F}" type="parTrans" cxnId="{09C06502-85D7-48C7-81E7-C5115662CD17}">
      <dgm:prSet/>
      <dgm:spPr/>
      <dgm:t>
        <a:bodyPr/>
        <a:lstStyle/>
        <a:p>
          <a:endParaRPr lang="en-US"/>
        </a:p>
      </dgm:t>
    </dgm:pt>
    <dgm:pt modelId="{5D30DFFD-DC28-4B81-AF32-D15B0C4F4171}" type="sibTrans" cxnId="{09C06502-85D7-48C7-81E7-C5115662CD17}">
      <dgm:prSet/>
      <dgm:spPr/>
      <dgm:t>
        <a:bodyPr/>
        <a:lstStyle/>
        <a:p>
          <a:endParaRPr lang="en-US"/>
        </a:p>
      </dgm:t>
    </dgm:pt>
    <dgm:pt modelId="{7750A59F-7889-430E-B2E8-7F85D03E30A7}" type="pres">
      <dgm:prSet presAssocID="{31D95B17-E51E-438B-A758-866BBDDE5151}" presName="linear" presStyleCnt="0">
        <dgm:presLayoutVars>
          <dgm:animLvl val="lvl"/>
          <dgm:resizeHandles val="exact"/>
        </dgm:presLayoutVars>
      </dgm:prSet>
      <dgm:spPr/>
    </dgm:pt>
    <dgm:pt modelId="{74DA4236-0D8E-4E94-88D6-BEE4A7A35315}" type="pres">
      <dgm:prSet presAssocID="{2BD9E86D-DB21-456B-A985-1A440E085AA3}" presName="parentText" presStyleLbl="node1" presStyleIdx="0" presStyleCnt="2">
        <dgm:presLayoutVars>
          <dgm:chMax val="0"/>
          <dgm:bulletEnabled val="1"/>
        </dgm:presLayoutVars>
      </dgm:prSet>
      <dgm:spPr/>
    </dgm:pt>
    <dgm:pt modelId="{4768300D-8DBF-4DBA-B697-7CF28468C9C8}" type="pres">
      <dgm:prSet presAssocID="{4449F324-CBED-4A1A-9A5E-AAB6DC7158B3}" presName="spacer" presStyleCnt="0"/>
      <dgm:spPr/>
    </dgm:pt>
    <dgm:pt modelId="{C3011BA4-FA5F-4049-A8DA-0DC171D812DB}" type="pres">
      <dgm:prSet presAssocID="{3227D164-364C-46D3-B0A3-F239325848E9}" presName="parentText" presStyleLbl="node1" presStyleIdx="1" presStyleCnt="2">
        <dgm:presLayoutVars>
          <dgm:chMax val="0"/>
          <dgm:bulletEnabled val="1"/>
        </dgm:presLayoutVars>
      </dgm:prSet>
      <dgm:spPr/>
    </dgm:pt>
  </dgm:ptLst>
  <dgm:cxnLst>
    <dgm:cxn modelId="{09C06502-85D7-48C7-81E7-C5115662CD17}" srcId="{31D95B17-E51E-438B-A758-866BBDDE5151}" destId="{3227D164-364C-46D3-B0A3-F239325848E9}" srcOrd="1" destOrd="0" parTransId="{31F553A8-39D6-4E7B-998B-03CCBAFFBF5F}" sibTransId="{5D30DFFD-DC28-4B81-AF32-D15B0C4F4171}"/>
    <dgm:cxn modelId="{A9EA6B06-0B01-4701-B081-FB9E1EE3140E}" type="presOf" srcId="{31D95B17-E51E-438B-A758-866BBDDE5151}" destId="{7750A59F-7889-430E-B2E8-7F85D03E30A7}" srcOrd="0" destOrd="0" presId="urn:microsoft.com/office/officeart/2005/8/layout/vList2"/>
    <dgm:cxn modelId="{4C38B542-8B37-4EF7-BBCF-3FAB519761A4}" type="presOf" srcId="{2BD9E86D-DB21-456B-A985-1A440E085AA3}" destId="{74DA4236-0D8E-4E94-88D6-BEE4A7A35315}" srcOrd="0" destOrd="0" presId="urn:microsoft.com/office/officeart/2005/8/layout/vList2"/>
    <dgm:cxn modelId="{F3516F6D-80CB-449D-9455-6BE96CE2792B}" srcId="{31D95B17-E51E-438B-A758-866BBDDE5151}" destId="{2BD9E86D-DB21-456B-A985-1A440E085AA3}" srcOrd="0" destOrd="0" parTransId="{5945E90E-4AD3-44B3-B10A-152035744362}" sibTransId="{4449F324-CBED-4A1A-9A5E-AAB6DC7158B3}"/>
    <dgm:cxn modelId="{0C052C7B-5C39-45A6-8DC1-0175BE3653AE}" type="presOf" srcId="{3227D164-364C-46D3-B0A3-F239325848E9}" destId="{C3011BA4-FA5F-4049-A8DA-0DC171D812DB}" srcOrd="0" destOrd="0" presId="urn:microsoft.com/office/officeart/2005/8/layout/vList2"/>
    <dgm:cxn modelId="{206B9CEA-18CE-4575-9301-072DAE1A9494}" type="presParOf" srcId="{7750A59F-7889-430E-B2E8-7F85D03E30A7}" destId="{74DA4236-0D8E-4E94-88D6-BEE4A7A35315}" srcOrd="0" destOrd="0" presId="urn:microsoft.com/office/officeart/2005/8/layout/vList2"/>
    <dgm:cxn modelId="{613279FA-07E5-4550-A36A-213F55F0A923}" type="presParOf" srcId="{7750A59F-7889-430E-B2E8-7F85D03E30A7}" destId="{4768300D-8DBF-4DBA-B697-7CF28468C9C8}" srcOrd="1" destOrd="0" presId="urn:microsoft.com/office/officeart/2005/8/layout/vList2"/>
    <dgm:cxn modelId="{FE9D09AD-736A-4CA9-88B7-A51D41AD95C7}" type="presParOf" srcId="{7750A59F-7889-430E-B2E8-7F85D03E30A7}" destId="{C3011BA4-FA5F-4049-A8DA-0DC171D812DB}"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31D95B17-E51E-438B-A758-866BBDDE5151}"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2BD9E86D-DB21-456B-A985-1A440E085AA3}">
      <dgm:prSet/>
      <dgm:spPr/>
      <dgm:t>
        <a:bodyPr/>
        <a:lstStyle/>
        <a:p>
          <a:r>
            <a:rPr lang="en-US"/>
            <a:t>❌ Answer: No</a:t>
          </a:r>
        </a:p>
      </dgm:t>
    </dgm:pt>
    <dgm:pt modelId="{5945E90E-4AD3-44B3-B10A-152035744362}" type="parTrans" cxnId="{F3516F6D-80CB-449D-9455-6BE96CE2792B}">
      <dgm:prSet/>
      <dgm:spPr/>
      <dgm:t>
        <a:bodyPr/>
        <a:lstStyle/>
        <a:p>
          <a:endParaRPr lang="en-US"/>
        </a:p>
      </dgm:t>
    </dgm:pt>
    <dgm:pt modelId="{4449F324-CBED-4A1A-9A5E-AAB6DC7158B3}" type="sibTrans" cxnId="{F3516F6D-80CB-449D-9455-6BE96CE2792B}">
      <dgm:prSet/>
      <dgm:spPr/>
      <dgm:t>
        <a:bodyPr/>
        <a:lstStyle/>
        <a:p>
          <a:endParaRPr lang="en-US"/>
        </a:p>
      </dgm:t>
    </dgm:pt>
    <dgm:pt modelId="{3227D164-364C-46D3-B0A3-F239325848E9}">
      <dgm:prSet/>
      <dgm:spPr/>
      <dgm:t>
        <a:bodyPr/>
        <a:lstStyle/>
        <a:p>
          <a:r>
            <a:rPr lang="en-US"/>
            <a:t>Security is socio-technical.</a:t>
          </a:r>
        </a:p>
      </dgm:t>
    </dgm:pt>
    <dgm:pt modelId="{31F553A8-39D6-4E7B-998B-03CCBAFFBF5F}" type="parTrans" cxnId="{09C06502-85D7-48C7-81E7-C5115662CD17}">
      <dgm:prSet/>
      <dgm:spPr/>
      <dgm:t>
        <a:bodyPr/>
        <a:lstStyle/>
        <a:p>
          <a:endParaRPr lang="en-US"/>
        </a:p>
      </dgm:t>
    </dgm:pt>
    <dgm:pt modelId="{5D30DFFD-DC28-4B81-AF32-D15B0C4F4171}" type="sibTrans" cxnId="{09C06502-85D7-48C7-81E7-C5115662CD17}">
      <dgm:prSet/>
      <dgm:spPr/>
      <dgm:t>
        <a:bodyPr/>
        <a:lstStyle/>
        <a:p>
          <a:endParaRPr lang="en-US"/>
        </a:p>
      </dgm:t>
    </dgm:pt>
    <dgm:pt modelId="{7750A59F-7889-430E-B2E8-7F85D03E30A7}" type="pres">
      <dgm:prSet presAssocID="{31D95B17-E51E-438B-A758-866BBDDE5151}" presName="linear" presStyleCnt="0">
        <dgm:presLayoutVars>
          <dgm:animLvl val="lvl"/>
          <dgm:resizeHandles val="exact"/>
        </dgm:presLayoutVars>
      </dgm:prSet>
      <dgm:spPr/>
    </dgm:pt>
    <dgm:pt modelId="{74DA4236-0D8E-4E94-88D6-BEE4A7A35315}" type="pres">
      <dgm:prSet presAssocID="{2BD9E86D-DB21-456B-A985-1A440E085AA3}" presName="parentText" presStyleLbl="node1" presStyleIdx="0" presStyleCnt="2">
        <dgm:presLayoutVars>
          <dgm:chMax val="0"/>
          <dgm:bulletEnabled val="1"/>
        </dgm:presLayoutVars>
      </dgm:prSet>
      <dgm:spPr/>
    </dgm:pt>
    <dgm:pt modelId="{4768300D-8DBF-4DBA-B697-7CF28468C9C8}" type="pres">
      <dgm:prSet presAssocID="{4449F324-CBED-4A1A-9A5E-AAB6DC7158B3}" presName="spacer" presStyleCnt="0"/>
      <dgm:spPr/>
    </dgm:pt>
    <dgm:pt modelId="{C3011BA4-FA5F-4049-A8DA-0DC171D812DB}" type="pres">
      <dgm:prSet presAssocID="{3227D164-364C-46D3-B0A3-F239325848E9}" presName="parentText" presStyleLbl="node1" presStyleIdx="1" presStyleCnt="2">
        <dgm:presLayoutVars>
          <dgm:chMax val="0"/>
          <dgm:bulletEnabled val="1"/>
        </dgm:presLayoutVars>
      </dgm:prSet>
      <dgm:spPr/>
    </dgm:pt>
  </dgm:ptLst>
  <dgm:cxnLst>
    <dgm:cxn modelId="{09C06502-85D7-48C7-81E7-C5115662CD17}" srcId="{31D95B17-E51E-438B-A758-866BBDDE5151}" destId="{3227D164-364C-46D3-B0A3-F239325848E9}" srcOrd="1" destOrd="0" parTransId="{31F553A8-39D6-4E7B-998B-03CCBAFFBF5F}" sibTransId="{5D30DFFD-DC28-4B81-AF32-D15B0C4F4171}"/>
    <dgm:cxn modelId="{A9EA6B06-0B01-4701-B081-FB9E1EE3140E}" type="presOf" srcId="{31D95B17-E51E-438B-A758-866BBDDE5151}" destId="{7750A59F-7889-430E-B2E8-7F85D03E30A7}" srcOrd="0" destOrd="0" presId="urn:microsoft.com/office/officeart/2005/8/layout/vList2"/>
    <dgm:cxn modelId="{4C38B542-8B37-4EF7-BBCF-3FAB519761A4}" type="presOf" srcId="{2BD9E86D-DB21-456B-A985-1A440E085AA3}" destId="{74DA4236-0D8E-4E94-88D6-BEE4A7A35315}" srcOrd="0" destOrd="0" presId="urn:microsoft.com/office/officeart/2005/8/layout/vList2"/>
    <dgm:cxn modelId="{F3516F6D-80CB-449D-9455-6BE96CE2792B}" srcId="{31D95B17-E51E-438B-A758-866BBDDE5151}" destId="{2BD9E86D-DB21-456B-A985-1A440E085AA3}" srcOrd="0" destOrd="0" parTransId="{5945E90E-4AD3-44B3-B10A-152035744362}" sibTransId="{4449F324-CBED-4A1A-9A5E-AAB6DC7158B3}"/>
    <dgm:cxn modelId="{0C052C7B-5C39-45A6-8DC1-0175BE3653AE}" type="presOf" srcId="{3227D164-364C-46D3-B0A3-F239325848E9}" destId="{C3011BA4-FA5F-4049-A8DA-0DC171D812DB}" srcOrd="0" destOrd="0" presId="urn:microsoft.com/office/officeart/2005/8/layout/vList2"/>
    <dgm:cxn modelId="{206B9CEA-18CE-4575-9301-072DAE1A9494}" type="presParOf" srcId="{7750A59F-7889-430E-B2E8-7F85D03E30A7}" destId="{74DA4236-0D8E-4E94-88D6-BEE4A7A35315}" srcOrd="0" destOrd="0" presId="urn:microsoft.com/office/officeart/2005/8/layout/vList2"/>
    <dgm:cxn modelId="{613279FA-07E5-4550-A36A-213F55F0A923}" type="presParOf" srcId="{7750A59F-7889-430E-B2E8-7F85D03E30A7}" destId="{4768300D-8DBF-4DBA-B697-7CF28468C9C8}" srcOrd="1" destOrd="0" presId="urn:microsoft.com/office/officeart/2005/8/layout/vList2"/>
    <dgm:cxn modelId="{FE9D09AD-736A-4CA9-88B7-A51D41AD95C7}" type="presParOf" srcId="{7750A59F-7889-430E-B2E8-7F85D03E30A7}" destId="{C3011BA4-FA5F-4049-A8DA-0DC171D812DB}"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DB88B163-08A3-4579-A62D-54068254DF41}"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E59B79B2-8D84-4965-9CEA-30DCAA436D57}">
      <dgm:prSet/>
      <dgm:spPr/>
      <dgm:t>
        <a:bodyPr/>
        <a:lstStyle/>
        <a:p>
          <a:r>
            <a:rPr lang="en-US"/>
            <a:t>✅ Answer: D</a:t>
          </a:r>
        </a:p>
      </dgm:t>
    </dgm:pt>
    <dgm:pt modelId="{40CE76EA-D1A5-46F1-8807-A84EB373BCEB}" type="parTrans" cxnId="{D8958067-41FB-4B20-B0AE-6A42B3A338EE}">
      <dgm:prSet/>
      <dgm:spPr/>
      <dgm:t>
        <a:bodyPr/>
        <a:lstStyle/>
        <a:p>
          <a:endParaRPr lang="en-US"/>
        </a:p>
      </dgm:t>
    </dgm:pt>
    <dgm:pt modelId="{62A1B80F-EE3B-49A3-AC3A-B74B0B33E8BD}" type="sibTrans" cxnId="{D8958067-41FB-4B20-B0AE-6A42B3A338EE}">
      <dgm:prSet/>
      <dgm:spPr/>
      <dgm:t>
        <a:bodyPr/>
        <a:lstStyle/>
        <a:p>
          <a:endParaRPr lang="en-US"/>
        </a:p>
      </dgm:t>
    </dgm:pt>
    <dgm:pt modelId="{AC81ED44-40C4-4205-A661-9B59B9D55CC1}">
      <dgm:prSet/>
      <dgm:spPr/>
      <dgm:t>
        <a:bodyPr/>
        <a:lstStyle/>
        <a:p>
          <a:r>
            <a:rPr lang="en-US"/>
            <a:t>They reduce uncertainty and risk.</a:t>
          </a:r>
        </a:p>
      </dgm:t>
    </dgm:pt>
    <dgm:pt modelId="{35863AB0-746C-408A-99E2-C7BB5EA4712E}" type="parTrans" cxnId="{83FCAEE3-8D05-4A91-B252-B09FF3723B32}">
      <dgm:prSet/>
      <dgm:spPr/>
      <dgm:t>
        <a:bodyPr/>
        <a:lstStyle/>
        <a:p>
          <a:endParaRPr lang="en-US"/>
        </a:p>
      </dgm:t>
    </dgm:pt>
    <dgm:pt modelId="{F34267FE-9001-4C5A-80E0-A249490F385D}" type="sibTrans" cxnId="{83FCAEE3-8D05-4A91-B252-B09FF3723B32}">
      <dgm:prSet/>
      <dgm:spPr/>
      <dgm:t>
        <a:bodyPr/>
        <a:lstStyle/>
        <a:p>
          <a:endParaRPr lang="en-US"/>
        </a:p>
      </dgm:t>
    </dgm:pt>
    <dgm:pt modelId="{3DFAE742-F9A3-4898-99CA-D1ADAA06D578}" type="pres">
      <dgm:prSet presAssocID="{DB88B163-08A3-4579-A62D-54068254DF41}" presName="hierChild1" presStyleCnt="0">
        <dgm:presLayoutVars>
          <dgm:chPref val="1"/>
          <dgm:dir/>
          <dgm:animOne val="branch"/>
          <dgm:animLvl val="lvl"/>
          <dgm:resizeHandles/>
        </dgm:presLayoutVars>
      </dgm:prSet>
      <dgm:spPr/>
    </dgm:pt>
    <dgm:pt modelId="{406D5DE9-5823-45E5-9147-A980512763AD}" type="pres">
      <dgm:prSet presAssocID="{E59B79B2-8D84-4965-9CEA-30DCAA436D57}" presName="hierRoot1" presStyleCnt="0"/>
      <dgm:spPr/>
    </dgm:pt>
    <dgm:pt modelId="{0338A2C5-919D-4FFB-B90F-2666D8D2E9A9}" type="pres">
      <dgm:prSet presAssocID="{E59B79B2-8D84-4965-9CEA-30DCAA436D57}" presName="composite" presStyleCnt="0"/>
      <dgm:spPr/>
    </dgm:pt>
    <dgm:pt modelId="{1ED3E81C-9ADC-49CE-85A7-A6D3568A41DF}" type="pres">
      <dgm:prSet presAssocID="{E59B79B2-8D84-4965-9CEA-30DCAA436D57}" presName="background" presStyleLbl="node0" presStyleIdx="0" presStyleCnt="2"/>
      <dgm:spPr/>
    </dgm:pt>
    <dgm:pt modelId="{A1940E17-907F-4D1A-98E1-541E7F9F5AE4}" type="pres">
      <dgm:prSet presAssocID="{E59B79B2-8D84-4965-9CEA-30DCAA436D57}" presName="text" presStyleLbl="fgAcc0" presStyleIdx="0" presStyleCnt="2">
        <dgm:presLayoutVars>
          <dgm:chPref val="3"/>
        </dgm:presLayoutVars>
      </dgm:prSet>
      <dgm:spPr/>
    </dgm:pt>
    <dgm:pt modelId="{A936D956-3B95-49B0-A7EB-DA0D5B90BA3D}" type="pres">
      <dgm:prSet presAssocID="{E59B79B2-8D84-4965-9CEA-30DCAA436D57}" presName="hierChild2" presStyleCnt="0"/>
      <dgm:spPr/>
    </dgm:pt>
    <dgm:pt modelId="{916B3CC0-F341-4887-85CE-A643A2641478}" type="pres">
      <dgm:prSet presAssocID="{AC81ED44-40C4-4205-A661-9B59B9D55CC1}" presName="hierRoot1" presStyleCnt="0"/>
      <dgm:spPr/>
    </dgm:pt>
    <dgm:pt modelId="{FC996847-0EA4-48C8-ADA6-80E904F0F1F3}" type="pres">
      <dgm:prSet presAssocID="{AC81ED44-40C4-4205-A661-9B59B9D55CC1}" presName="composite" presStyleCnt="0"/>
      <dgm:spPr/>
    </dgm:pt>
    <dgm:pt modelId="{D7DFBE60-7979-44DF-887A-953FE951E9D4}" type="pres">
      <dgm:prSet presAssocID="{AC81ED44-40C4-4205-A661-9B59B9D55CC1}" presName="background" presStyleLbl="node0" presStyleIdx="1" presStyleCnt="2"/>
      <dgm:spPr/>
    </dgm:pt>
    <dgm:pt modelId="{8D76C6F1-5ECE-46C1-833B-0E787315979D}" type="pres">
      <dgm:prSet presAssocID="{AC81ED44-40C4-4205-A661-9B59B9D55CC1}" presName="text" presStyleLbl="fgAcc0" presStyleIdx="1" presStyleCnt="2">
        <dgm:presLayoutVars>
          <dgm:chPref val="3"/>
        </dgm:presLayoutVars>
      </dgm:prSet>
      <dgm:spPr/>
    </dgm:pt>
    <dgm:pt modelId="{BF65B120-F53E-4CA7-9C3E-A43BC62CF1A2}" type="pres">
      <dgm:prSet presAssocID="{AC81ED44-40C4-4205-A661-9B59B9D55CC1}" presName="hierChild2" presStyleCnt="0"/>
      <dgm:spPr/>
    </dgm:pt>
  </dgm:ptLst>
  <dgm:cxnLst>
    <dgm:cxn modelId="{EFD1D702-F1DF-488C-9A72-499BB92D04A4}" type="presOf" srcId="{E59B79B2-8D84-4965-9CEA-30DCAA436D57}" destId="{A1940E17-907F-4D1A-98E1-541E7F9F5AE4}" srcOrd="0" destOrd="0" presId="urn:microsoft.com/office/officeart/2005/8/layout/hierarchy1"/>
    <dgm:cxn modelId="{A1B9D043-6739-4C42-9790-008B2D96F8E3}" type="presOf" srcId="{AC81ED44-40C4-4205-A661-9B59B9D55CC1}" destId="{8D76C6F1-5ECE-46C1-833B-0E787315979D}" srcOrd="0" destOrd="0" presId="urn:microsoft.com/office/officeart/2005/8/layout/hierarchy1"/>
    <dgm:cxn modelId="{D8958067-41FB-4B20-B0AE-6A42B3A338EE}" srcId="{DB88B163-08A3-4579-A62D-54068254DF41}" destId="{E59B79B2-8D84-4965-9CEA-30DCAA436D57}" srcOrd="0" destOrd="0" parTransId="{40CE76EA-D1A5-46F1-8807-A84EB373BCEB}" sibTransId="{62A1B80F-EE3B-49A3-AC3A-B74B0B33E8BD}"/>
    <dgm:cxn modelId="{85E71B54-DA42-46F0-91CF-DC8E1B53ABBA}" type="presOf" srcId="{DB88B163-08A3-4579-A62D-54068254DF41}" destId="{3DFAE742-F9A3-4898-99CA-D1ADAA06D578}" srcOrd="0" destOrd="0" presId="urn:microsoft.com/office/officeart/2005/8/layout/hierarchy1"/>
    <dgm:cxn modelId="{83FCAEE3-8D05-4A91-B252-B09FF3723B32}" srcId="{DB88B163-08A3-4579-A62D-54068254DF41}" destId="{AC81ED44-40C4-4205-A661-9B59B9D55CC1}" srcOrd="1" destOrd="0" parTransId="{35863AB0-746C-408A-99E2-C7BB5EA4712E}" sibTransId="{F34267FE-9001-4C5A-80E0-A249490F385D}"/>
    <dgm:cxn modelId="{69D6BC9D-48BE-4D72-BCA1-E3BA81FCA549}" type="presParOf" srcId="{3DFAE742-F9A3-4898-99CA-D1ADAA06D578}" destId="{406D5DE9-5823-45E5-9147-A980512763AD}" srcOrd="0" destOrd="0" presId="urn:microsoft.com/office/officeart/2005/8/layout/hierarchy1"/>
    <dgm:cxn modelId="{4AB92B68-FAF4-483C-96EE-8C28E51BB451}" type="presParOf" srcId="{406D5DE9-5823-45E5-9147-A980512763AD}" destId="{0338A2C5-919D-4FFB-B90F-2666D8D2E9A9}" srcOrd="0" destOrd="0" presId="urn:microsoft.com/office/officeart/2005/8/layout/hierarchy1"/>
    <dgm:cxn modelId="{9816A6AE-7FFC-4B24-B936-123270BF1B34}" type="presParOf" srcId="{0338A2C5-919D-4FFB-B90F-2666D8D2E9A9}" destId="{1ED3E81C-9ADC-49CE-85A7-A6D3568A41DF}" srcOrd="0" destOrd="0" presId="urn:microsoft.com/office/officeart/2005/8/layout/hierarchy1"/>
    <dgm:cxn modelId="{06C486ED-AA2D-4B0B-AA6E-F25E167BE225}" type="presParOf" srcId="{0338A2C5-919D-4FFB-B90F-2666D8D2E9A9}" destId="{A1940E17-907F-4D1A-98E1-541E7F9F5AE4}" srcOrd="1" destOrd="0" presId="urn:microsoft.com/office/officeart/2005/8/layout/hierarchy1"/>
    <dgm:cxn modelId="{0575F06D-D4B1-4381-B457-6D686245D769}" type="presParOf" srcId="{406D5DE9-5823-45E5-9147-A980512763AD}" destId="{A936D956-3B95-49B0-A7EB-DA0D5B90BA3D}" srcOrd="1" destOrd="0" presId="urn:microsoft.com/office/officeart/2005/8/layout/hierarchy1"/>
    <dgm:cxn modelId="{55F7C05E-10BC-4DC1-8F70-FEE752B8A546}" type="presParOf" srcId="{3DFAE742-F9A3-4898-99CA-D1ADAA06D578}" destId="{916B3CC0-F341-4887-85CE-A643A2641478}" srcOrd="1" destOrd="0" presId="urn:microsoft.com/office/officeart/2005/8/layout/hierarchy1"/>
    <dgm:cxn modelId="{25F3540E-F282-42D0-A838-8317F0F19A47}" type="presParOf" srcId="{916B3CC0-F341-4887-85CE-A643A2641478}" destId="{FC996847-0EA4-48C8-ADA6-80E904F0F1F3}" srcOrd="0" destOrd="0" presId="urn:microsoft.com/office/officeart/2005/8/layout/hierarchy1"/>
    <dgm:cxn modelId="{EB0BD9B6-40C0-4256-8D7E-1C7BA69AB468}" type="presParOf" srcId="{FC996847-0EA4-48C8-ADA6-80E904F0F1F3}" destId="{D7DFBE60-7979-44DF-887A-953FE951E9D4}" srcOrd="0" destOrd="0" presId="urn:microsoft.com/office/officeart/2005/8/layout/hierarchy1"/>
    <dgm:cxn modelId="{D6B7AF84-EF88-4D89-AFA1-378406B97449}" type="presParOf" srcId="{FC996847-0EA4-48C8-ADA6-80E904F0F1F3}" destId="{8D76C6F1-5ECE-46C1-833B-0E787315979D}" srcOrd="1" destOrd="0" presId="urn:microsoft.com/office/officeart/2005/8/layout/hierarchy1"/>
    <dgm:cxn modelId="{FE0D0DBF-6A55-46DC-980F-E9613A6D74E3}" type="presParOf" srcId="{916B3CC0-F341-4887-85CE-A643A2641478}" destId="{BF65B120-F53E-4CA7-9C3E-A43BC62CF1A2}"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B3F0884C-3D11-49D4-9368-B3BB735F7793}"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0523B215-3755-4BB5-A522-1D3147F22BE3}">
      <dgm:prSet/>
      <dgm:spPr/>
      <dgm:t>
        <a:bodyPr/>
        <a:lstStyle/>
        <a:p>
          <a:r>
            <a:rPr lang="en-NZ"/>
            <a:t>Yes! </a:t>
          </a:r>
          <a:endParaRPr lang="en-US"/>
        </a:p>
      </dgm:t>
    </dgm:pt>
    <dgm:pt modelId="{FBEBE1B6-83E3-4962-B7A4-F50BD7224DCF}" type="parTrans" cxnId="{EE5A0CE6-BAAF-412F-A070-34A53A794CA8}">
      <dgm:prSet/>
      <dgm:spPr/>
      <dgm:t>
        <a:bodyPr/>
        <a:lstStyle/>
        <a:p>
          <a:endParaRPr lang="en-US"/>
        </a:p>
      </dgm:t>
    </dgm:pt>
    <dgm:pt modelId="{136307FE-8835-4CE3-B935-4AE8924AF482}" type="sibTrans" cxnId="{EE5A0CE6-BAAF-412F-A070-34A53A794CA8}">
      <dgm:prSet/>
      <dgm:spPr/>
      <dgm:t>
        <a:bodyPr/>
        <a:lstStyle/>
        <a:p>
          <a:endParaRPr lang="en-US"/>
        </a:p>
      </dgm:t>
    </dgm:pt>
    <dgm:pt modelId="{09A8165C-7E4D-4906-A37D-8C77D70B5C0A}">
      <dgm:prSet/>
      <dgm:spPr/>
      <dgm:t>
        <a:bodyPr/>
        <a:lstStyle/>
        <a:p>
          <a:r>
            <a:rPr lang="en-US" dirty="0"/>
            <a:t>The system works but is unsafe.</a:t>
          </a:r>
        </a:p>
      </dgm:t>
    </dgm:pt>
    <dgm:pt modelId="{900BA7FF-B63B-45B6-88A5-D6C9784B012D}" type="parTrans" cxnId="{6D491A9B-E2B0-4767-AF7C-D47549B048B8}">
      <dgm:prSet/>
      <dgm:spPr/>
      <dgm:t>
        <a:bodyPr/>
        <a:lstStyle/>
        <a:p>
          <a:endParaRPr lang="en-US"/>
        </a:p>
      </dgm:t>
    </dgm:pt>
    <dgm:pt modelId="{8823B850-71A0-4621-94BD-2F19782990A1}" type="sibTrans" cxnId="{6D491A9B-E2B0-4767-AF7C-D47549B048B8}">
      <dgm:prSet/>
      <dgm:spPr/>
      <dgm:t>
        <a:bodyPr/>
        <a:lstStyle/>
        <a:p>
          <a:endParaRPr lang="en-US"/>
        </a:p>
      </dgm:t>
    </dgm:pt>
    <dgm:pt modelId="{012EAF63-DC63-4862-9C21-656E84DD54D6}" type="pres">
      <dgm:prSet presAssocID="{B3F0884C-3D11-49D4-9368-B3BB735F7793}" presName="linear" presStyleCnt="0">
        <dgm:presLayoutVars>
          <dgm:animLvl val="lvl"/>
          <dgm:resizeHandles val="exact"/>
        </dgm:presLayoutVars>
      </dgm:prSet>
      <dgm:spPr/>
    </dgm:pt>
    <dgm:pt modelId="{1FC562B1-33DC-4203-A095-38EC1C30B9C6}" type="pres">
      <dgm:prSet presAssocID="{0523B215-3755-4BB5-A522-1D3147F22BE3}" presName="parentText" presStyleLbl="node1" presStyleIdx="0" presStyleCnt="2">
        <dgm:presLayoutVars>
          <dgm:chMax val="0"/>
          <dgm:bulletEnabled val="1"/>
        </dgm:presLayoutVars>
      </dgm:prSet>
      <dgm:spPr/>
    </dgm:pt>
    <dgm:pt modelId="{71F9370A-C181-4E0B-9035-6FE59CEE4E16}" type="pres">
      <dgm:prSet presAssocID="{136307FE-8835-4CE3-B935-4AE8924AF482}" presName="spacer" presStyleCnt="0"/>
      <dgm:spPr/>
    </dgm:pt>
    <dgm:pt modelId="{7A539C67-5E23-41B8-BB4A-A16B50594B51}" type="pres">
      <dgm:prSet presAssocID="{09A8165C-7E4D-4906-A37D-8C77D70B5C0A}" presName="parentText" presStyleLbl="node1" presStyleIdx="1" presStyleCnt="2">
        <dgm:presLayoutVars>
          <dgm:chMax val="0"/>
          <dgm:bulletEnabled val="1"/>
        </dgm:presLayoutVars>
      </dgm:prSet>
      <dgm:spPr/>
    </dgm:pt>
  </dgm:ptLst>
  <dgm:cxnLst>
    <dgm:cxn modelId="{B074EA0C-56B0-485B-A878-4FDF752BA47A}" type="presOf" srcId="{B3F0884C-3D11-49D4-9368-B3BB735F7793}" destId="{012EAF63-DC63-4862-9C21-656E84DD54D6}" srcOrd="0" destOrd="0" presId="urn:microsoft.com/office/officeart/2005/8/layout/vList2"/>
    <dgm:cxn modelId="{260DE42B-9387-4FB0-8487-DBC115D56A9D}" type="presOf" srcId="{09A8165C-7E4D-4906-A37D-8C77D70B5C0A}" destId="{7A539C67-5E23-41B8-BB4A-A16B50594B51}" srcOrd="0" destOrd="0" presId="urn:microsoft.com/office/officeart/2005/8/layout/vList2"/>
    <dgm:cxn modelId="{6D491A9B-E2B0-4767-AF7C-D47549B048B8}" srcId="{B3F0884C-3D11-49D4-9368-B3BB735F7793}" destId="{09A8165C-7E4D-4906-A37D-8C77D70B5C0A}" srcOrd="1" destOrd="0" parTransId="{900BA7FF-B63B-45B6-88A5-D6C9784B012D}" sibTransId="{8823B850-71A0-4621-94BD-2F19782990A1}"/>
    <dgm:cxn modelId="{EE5A0CE6-BAAF-412F-A070-34A53A794CA8}" srcId="{B3F0884C-3D11-49D4-9368-B3BB735F7793}" destId="{0523B215-3755-4BB5-A522-1D3147F22BE3}" srcOrd="0" destOrd="0" parTransId="{FBEBE1B6-83E3-4962-B7A4-F50BD7224DCF}" sibTransId="{136307FE-8835-4CE3-B935-4AE8924AF482}"/>
    <dgm:cxn modelId="{144845FD-4B95-4514-A858-E9861183979A}" type="presOf" srcId="{0523B215-3755-4BB5-A522-1D3147F22BE3}" destId="{1FC562B1-33DC-4203-A095-38EC1C30B9C6}" srcOrd="0" destOrd="0" presId="urn:microsoft.com/office/officeart/2005/8/layout/vList2"/>
    <dgm:cxn modelId="{FD8BCD66-3089-44A3-9842-E96B93E8348A}" type="presParOf" srcId="{012EAF63-DC63-4862-9C21-656E84DD54D6}" destId="{1FC562B1-33DC-4203-A095-38EC1C30B9C6}" srcOrd="0" destOrd="0" presId="urn:microsoft.com/office/officeart/2005/8/layout/vList2"/>
    <dgm:cxn modelId="{F55CFA4C-5949-4598-8A06-FA4D77CED639}" type="presParOf" srcId="{012EAF63-DC63-4862-9C21-656E84DD54D6}" destId="{71F9370A-C181-4E0B-9035-6FE59CEE4E16}" srcOrd="1" destOrd="0" presId="urn:microsoft.com/office/officeart/2005/8/layout/vList2"/>
    <dgm:cxn modelId="{EFD1BA9B-8DE8-4BEB-90D3-C2BFF1504102}" type="presParOf" srcId="{012EAF63-DC63-4862-9C21-656E84DD54D6}" destId="{7A539C67-5E23-41B8-BB4A-A16B50594B51}"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9E557C1B-E6D2-4AF3-A4B9-8D91277905D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A5DFB7BF-5F8D-40EE-96E1-65580FB7D95C}">
      <dgm:prSet/>
      <dgm:spPr/>
      <dgm:t>
        <a:bodyPr/>
        <a:lstStyle/>
        <a:p>
          <a:r>
            <a:rPr lang="en-US"/>
            <a:t>❌ Answer: No</a:t>
          </a:r>
        </a:p>
      </dgm:t>
    </dgm:pt>
    <dgm:pt modelId="{FCB64DD7-1112-435C-8225-70C312076C5B}" type="parTrans" cxnId="{4A66D338-9D46-45E7-BE4D-EDAEF2FC6002}">
      <dgm:prSet/>
      <dgm:spPr/>
      <dgm:t>
        <a:bodyPr/>
        <a:lstStyle/>
        <a:p>
          <a:endParaRPr lang="en-US"/>
        </a:p>
      </dgm:t>
    </dgm:pt>
    <dgm:pt modelId="{CA296338-FB0D-42D7-BCD4-A691000F2E9B}" type="sibTrans" cxnId="{4A66D338-9D46-45E7-BE4D-EDAEF2FC6002}">
      <dgm:prSet/>
      <dgm:spPr/>
      <dgm:t>
        <a:bodyPr/>
        <a:lstStyle/>
        <a:p>
          <a:endParaRPr lang="en-US"/>
        </a:p>
      </dgm:t>
    </dgm:pt>
    <dgm:pt modelId="{923577F4-A986-4895-AE78-5D6231776FCB}">
      <dgm:prSet/>
      <dgm:spPr/>
      <dgm:t>
        <a:bodyPr/>
        <a:lstStyle/>
        <a:p>
          <a:r>
            <a:rPr lang="en-US"/>
            <a:t>Security raises attacker cost.</a:t>
          </a:r>
        </a:p>
      </dgm:t>
    </dgm:pt>
    <dgm:pt modelId="{0E4A5820-CF85-4C17-ABB6-3527566E1B78}" type="parTrans" cxnId="{9ABDD910-9625-4EAC-A849-B55F58F317DD}">
      <dgm:prSet/>
      <dgm:spPr/>
      <dgm:t>
        <a:bodyPr/>
        <a:lstStyle/>
        <a:p>
          <a:endParaRPr lang="en-US"/>
        </a:p>
      </dgm:t>
    </dgm:pt>
    <dgm:pt modelId="{123A6B4A-139C-474E-A600-43DF530A3CBC}" type="sibTrans" cxnId="{9ABDD910-9625-4EAC-A849-B55F58F317DD}">
      <dgm:prSet/>
      <dgm:spPr/>
      <dgm:t>
        <a:bodyPr/>
        <a:lstStyle/>
        <a:p>
          <a:endParaRPr lang="en-US"/>
        </a:p>
      </dgm:t>
    </dgm:pt>
    <dgm:pt modelId="{EEE2A317-076C-472E-848C-F7CC057470CD}" type="pres">
      <dgm:prSet presAssocID="{9E557C1B-E6D2-4AF3-A4B9-8D91277905DB}" presName="linear" presStyleCnt="0">
        <dgm:presLayoutVars>
          <dgm:animLvl val="lvl"/>
          <dgm:resizeHandles val="exact"/>
        </dgm:presLayoutVars>
      </dgm:prSet>
      <dgm:spPr/>
    </dgm:pt>
    <dgm:pt modelId="{C6B8AE7F-B4F0-40E5-9232-90C6DAD13D25}" type="pres">
      <dgm:prSet presAssocID="{A5DFB7BF-5F8D-40EE-96E1-65580FB7D95C}" presName="parentText" presStyleLbl="node1" presStyleIdx="0" presStyleCnt="2">
        <dgm:presLayoutVars>
          <dgm:chMax val="0"/>
          <dgm:bulletEnabled val="1"/>
        </dgm:presLayoutVars>
      </dgm:prSet>
      <dgm:spPr/>
    </dgm:pt>
    <dgm:pt modelId="{06C668E7-61FF-4310-A889-A91DE40E3C58}" type="pres">
      <dgm:prSet presAssocID="{CA296338-FB0D-42D7-BCD4-A691000F2E9B}" presName="spacer" presStyleCnt="0"/>
      <dgm:spPr/>
    </dgm:pt>
    <dgm:pt modelId="{3AB2D230-7688-435D-9085-D78425C97A72}" type="pres">
      <dgm:prSet presAssocID="{923577F4-A986-4895-AE78-5D6231776FCB}" presName="parentText" presStyleLbl="node1" presStyleIdx="1" presStyleCnt="2">
        <dgm:presLayoutVars>
          <dgm:chMax val="0"/>
          <dgm:bulletEnabled val="1"/>
        </dgm:presLayoutVars>
      </dgm:prSet>
      <dgm:spPr/>
    </dgm:pt>
  </dgm:ptLst>
  <dgm:cxnLst>
    <dgm:cxn modelId="{9ABDD910-9625-4EAC-A849-B55F58F317DD}" srcId="{9E557C1B-E6D2-4AF3-A4B9-8D91277905DB}" destId="{923577F4-A986-4895-AE78-5D6231776FCB}" srcOrd="1" destOrd="0" parTransId="{0E4A5820-CF85-4C17-ABB6-3527566E1B78}" sibTransId="{123A6B4A-139C-474E-A600-43DF530A3CBC}"/>
    <dgm:cxn modelId="{4A66D338-9D46-45E7-BE4D-EDAEF2FC6002}" srcId="{9E557C1B-E6D2-4AF3-A4B9-8D91277905DB}" destId="{A5DFB7BF-5F8D-40EE-96E1-65580FB7D95C}" srcOrd="0" destOrd="0" parTransId="{FCB64DD7-1112-435C-8225-70C312076C5B}" sibTransId="{CA296338-FB0D-42D7-BCD4-A691000F2E9B}"/>
    <dgm:cxn modelId="{FDE30E6E-04D9-4E6D-B29E-1C83125CA104}" type="presOf" srcId="{923577F4-A986-4895-AE78-5D6231776FCB}" destId="{3AB2D230-7688-435D-9085-D78425C97A72}" srcOrd="0" destOrd="0" presId="urn:microsoft.com/office/officeart/2005/8/layout/vList2"/>
    <dgm:cxn modelId="{EA28AEA4-036C-4003-9EDC-D111C156662D}" type="presOf" srcId="{A5DFB7BF-5F8D-40EE-96E1-65580FB7D95C}" destId="{C6B8AE7F-B4F0-40E5-9232-90C6DAD13D25}" srcOrd="0" destOrd="0" presId="urn:microsoft.com/office/officeart/2005/8/layout/vList2"/>
    <dgm:cxn modelId="{BF5918B1-27E2-410F-98F8-DF0D2BCB369F}" type="presOf" srcId="{9E557C1B-E6D2-4AF3-A4B9-8D91277905DB}" destId="{EEE2A317-076C-472E-848C-F7CC057470CD}" srcOrd="0" destOrd="0" presId="urn:microsoft.com/office/officeart/2005/8/layout/vList2"/>
    <dgm:cxn modelId="{55DEBC4E-F071-4A5C-B220-5FC24B7B8FBE}" type="presParOf" srcId="{EEE2A317-076C-472E-848C-F7CC057470CD}" destId="{C6B8AE7F-B4F0-40E5-9232-90C6DAD13D25}" srcOrd="0" destOrd="0" presId="urn:microsoft.com/office/officeart/2005/8/layout/vList2"/>
    <dgm:cxn modelId="{36BBD489-095A-47D4-BAD9-57EA3B36EE32}" type="presParOf" srcId="{EEE2A317-076C-472E-848C-F7CC057470CD}" destId="{06C668E7-61FF-4310-A889-A91DE40E3C58}" srcOrd="1" destOrd="0" presId="urn:microsoft.com/office/officeart/2005/8/layout/vList2"/>
    <dgm:cxn modelId="{DEB191FD-598F-4918-8F61-B946502AEA51}" type="presParOf" srcId="{EEE2A317-076C-472E-848C-F7CC057470CD}" destId="{3AB2D230-7688-435D-9085-D78425C97A72}"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53FEB74C-4EE7-4069-96D0-1573B8926FE0}"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C610EF4A-D2D4-42F2-A570-737893632D1D}">
      <dgm:prSet/>
      <dgm:spPr/>
      <dgm:t>
        <a:bodyPr/>
        <a:lstStyle/>
        <a:p>
          <a:r>
            <a:rPr lang="en-US"/>
            <a:t>✅ Answer: B</a:t>
          </a:r>
        </a:p>
      </dgm:t>
    </dgm:pt>
    <dgm:pt modelId="{5C10C5CE-6D39-4151-8108-7FD86955FEDE}" type="parTrans" cxnId="{F93E395A-4F5E-4507-9DE2-D1D8330CE95B}">
      <dgm:prSet/>
      <dgm:spPr/>
      <dgm:t>
        <a:bodyPr/>
        <a:lstStyle/>
        <a:p>
          <a:endParaRPr lang="en-US"/>
        </a:p>
      </dgm:t>
    </dgm:pt>
    <dgm:pt modelId="{C734D622-9DD2-4180-95A0-2FCBC1895A2D}" type="sibTrans" cxnId="{F93E395A-4F5E-4507-9DE2-D1D8330CE95B}">
      <dgm:prSet/>
      <dgm:spPr/>
      <dgm:t>
        <a:bodyPr/>
        <a:lstStyle/>
        <a:p>
          <a:endParaRPr lang="en-US"/>
        </a:p>
      </dgm:t>
    </dgm:pt>
    <dgm:pt modelId="{45CD0D69-5D3C-407F-AD28-B2A9ECC34F0E}">
      <dgm:prSet/>
      <dgm:spPr/>
      <dgm:t>
        <a:bodyPr/>
        <a:lstStyle/>
        <a:p>
          <a:r>
            <a:rPr lang="en-US"/>
            <a:t>Threat modeling prevents whole classes of bugs.</a:t>
          </a:r>
        </a:p>
      </dgm:t>
    </dgm:pt>
    <dgm:pt modelId="{E3AA18B8-DFCA-4AB8-8F4E-EAC56190B35E}" type="parTrans" cxnId="{2E55E526-7EE6-423C-8516-5C3E0A97CFBD}">
      <dgm:prSet/>
      <dgm:spPr/>
      <dgm:t>
        <a:bodyPr/>
        <a:lstStyle/>
        <a:p>
          <a:endParaRPr lang="en-US"/>
        </a:p>
      </dgm:t>
    </dgm:pt>
    <dgm:pt modelId="{9A44E831-F3E7-4B4C-B10E-6CCCF6C13AF3}" type="sibTrans" cxnId="{2E55E526-7EE6-423C-8516-5C3E0A97CFBD}">
      <dgm:prSet/>
      <dgm:spPr/>
      <dgm:t>
        <a:bodyPr/>
        <a:lstStyle/>
        <a:p>
          <a:endParaRPr lang="en-US"/>
        </a:p>
      </dgm:t>
    </dgm:pt>
    <dgm:pt modelId="{8CE03B83-50C9-4765-AB8E-F69B5EDC5606}" type="pres">
      <dgm:prSet presAssocID="{53FEB74C-4EE7-4069-96D0-1573B8926FE0}" presName="hierChild1" presStyleCnt="0">
        <dgm:presLayoutVars>
          <dgm:chPref val="1"/>
          <dgm:dir/>
          <dgm:animOne val="branch"/>
          <dgm:animLvl val="lvl"/>
          <dgm:resizeHandles/>
        </dgm:presLayoutVars>
      </dgm:prSet>
      <dgm:spPr/>
    </dgm:pt>
    <dgm:pt modelId="{DABD8923-5DC3-4F5E-BFF8-766E7A650C79}" type="pres">
      <dgm:prSet presAssocID="{C610EF4A-D2D4-42F2-A570-737893632D1D}" presName="hierRoot1" presStyleCnt="0"/>
      <dgm:spPr/>
    </dgm:pt>
    <dgm:pt modelId="{6E13DA52-F666-418C-BD70-4DFD09DC40AC}" type="pres">
      <dgm:prSet presAssocID="{C610EF4A-D2D4-42F2-A570-737893632D1D}" presName="composite" presStyleCnt="0"/>
      <dgm:spPr/>
    </dgm:pt>
    <dgm:pt modelId="{D2DC2252-DC0A-43A7-B1CD-3AB6E2B1AB71}" type="pres">
      <dgm:prSet presAssocID="{C610EF4A-D2D4-42F2-A570-737893632D1D}" presName="background" presStyleLbl="node0" presStyleIdx="0" presStyleCnt="2"/>
      <dgm:spPr/>
    </dgm:pt>
    <dgm:pt modelId="{B4E104C7-504E-4226-9FAD-C950838C807E}" type="pres">
      <dgm:prSet presAssocID="{C610EF4A-D2D4-42F2-A570-737893632D1D}" presName="text" presStyleLbl="fgAcc0" presStyleIdx="0" presStyleCnt="2">
        <dgm:presLayoutVars>
          <dgm:chPref val="3"/>
        </dgm:presLayoutVars>
      </dgm:prSet>
      <dgm:spPr/>
    </dgm:pt>
    <dgm:pt modelId="{E33BDEF6-94AA-41D2-B8BE-B64BC27DB759}" type="pres">
      <dgm:prSet presAssocID="{C610EF4A-D2D4-42F2-A570-737893632D1D}" presName="hierChild2" presStyleCnt="0"/>
      <dgm:spPr/>
    </dgm:pt>
    <dgm:pt modelId="{507ED031-AABC-4DED-A846-898481DC349A}" type="pres">
      <dgm:prSet presAssocID="{45CD0D69-5D3C-407F-AD28-B2A9ECC34F0E}" presName="hierRoot1" presStyleCnt="0"/>
      <dgm:spPr/>
    </dgm:pt>
    <dgm:pt modelId="{721E5A3E-EDCA-4E7F-B421-3F6081C8E823}" type="pres">
      <dgm:prSet presAssocID="{45CD0D69-5D3C-407F-AD28-B2A9ECC34F0E}" presName="composite" presStyleCnt="0"/>
      <dgm:spPr/>
    </dgm:pt>
    <dgm:pt modelId="{38EF83DC-E96D-4E7F-83EA-63B018C2BC3E}" type="pres">
      <dgm:prSet presAssocID="{45CD0D69-5D3C-407F-AD28-B2A9ECC34F0E}" presName="background" presStyleLbl="node0" presStyleIdx="1" presStyleCnt="2"/>
      <dgm:spPr/>
    </dgm:pt>
    <dgm:pt modelId="{50278B0A-705F-463F-A6DD-C40187F051A2}" type="pres">
      <dgm:prSet presAssocID="{45CD0D69-5D3C-407F-AD28-B2A9ECC34F0E}" presName="text" presStyleLbl="fgAcc0" presStyleIdx="1" presStyleCnt="2">
        <dgm:presLayoutVars>
          <dgm:chPref val="3"/>
        </dgm:presLayoutVars>
      </dgm:prSet>
      <dgm:spPr/>
    </dgm:pt>
    <dgm:pt modelId="{95FE5611-647F-49A5-98AC-86E6ACA3DAE9}" type="pres">
      <dgm:prSet presAssocID="{45CD0D69-5D3C-407F-AD28-B2A9ECC34F0E}" presName="hierChild2" presStyleCnt="0"/>
      <dgm:spPr/>
    </dgm:pt>
  </dgm:ptLst>
  <dgm:cxnLst>
    <dgm:cxn modelId="{722C9009-FCF9-4F40-9545-AA3CE73576BE}" type="presOf" srcId="{C610EF4A-D2D4-42F2-A570-737893632D1D}" destId="{B4E104C7-504E-4226-9FAD-C950838C807E}" srcOrd="0" destOrd="0" presId="urn:microsoft.com/office/officeart/2005/8/layout/hierarchy1"/>
    <dgm:cxn modelId="{2E55E526-7EE6-423C-8516-5C3E0A97CFBD}" srcId="{53FEB74C-4EE7-4069-96D0-1573B8926FE0}" destId="{45CD0D69-5D3C-407F-AD28-B2A9ECC34F0E}" srcOrd="1" destOrd="0" parTransId="{E3AA18B8-DFCA-4AB8-8F4E-EAC56190B35E}" sibTransId="{9A44E831-F3E7-4B4C-B10E-6CCCF6C13AF3}"/>
    <dgm:cxn modelId="{4DB8E535-CAE3-42DB-BEC3-52FE80E9E5B6}" type="presOf" srcId="{53FEB74C-4EE7-4069-96D0-1573B8926FE0}" destId="{8CE03B83-50C9-4765-AB8E-F69B5EDC5606}" srcOrd="0" destOrd="0" presId="urn:microsoft.com/office/officeart/2005/8/layout/hierarchy1"/>
    <dgm:cxn modelId="{F93E395A-4F5E-4507-9DE2-D1D8330CE95B}" srcId="{53FEB74C-4EE7-4069-96D0-1573B8926FE0}" destId="{C610EF4A-D2D4-42F2-A570-737893632D1D}" srcOrd="0" destOrd="0" parTransId="{5C10C5CE-6D39-4151-8108-7FD86955FEDE}" sibTransId="{C734D622-9DD2-4180-95A0-2FCBC1895A2D}"/>
    <dgm:cxn modelId="{F2A1D7ED-CE0D-4E42-AACD-1D885BF2C3B8}" type="presOf" srcId="{45CD0D69-5D3C-407F-AD28-B2A9ECC34F0E}" destId="{50278B0A-705F-463F-A6DD-C40187F051A2}" srcOrd="0" destOrd="0" presId="urn:microsoft.com/office/officeart/2005/8/layout/hierarchy1"/>
    <dgm:cxn modelId="{3690216D-0489-4D1C-B6CF-B9625E1FF835}" type="presParOf" srcId="{8CE03B83-50C9-4765-AB8E-F69B5EDC5606}" destId="{DABD8923-5DC3-4F5E-BFF8-766E7A650C79}" srcOrd="0" destOrd="0" presId="urn:microsoft.com/office/officeart/2005/8/layout/hierarchy1"/>
    <dgm:cxn modelId="{F8BB172E-E45E-4282-843E-C8BF22B8DD26}" type="presParOf" srcId="{DABD8923-5DC3-4F5E-BFF8-766E7A650C79}" destId="{6E13DA52-F666-418C-BD70-4DFD09DC40AC}" srcOrd="0" destOrd="0" presId="urn:microsoft.com/office/officeart/2005/8/layout/hierarchy1"/>
    <dgm:cxn modelId="{57796D55-C8A2-4A64-AF15-70AAA948096F}" type="presParOf" srcId="{6E13DA52-F666-418C-BD70-4DFD09DC40AC}" destId="{D2DC2252-DC0A-43A7-B1CD-3AB6E2B1AB71}" srcOrd="0" destOrd="0" presId="urn:microsoft.com/office/officeart/2005/8/layout/hierarchy1"/>
    <dgm:cxn modelId="{C46D5782-78D2-4A58-A369-D8FDE3245445}" type="presParOf" srcId="{6E13DA52-F666-418C-BD70-4DFD09DC40AC}" destId="{B4E104C7-504E-4226-9FAD-C950838C807E}" srcOrd="1" destOrd="0" presId="urn:microsoft.com/office/officeart/2005/8/layout/hierarchy1"/>
    <dgm:cxn modelId="{D91A6292-C04E-43B1-A821-9C2B3D3FE587}" type="presParOf" srcId="{DABD8923-5DC3-4F5E-BFF8-766E7A650C79}" destId="{E33BDEF6-94AA-41D2-B8BE-B64BC27DB759}" srcOrd="1" destOrd="0" presId="urn:microsoft.com/office/officeart/2005/8/layout/hierarchy1"/>
    <dgm:cxn modelId="{2F6BC0BF-D983-4AE6-BBBC-FC107DDE8D42}" type="presParOf" srcId="{8CE03B83-50C9-4765-AB8E-F69B5EDC5606}" destId="{507ED031-AABC-4DED-A846-898481DC349A}" srcOrd="1" destOrd="0" presId="urn:microsoft.com/office/officeart/2005/8/layout/hierarchy1"/>
    <dgm:cxn modelId="{67B739CC-9E5D-4E6C-8F74-8CC0D47CD1CD}" type="presParOf" srcId="{507ED031-AABC-4DED-A846-898481DC349A}" destId="{721E5A3E-EDCA-4E7F-B421-3F6081C8E823}" srcOrd="0" destOrd="0" presId="urn:microsoft.com/office/officeart/2005/8/layout/hierarchy1"/>
    <dgm:cxn modelId="{D005CCF9-4D31-42E0-90CB-1FD85FD19374}" type="presParOf" srcId="{721E5A3E-EDCA-4E7F-B421-3F6081C8E823}" destId="{38EF83DC-E96D-4E7F-83EA-63B018C2BC3E}" srcOrd="0" destOrd="0" presId="urn:microsoft.com/office/officeart/2005/8/layout/hierarchy1"/>
    <dgm:cxn modelId="{93029034-B21B-438A-B81E-205E30AD9BA3}" type="presParOf" srcId="{721E5A3E-EDCA-4E7F-B421-3F6081C8E823}" destId="{50278B0A-705F-463F-A6DD-C40187F051A2}" srcOrd="1" destOrd="0" presId="urn:microsoft.com/office/officeart/2005/8/layout/hierarchy1"/>
    <dgm:cxn modelId="{EF72623A-DC18-42EF-A769-A668A090D08F}" type="presParOf" srcId="{507ED031-AABC-4DED-A846-898481DC349A}" destId="{95FE5611-647F-49A5-98AC-86E6ACA3DAE9}"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3FAA71A2-30E1-4056-9110-77D0CB873526}"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24FB283F-F3CD-4E6D-974F-D4AB60F6E7B1}">
      <dgm:prSet/>
      <dgm:spPr/>
      <dgm:t>
        <a:bodyPr/>
        <a:lstStyle/>
        <a:p>
          <a:r>
            <a:rPr lang="en-US"/>
            <a:t>✅ Answer: D</a:t>
          </a:r>
        </a:p>
      </dgm:t>
    </dgm:pt>
    <dgm:pt modelId="{FD8D583F-EA3A-4C6F-9C22-DD0C1B85C973}" type="parTrans" cxnId="{8300A970-405A-4BCA-AEB1-48CA3B3F2452}">
      <dgm:prSet/>
      <dgm:spPr/>
      <dgm:t>
        <a:bodyPr/>
        <a:lstStyle/>
        <a:p>
          <a:endParaRPr lang="en-US"/>
        </a:p>
      </dgm:t>
    </dgm:pt>
    <dgm:pt modelId="{E8DF7F5E-C8C0-4418-8F38-47949CC05AE3}" type="sibTrans" cxnId="{8300A970-405A-4BCA-AEB1-48CA3B3F2452}">
      <dgm:prSet/>
      <dgm:spPr/>
      <dgm:t>
        <a:bodyPr/>
        <a:lstStyle/>
        <a:p>
          <a:endParaRPr lang="en-US"/>
        </a:p>
      </dgm:t>
    </dgm:pt>
    <dgm:pt modelId="{E4D08514-9741-45EF-9C42-482B93A83B90}">
      <dgm:prSet/>
      <dgm:spPr/>
      <dgm:t>
        <a:bodyPr/>
        <a:lstStyle/>
        <a:p>
          <a:r>
            <a:rPr lang="en-US"/>
            <a:t>Security is contextual.</a:t>
          </a:r>
        </a:p>
      </dgm:t>
    </dgm:pt>
    <dgm:pt modelId="{6D6E4187-FDAC-4331-9846-054D70AF6CF7}" type="parTrans" cxnId="{3C4D14CE-AB63-473A-A8A2-D5668084AF37}">
      <dgm:prSet/>
      <dgm:spPr/>
      <dgm:t>
        <a:bodyPr/>
        <a:lstStyle/>
        <a:p>
          <a:endParaRPr lang="en-US"/>
        </a:p>
      </dgm:t>
    </dgm:pt>
    <dgm:pt modelId="{A0A996B5-5E89-45C9-A85E-30B9794A5E1E}" type="sibTrans" cxnId="{3C4D14CE-AB63-473A-A8A2-D5668084AF37}">
      <dgm:prSet/>
      <dgm:spPr/>
      <dgm:t>
        <a:bodyPr/>
        <a:lstStyle/>
        <a:p>
          <a:endParaRPr lang="en-US"/>
        </a:p>
      </dgm:t>
    </dgm:pt>
    <dgm:pt modelId="{6F5463C2-D377-43DE-8F2F-3034CC31074B}" type="pres">
      <dgm:prSet presAssocID="{3FAA71A2-30E1-4056-9110-77D0CB873526}" presName="hierChild1" presStyleCnt="0">
        <dgm:presLayoutVars>
          <dgm:chPref val="1"/>
          <dgm:dir/>
          <dgm:animOne val="branch"/>
          <dgm:animLvl val="lvl"/>
          <dgm:resizeHandles/>
        </dgm:presLayoutVars>
      </dgm:prSet>
      <dgm:spPr/>
    </dgm:pt>
    <dgm:pt modelId="{BA402518-C5C2-4A3D-8382-6930D823BD1F}" type="pres">
      <dgm:prSet presAssocID="{24FB283F-F3CD-4E6D-974F-D4AB60F6E7B1}" presName="hierRoot1" presStyleCnt="0"/>
      <dgm:spPr/>
    </dgm:pt>
    <dgm:pt modelId="{B0A6C608-3CD5-4152-A322-DB79795C3A89}" type="pres">
      <dgm:prSet presAssocID="{24FB283F-F3CD-4E6D-974F-D4AB60F6E7B1}" presName="composite" presStyleCnt="0"/>
      <dgm:spPr/>
    </dgm:pt>
    <dgm:pt modelId="{8271EF8D-182B-48B5-86B6-8A17692EB708}" type="pres">
      <dgm:prSet presAssocID="{24FB283F-F3CD-4E6D-974F-D4AB60F6E7B1}" presName="background" presStyleLbl="node0" presStyleIdx="0" presStyleCnt="2"/>
      <dgm:spPr/>
    </dgm:pt>
    <dgm:pt modelId="{01705B68-7269-449C-A84F-BEEDFCDFB9AD}" type="pres">
      <dgm:prSet presAssocID="{24FB283F-F3CD-4E6D-974F-D4AB60F6E7B1}" presName="text" presStyleLbl="fgAcc0" presStyleIdx="0" presStyleCnt="2">
        <dgm:presLayoutVars>
          <dgm:chPref val="3"/>
        </dgm:presLayoutVars>
      </dgm:prSet>
      <dgm:spPr/>
    </dgm:pt>
    <dgm:pt modelId="{63F19160-C2CF-4DED-BCE2-F779E6A3C9D3}" type="pres">
      <dgm:prSet presAssocID="{24FB283F-F3CD-4E6D-974F-D4AB60F6E7B1}" presName="hierChild2" presStyleCnt="0"/>
      <dgm:spPr/>
    </dgm:pt>
    <dgm:pt modelId="{7D0C12B5-A221-4465-837A-F2DB4F018604}" type="pres">
      <dgm:prSet presAssocID="{E4D08514-9741-45EF-9C42-482B93A83B90}" presName="hierRoot1" presStyleCnt="0"/>
      <dgm:spPr/>
    </dgm:pt>
    <dgm:pt modelId="{9110DBE6-1648-4921-AA1A-7788148F9178}" type="pres">
      <dgm:prSet presAssocID="{E4D08514-9741-45EF-9C42-482B93A83B90}" presName="composite" presStyleCnt="0"/>
      <dgm:spPr/>
    </dgm:pt>
    <dgm:pt modelId="{768B4E62-F06F-4E6A-8068-C333ACD87AA4}" type="pres">
      <dgm:prSet presAssocID="{E4D08514-9741-45EF-9C42-482B93A83B90}" presName="background" presStyleLbl="node0" presStyleIdx="1" presStyleCnt="2"/>
      <dgm:spPr/>
    </dgm:pt>
    <dgm:pt modelId="{A9C83DD9-7F75-4E17-A212-663F6ED5B051}" type="pres">
      <dgm:prSet presAssocID="{E4D08514-9741-45EF-9C42-482B93A83B90}" presName="text" presStyleLbl="fgAcc0" presStyleIdx="1" presStyleCnt="2">
        <dgm:presLayoutVars>
          <dgm:chPref val="3"/>
        </dgm:presLayoutVars>
      </dgm:prSet>
      <dgm:spPr/>
    </dgm:pt>
    <dgm:pt modelId="{E41F76D5-A7F3-4349-8A35-8A92435B3485}" type="pres">
      <dgm:prSet presAssocID="{E4D08514-9741-45EF-9C42-482B93A83B90}" presName="hierChild2" presStyleCnt="0"/>
      <dgm:spPr/>
    </dgm:pt>
  </dgm:ptLst>
  <dgm:cxnLst>
    <dgm:cxn modelId="{8300A970-405A-4BCA-AEB1-48CA3B3F2452}" srcId="{3FAA71A2-30E1-4056-9110-77D0CB873526}" destId="{24FB283F-F3CD-4E6D-974F-D4AB60F6E7B1}" srcOrd="0" destOrd="0" parTransId="{FD8D583F-EA3A-4C6F-9C22-DD0C1B85C973}" sibTransId="{E8DF7F5E-C8C0-4418-8F38-47949CC05AE3}"/>
    <dgm:cxn modelId="{0087348D-81E8-42E5-B188-F94AC6F30817}" type="presOf" srcId="{24FB283F-F3CD-4E6D-974F-D4AB60F6E7B1}" destId="{01705B68-7269-449C-A84F-BEEDFCDFB9AD}" srcOrd="0" destOrd="0" presId="urn:microsoft.com/office/officeart/2005/8/layout/hierarchy1"/>
    <dgm:cxn modelId="{ED5426C0-675E-44C8-B89E-21FFABF29516}" type="presOf" srcId="{3FAA71A2-30E1-4056-9110-77D0CB873526}" destId="{6F5463C2-D377-43DE-8F2F-3034CC31074B}" srcOrd="0" destOrd="0" presId="urn:microsoft.com/office/officeart/2005/8/layout/hierarchy1"/>
    <dgm:cxn modelId="{3C4D14CE-AB63-473A-A8A2-D5668084AF37}" srcId="{3FAA71A2-30E1-4056-9110-77D0CB873526}" destId="{E4D08514-9741-45EF-9C42-482B93A83B90}" srcOrd="1" destOrd="0" parTransId="{6D6E4187-FDAC-4331-9846-054D70AF6CF7}" sibTransId="{A0A996B5-5E89-45C9-A85E-30B9794A5E1E}"/>
    <dgm:cxn modelId="{DE3A43CE-94B9-48F1-8D60-8DBFD5BE5D4B}" type="presOf" srcId="{E4D08514-9741-45EF-9C42-482B93A83B90}" destId="{A9C83DD9-7F75-4E17-A212-663F6ED5B051}" srcOrd="0" destOrd="0" presId="urn:microsoft.com/office/officeart/2005/8/layout/hierarchy1"/>
    <dgm:cxn modelId="{B661584C-00B7-43A4-855B-26421CB8FC95}" type="presParOf" srcId="{6F5463C2-D377-43DE-8F2F-3034CC31074B}" destId="{BA402518-C5C2-4A3D-8382-6930D823BD1F}" srcOrd="0" destOrd="0" presId="urn:microsoft.com/office/officeart/2005/8/layout/hierarchy1"/>
    <dgm:cxn modelId="{AA9BF27B-E64C-4E90-B95D-32B9C4237ACD}" type="presParOf" srcId="{BA402518-C5C2-4A3D-8382-6930D823BD1F}" destId="{B0A6C608-3CD5-4152-A322-DB79795C3A89}" srcOrd="0" destOrd="0" presId="urn:microsoft.com/office/officeart/2005/8/layout/hierarchy1"/>
    <dgm:cxn modelId="{17936884-F82B-4064-89AA-4C1AD9562ADB}" type="presParOf" srcId="{B0A6C608-3CD5-4152-A322-DB79795C3A89}" destId="{8271EF8D-182B-48B5-86B6-8A17692EB708}" srcOrd="0" destOrd="0" presId="urn:microsoft.com/office/officeart/2005/8/layout/hierarchy1"/>
    <dgm:cxn modelId="{9662E7A1-ABE9-4124-AE0D-B7708542C4D7}" type="presParOf" srcId="{B0A6C608-3CD5-4152-A322-DB79795C3A89}" destId="{01705B68-7269-449C-A84F-BEEDFCDFB9AD}" srcOrd="1" destOrd="0" presId="urn:microsoft.com/office/officeart/2005/8/layout/hierarchy1"/>
    <dgm:cxn modelId="{01FC4588-0B15-4BF5-86BE-24189A15FE8C}" type="presParOf" srcId="{BA402518-C5C2-4A3D-8382-6930D823BD1F}" destId="{63F19160-C2CF-4DED-BCE2-F779E6A3C9D3}" srcOrd="1" destOrd="0" presId="urn:microsoft.com/office/officeart/2005/8/layout/hierarchy1"/>
    <dgm:cxn modelId="{9BB79623-2DB2-456D-B1C2-E5947364AF3C}" type="presParOf" srcId="{6F5463C2-D377-43DE-8F2F-3034CC31074B}" destId="{7D0C12B5-A221-4465-837A-F2DB4F018604}" srcOrd="1" destOrd="0" presId="urn:microsoft.com/office/officeart/2005/8/layout/hierarchy1"/>
    <dgm:cxn modelId="{79B45E44-F0DF-45D1-9A3A-EF8D572C17BD}" type="presParOf" srcId="{7D0C12B5-A221-4465-837A-F2DB4F018604}" destId="{9110DBE6-1648-4921-AA1A-7788148F9178}" srcOrd="0" destOrd="0" presId="urn:microsoft.com/office/officeart/2005/8/layout/hierarchy1"/>
    <dgm:cxn modelId="{D4A83230-FE8B-4158-A494-130235341553}" type="presParOf" srcId="{9110DBE6-1648-4921-AA1A-7788148F9178}" destId="{768B4E62-F06F-4E6A-8068-C333ACD87AA4}" srcOrd="0" destOrd="0" presId="urn:microsoft.com/office/officeart/2005/8/layout/hierarchy1"/>
    <dgm:cxn modelId="{BC32FBA9-87BA-4B88-9C2B-FD4D365C1CC2}" type="presParOf" srcId="{9110DBE6-1648-4921-AA1A-7788148F9178}" destId="{A9C83DD9-7F75-4E17-A212-663F6ED5B051}" srcOrd="1" destOrd="0" presId="urn:microsoft.com/office/officeart/2005/8/layout/hierarchy1"/>
    <dgm:cxn modelId="{A821A8E9-01C6-4B92-B714-B9C3B860D161}" type="presParOf" srcId="{7D0C12B5-A221-4465-837A-F2DB4F018604}" destId="{E41F76D5-A7F3-4349-8A35-8A92435B348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5B1D3F12-EDB8-4B0D-A372-10DFB8657BE1}"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8D54A43A-C361-4105-94AB-392668FBD50E}">
      <dgm:prSet/>
      <dgm:spPr/>
      <dgm:t>
        <a:bodyPr/>
        <a:lstStyle/>
        <a:p>
          <a:r>
            <a:rPr lang="en-US"/>
            <a:t>✅ Answer: C</a:t>
          </a:r>
        </a:p>
      </dgm:t>
    </dgm:pt>
    <dgm:pt modelId="{703A0FDD-789F-4C6B-B63A-E279FCB125A1}" type="parTrans" cxnId="{0E3270FD-4C9F-4DF0-9174-F0FED4DF46C3}">
      <dgm:prSet/>
      <dgm:spPr/>
      <dgm:t>
        <a:bodyPr/>
        <a:lstStyle/>
        <a:p>
          <a:endParaRPr lang="en-US"/>
        </a:p>
      </dgm:t>
    </dgm:pt>
    <dgm:pt modelId="{F26072F1-A628-46C5-A3C6-E9FB4075C64A}" type="sibTrans" cxnId="{0E3270FD-4C9F-4DF0-9174-F0FED4DF46C3}">
      <dgm:prSet/>
      <dgm:spPr/>
      <dgm:t>
        <a:bodyPr/>
        <a:lstStyle/>
        <a:p>
          <a:endParaRPr lang="en-US"/>
        </a:p>
      </dgm:t>
    </dgm:pt>
    <dgm:pt modelId="{BEFDB403-5E8F-4D56-A1A7-0D1FD51525F9}">
      <dgm:prSet/>
      <dgm:spPr/>
      <dgm:t>
        <a:bodyPr/>
        <a:lstStyle/>
        <a:p>
          <a:r>
            <a:rPr lang="en-US"/>
            <a:t>Design for detection and recovery.</a:t>
          </a:r>
        </a:p>
      </dgm:t>
    </dgm:pt>
    <dgm:pt modelId="{E8375EA1-F4D4-4C46-AD96-E0D8001FFAFB}" type="parTrans" cxnId="{5023F1E6-37CF-4FD6-95B9-1D83BBF5FE24}">
      <dgm:prSet/>
      <dgm:spPr/>
      <dgm:t>
        <a:bodyPr/>
        <a:lstStyle/>
        <a:p>
          <a:endParaRPr lang="en-US"/>
        </a:p>
      </dgm:t>
    </dgm:pt>
    <dgm:pt modelId="{AB8CC199-E58D-4079-8889-FB977C699559}" type="sibTrans" cxnId="{5023F1E6-37CF-4FD6-95B9-1D83BBF5FE24}">
      <dgm:prSet/>
      <dgm:spPr/>
      <dgm:t>
        <a:bodyPr/>
        <a:lstStyle/>
        <a:p>
          <a:endParaRPr lang="en-US"/>
        </a:p>
      </dgm:t>
    </dgm:pt>
    <dgm:pt modelId="{7DA13093-9265-4B97-B261-B6A07D4C6032}" type="pres">
      <dgm:prSet presAssocID="{5B1D3F12-EDB8-4B0D-A372-10DFB8657BE1}" presName="hierChild1" presStyleCnt="0">
        <dgm:presLayoutVars>
          <dgm:chPref val="1"/>
          <dgm:dir/>
          <dgm:animOne val="branch"/>
          <dgm:animLvl val="lvl"/>
          <dgm:resizeHandles/>
        </dgm:presLayoutVars>
      </dgm:prSet>
      <dgm:spPr/>
    </dgm:pt>
    <dgm:pt modelId="{288A6135-F952-4066-A72D-7C30A043CE65}" type="pres">
      <dgm:prSet presAssocID="{8D54A43A-C361-4105-94AB-392668FBD50E}" presName="hierRoot1" presStyleCnt="0"/>
      <dgm:spPr/>
    </dgm:pt>
    <dgm:pt modelId="{6F02BA8A-4A93-4B9D-9CFD-436BE41CEF71}" type="pres">
      <dgm:prSet presAssocID="{8D54A43A-C361-4105-94AB-392668FBD50E}" presName="composite" presStyleCnt="0"/>
      <dgm:spPr/>
    </dgm:pt>
    <dgm:pt modelId="{C9798954-DABC-4FA7-9B9C-A6666F0ECACF}" type="pres">
      <dgm:prSet presAssocID="{8D54A43A-C361-4105-94AB-392668FBD50E}" presName="background" presStyleLbl="node0" presStyleIdx="0" presStyleCnt="2"/>
      <dgm:spPr/>
    </dgm:pt>
    <dgm:pt modelId="{6CEC20C7-74F2-44FC-B948-180191C9A3CF}" type="pres">
      <dgm:prSet presAssocID="{8D54A43A-C361-4105-94AB-392668FBD50E}" presName="text" presStyleLbl="fgAcc0" presStyleIdx="0" presStyleCnt="2">
        <dgm:presLayoutVars>
          <dgm:chPref val="3"/>
        </dgm:presLayoutVars>
      </dgm:prSet>
      <dgm:spPr/>
    </dgm:pt>
    <dgm:pt modelId="{48AFF492-0F14-4859-82D0-4D0FDF0375DE}" type="pres">
      <dgm:prSet presAssocID="{8D54A43A-C361-4105-94AB-392668FBD50E}" presName="hierChild2" presStyleCnt="0"/>
      <dgm:spPr/>
    </dgm:pt>
    <dgm:pt modelId="{F0368888-122B-4DF2-AA75-06183FCEC71F}" type="pres">
      <dgm:prSet presAssocID="{BEFDB403-5E8F-4D56-A1A7-0D1FD51525F9}" presName="hierRoot1" presStyleCnt="0"/>
      <dgm:spPr/>
    </dgm:pt>
    <dgm:pt modelId="{BF3A677B-2CD4-4729-AED8-1EDCA9A28DAB}" type="pres">
      <dgm:prSet presAssocID="{BEFDB403-5E8F-4D56-A1A7-0D1FD51525F9}" presName="composite" presStyleCnt="0"/>
      <dgm:spPr/>
    </dgm:pt>
    <dgm:pt modelId="{BF52CBAE-66F4-44C9-B10C-27F611936078}" type="pres">
      <dgm:prSet presAssocID="{BEFDB403-5E8F-4D56-A1A7-0D1FD51525F9}" presName="background" presStyleLbl="node0" presStyleIdx="1" presStyleCnt="2"/>
      <dgm:spPr/>
    </dgm:pt>
    <dgm:pt modelId="{F30D19ED-D6E6-4406-9336-AD59325EE0C3}" type="pres">
      <dgm:prSet presAssocID="{BEFDB403-5E8F-4D56-A1A7-0D1FD51525F9}" presName="text" presStyleLbl="fgAcc0" presStyleIdx="1" presStyleCnt="2">
        <dgm:presLayoutVars>
          <dgm:chPref val="3"/>
        </dgm:presLayoutVars>
      </dgm:prSet>
      <dgm:spPr/>
    </dgm:pt>
    <dgm:pt modelId="{14C5C57C-CA0C-4B95-A437-72E98A099A65}" type="pres">
      <dgm:prSet presAssocID="{BEFDB403-5E8F-4D56-A1A7-0D1FD51525F9}" presName="hierChild2" presStyleCnt="0"/>
      <dgm:spPr/>
    </dgm:pt>
  </dgm:ptLst>
  <dgm:cxnLst>
    <dgm:cxn modelId="{53AC2A5C-F248-40E3-8E63-0D060DDDC0E2}" type="presOf" srcId="{BEFDB403-5E8F-4D56-A1A7-0D1FD51525F9}" destId="{F30D19ED-D6E6-4406-9336-AD59325EE0C3}" srcOrd="0" destOrd="0" presId="urn:microsoft.com/office/officeart/2005/8/layout/hierarchy1"/>
    <dgm:cxn modelId="{4BCE3969-AA54-455D-BC19-74941D76D385}" type="presOf" srcId="{8D54A43A-C361-4105-94AB-392668FBD50E}" destId="{6CEC20C7-74F2-44FC-B948-180191C9A3CF}" srcOrd="0" destOrd="0" presId="urn:microsoft.com/office/officeart/2005/8/layout/hierarchy1"/>
    <dgm:cxn modelId="{5023F1E6-37CF-4FD6-95B9-1D83BBF5FE24}" srcId="{5B1D3F12-EDB8-4B0D-A372-10DFB8657BE1}" destId="{BEFDB403-5E8F-4D56-A1A7-0D1FD51525F9}" srcOrd="1" destOrd="0" parTransId="{E8375EA1-F4D4-4C46-AD96-E0D8001FFAFB}" sibTransId="{AB8CC199-E58D-4079-8889-FB977C699559}"/>
    <dgm:cxn modelId="{70361AE7-8DCE-4444-AF82-0DD9774C1C92}" type="presOf" srcId="{5B1D3F12-EDB8-4B0D-A372-10DFB8657BE1}" destId="{7DA13093-9265-4B97-B261-B6A07D4C6032}" srcOrd="0" destOrd="0" presId="urn:microsoft.com/office/officeart/2005/8/layout/hierarchy1"/>
    <dgm:cxn modelId="{0E3270FD-4C9F-4DF0-9174-F0FED4DF46C3}" srcId="{5B1D3F12-EDB8-4B0D-A372-10DFB8657BE1}" destId="{8D54A43A-C361-4105-94AB-392668FBD50E}" srcOrd="0" destOrd="0" parTransId="{703A0FDD-789F-4C6B-B63A-E279FCB125A1}" sibTransId="{F26072F1-A628-46C5-A3C6-E9FB4075C64A}"/>
    <dgm:cxn modelId="{C4C96427-58A3-4D2F-BD89-84540905E381}" type="presParOf" srcId="{7DA13093-9265-4B97-B261-B6A07D4C6032}" destId="{288A6135-F952-4066-A72D-7C30A043CE65}" srcOrd="0" destOrd="0" presId="urn:microsoft.com/office/officeart/2005/8/layout/hierarchy1"/>
    <dgm:cxn modelId="{8A293ADD-430B-4609-B687-3C885CE1D30A}" type="presParOf" srcId="{288A6135-F952-4066-A72D-7C30A043CE65}" destId="{6F02BA8A-4A93-4B9D-9CFD-436BE41CEF71}" srcOrd="0" destOrd="0" presId="urn:microsoft.com/office/officeart/2005/8/layout/hierarchy1"/>
    <dgm:cxn modelId="{D425E36C-FB62-4A3C-8E51-9518F8EF6787}" type="presParOf" srcId="{6F02BA8A-4A93-4B9D-9CFD-436BE41CEF71}" destId="{C9798954-DABC-4FA7-9B9C-A6666F0ECACF}" srcOrd="0" destOrd="0" presId="urn:microsoft.com/office/officeart/2005/8/layout/hierarchy1"/>
    <dgm:cxn modelId="{021B59A5-4DEF-4D05-A135-92E03CA1835A}" type="presParOf" srcId="{6F02BA8A-4A93-4B9D-9CFD-436BE41CEF71}" destId="{6CEC20C7-74F2-44FC-B948-180191C9A3CF}" srcOrd="1" destOrd="0" presId="urn:microsoft.com/office/officeart/2005/8/layout/hierarchy1"/>
    <dgm:cxn modelId="{6AD89F9B-8438-47CB-A772-0F55E2E09CA2}" type="presParOf" srcId="{288A6135-F952-4066-A72D-7C30A043CE65}" destId="{48AFF492-0F14-4859-82D0-4D0FDF0375DE}" srcOrd="1" destOrd="0" presId="urn:microsoft.com/office/officeart/2005/8/layout/hierarchy1"/>
    <dgm:cxn modelId="{47898815-E7C8-40D1-B722-2DAC1253CFD9}" type="presParOf" srcId="{7DA13093-9265-4B97-B261-B6A07D4C6032}" destId="{F0368888-122B-4DF2-AA75-06183FCEC71F}" srcOrd="1" destOrd="0" presId="urn:microsoft.com/office/officeart/2005/8/layout/hierarchy1"/>
    <dgm:cxn modelId="{5420E59E-9F5B-4528-A775-7F79658E00DD}" type="presParOf" srcId="{F0368888-122B-4DF2-AA75-06183FCEC71F}" destId="{BF3A677B-2CD4-4729-AED8-1EDCA9A28DAB}" srcOrd="0" destOrd="0" presId="urn:microsoft.com/office/officeart/2005/8/layout/hierarchy1"/>
    <dgm:cxn modelId="{584649FE-7561-4280-BC34-6C7194D3AC45}" type="presParOf" srcId="{BF3A677B-2CD4-4729-AED8-1EDCA9A28DAB}" destId="{BF52CBAE-66F4-44C9-B10C-27F611936078}" srcOrd="0" destOrd="0" presId="urn:microsoft.com/office/officeart/2005/8/layout/hierarchy1"/>
    <dgm:cxn modelId="{8A7C9C90-C73B-4CE7-9B41-3FEFEA392C2A}" type="presParOf" srcId="{BF3A677B-2CD4-4729-AED8-1EDCA9A28DAB}" destId="{F30D19ED-D6E6-4406-9336-AD59325EE0C3}" srcOrd="1" destOrd="0" presId="urn:microsoft.com/office/officeart/2005/8/layout/hierarchy1"/>
    <dgm:cxn modelId="{87EFB075-716D-495F-BAAE-6E2412D636BD}" type="presParOf" srcId="{F0368888-122B-4DF2-AA75-06183FCEC71F}" destId="{14C5C57C-CA0C-4B95-A437-72E98A099A6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113587B0-B52A-4755-84B4-DAF47F3DABB0}"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62700FA4-A96A-432A-AA46-74ED7B356839}">
      <dgm:prSet/>
      <dgm:spPr/>
      <dgm:t>
        <a:bodyPr/>
        <a:lstStyle/>
        <a:p>
          <a:r>
            <a:rPr lang="en-US"/>
            <a:t>❌ Answer: No</a:t>
          </a:r>
        </a:p>
      </dgm:t>
    </dgm:pt>
    <dgm:pt modelId="{FC307E3A-586D-4FF6-B95F-8DBEBA212B94}" type="parTrans" cxnId="{78E9142E-82D4-44EB-9438-94BBCCD6DF6E}">
      <dgm:prSet/>
      <dgm:spPr/>
      <dgm:t>
        <a:bodyPr/>
        <a:lstStyle/>
        <a:p>
          <a:endParaRPr lang="en-US"/>
        </a:p>
      </dgm:t>
    </dgm:pt>
    <dgm:pt modelId="{8DAF2F26-A391-4C97-B4F5-B012E3DD5CCD}" type="sibTrans" cxnId="{78E9142E-82D4-44EB-9438-94BBCCD6DF6E}">
      <dgm:prSet/>
      <dgm:spPr/>
      <dgm:t>
        <a:bodyPr/>
        <a:lstStyle/>
        <a:p>
          <a:endParaRPr lang="en-US"/>
        </a:p>
      </dgm:t>
    </dgm:pt>
    <dgm:pt modelId="{3923846A-6F11-4781-AD31-6BDD114B4EB2}">
      <dgm:prSet/>
      <dgm:spPr/>
      <dgm:t>
        <a:bodyPr/>
        <a:lstStyle/>
        <a:p>
          <a:r>
            <a:rPr lang="en-US"/>
            <a:t>Only risk reduction is possible.</a:t>
          </a:r>
        </a:p>
      </dgm:t>
    </dgm:pt>
    <dgm:pt modelId="{D2A6F657-3925-4ADE-9506-1E443875D576}" type="parTrans" cxnId="{17C9EB1C-7CA6-430F-94BC-CB5D6BB3428C}">
      <dgm:prSet/>
      <dgm:spPr/>
      <dgm:t>
        <a:bodyPr/>
        <a:lstStyle/>
        <a:p>
          <a:endParaRPr lang="en-US"/>
        </a:p>
      </dgm:t>
    </dgm:pt>
    <dgm:pt modelId="{76BF21AD-EBA1-4511-AB47-0116036D33C2}" type="sibTrans" cxnId="{17C9EB1C-7CA6-430F-94BC-CB5D6BB3428C}">
      <dgm:prSet/>
      <dgm:spPr/>
      <dgm:t>
        <a:bodyPr/>
        <a:lstStyle/>
        <a:p>
          <a:endParaRPr lang="en-US"/>
        </a:p>
      </dgm:t>
    </dgm:pt>
    <dgm:pt modelId="{400875B9-B5AC-4AD8-95BF-0D354044789F}" type="pres">
      <dgm:prSet presAssocID="{113587B0-B52A-4755-84B4-DAF47F3DABB0}" presName="linear" presStyleCnt="0">
        <dgm:presLayoutVars>
          <dgm:animLvl val="lvl"/>
          <dgm:resizeHandles val="exact"/>
        </dgm:presLayoutVars>
      </dgm:prSet>
      <dgm:spPr/>
    </dgm:pt>
    <dgm:pt modelId="{45BDB4F8-46E4-413D-BE17-B9F349C7ECBB}" type="pres">
      <dgm:prSet presAssocID="{62700FA4-A96A-432A-AA46-74ED7B356839}" presName="parentText" presStyleLbl="node1" presStyleIdx="0" presStyleCnt="2">
        <dgm:presLayoutVars>
          <dgm:chMax val="0"/>
          <dgm:bulletEnabled val="1"/>
        </dgm:presLayoutVars>
      </dgm:prSet>
      <dgm:spPr/>
    </dgm:pt>
    <dgm:pt modelId="{989FDF23-2C8D-4BD8-A024-B66CB613D268}" type="pres">
      <dgm:prSet presAssocID="{8DAF2F26-A391-4C97-B4F5-B012E3DD5CCD}" presName="spacer" presStyleCnt="0"/>
      <dgm:spPr/>
    </dgm:pt>
    <dgm:pt modelId="{00427743-26CB-4D18-8F5F-701E3D3B7542}" type="pres">
      <dgm:prSet presAssocID="{3923846A-6F11-4781-AD31-6BDD114B4EB2}" presName="parentText" presStyleLbl="node1" presStyleIdx="1" presStyleCnt="2">
        <dgm:presLayoutVars>
          <dgm:chMax val="0"/>
          <dgm:bulletEnabled val="1"/>
        </dgm:presLayoutVars>
      </dgm:prSet>
      <dgm:spPr/>
    </dgm:pt>
  </dgm:ptLst>
  <dgm:cxnLst>
    <dgm:cxn modelId="{17C9EB1C-7CA6-430F-94BC-CB5D6BB3428C}" srcId="{113587B0-B52A-4755-84B4-DAF47F3DABB0}" destId="{3923846A-6F11-4781-AD31-6BDD114B4EB2}" srcOrd="1" destOrd="0" parTransId="{D2A6F657-3925-4ADE-9506-1E443875D576}" sibTransId="{76BF21AD-EBA1-4511-AB47-0116036D33C2}"/>
    <dgm:cxn modelId="{78E9142E-82D4-44EB-9438-94BBCCD6DF6E}" srcId="{113587B0-B52A-4755-84B4-DAF47F3DABB0}" destId="{62700FA4-A96A-432A-AA46-74ED7B356839}" srcOrd="0" destOrd="0" parTransId="{FC307E3A-586D-4FF6-B95F-8DBEBA212B94}" sibTransId="{8DAF2F26-A391-4C97-B4F5-B012E3DD5CCD}"/>
    <dgm:cxn modelId="{B4D8ED79-6AA3-4103-8381-523F518803E0}" type="presOf" srcId="{3923846A-6F11-4781-AD31-6BDD114B4EB2}" destId="{00427743-26CB-4D18-8F5F-701E3D3B7542}" srcOrd="0" destOrd="0" presId="urn:microsoft.com/office/officeart/2005/8/layout/vList2"/>
    <dgm:cxn modelId="{4C9847C9-CA71-4CF0-977C-D5F007A8DFDD}" type="presOf" srcId="{113587B0-B52A-4755-84B4-DAF47F3DABB0}" destId="{400875B9-B5AC-4AD8-95BF-0D354044789F}" srcOrd="0" destOrd="0" presId="urn:microsoft.com/office/officeart/2005/8/layout/vList2"/>
    <dgm:cxn modelId="{1AD611DD-9A88-4C96-8A5C-DF8859797B7B}" type="presOf" srcId="{62700FA4-A96A-432A-AA46-74ED7B356839}" destId="{45BDB4F8-46E4-413D-BE17-B9F349C7ECBB}" srcOrd="0" destOrd="0" presId="urn:microsoft.com/office/officeart/2005/8/layout/vList2"/>
    <dgm:cxn modelId="{4D697A96-A60C-47D6-ACB3-B5506B23A2CE}" type="presParOf" srcId="{400875B9-B5AC-4AD8-95BF-0D354044789F}" destId="{45BDB4F8-46E4-413D-BE17-B9F349C7ECBB}" srcOrd="0" destOrd="0" presId="urn:microsoft.com/office/officeart/2005/8/layout/vList2"/>
    <dgm:cxn modelId="{49894162-F8DE-45A5-8E87-EB1C1B8AE201}" type="presParOf" srcId="{400875B9-B5AC-4AD8-95BF-0D354044789F}" destId="{989FDF23-2C8D-4BD8-A024-B66CB613D268}" srcOrd="1" destOrd="0" presId="urn:microsoft.com/office/officeart/2005/8/layout/vList2"/>
    <dgm:cxn modelId="{6772450B-8E47-49AB-9F67-CDB6CCDE8840}" type="presParOf" srcId="{400875B9-B5AC-4AD8-95BF-0D354044789F}" destId="{00427743-26CB-4D18-8F5F-701E3D3B7542}"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113587B0-B52A-4755-84B4-DAF47F3DABB0}"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62700FA4-A96A-432A-AA46-74ED7B356839}">
      <dgm:prSet/>
      <dgm:spPr/>
      <dgm:t>
        <a:bodyPr/>
        <a:lstStyle/>
        <a:p>
          <a:r>
            <a:rPr lang="en-US"/>
            <a:t>❌ Answer: No</a:t>
          </a:r>
        </a:p>
      </dgm:t>
    </dgm:pt>
    <dgm:pt modelId="{FC307E3A-586D-4FF6-B95F-8DBEBA212B94}" type="parTrans" cxnId="{78E9142E-82D4-44EB-9438-94BBCCD6DF6E}">
      <dgm:prSet/>
      <dgm:spPr/>
      <dgm:t>
        <a:bodyPr/>
        <a:lstStyle/>
        <a:p>
          <a:endParaRPr lang="en-US"/>
        </a:p>
      </dgm:t>
    </dgm:pt>
    <dgm:pt modelId="{8DAF2F26-A391-4C97-B4F5-B012E3DD5CCD}" type="sibTrans" cxnId="{78E9142E-82D4-44EB-9438-94BBCCD6DF6E}">
      <dgm:prSet/>
      <dgm:spPr/>
      <dgm:t>
        <a:bodyPr/>
        <a:lstStyle/>
        <a:p>
          <a:endParaRPr lang="en-US"/>
        </a:p>
      </dgm:t>
    </dgm:pt>
    <dgm:pt modelId="{3923846A-6F11-4781-AD31-6BDD114B4EB2}">
      <dgm:prSet/>
      <dgm:spPr/>
      <dgm:t>
        <a:bodyPr/>
        <a:lstStyle/>
        <a:p>
          <a:r>
            <a:rPr lang="en-US" dirty="0"/>
            <a:t>Low severity issues can chain together.</a:t>
          </a:r>
        </a:p>
      </dgm:t>
    </dgm:pt>
    <dgm:pt modelId="{D2A6F657-3925-4ADE-9506-1E443875D576}" type="parTrans" cxnId="{17C9EB1C-7CA6-430F-94BC-CB5D6BB3428C}">
      <dgm:prSet/>
      <dgm:spPr/>
      <dgm:t>
        <a:bodyPr/>
        <a:lstStyle/>
        <a:p>
          <a:endParaRPr lang="en-US"/>
        </a:p>
      </dgm:t>
    </dgm:pt>
    <dgm:pt modelId="{76BF21AD-EBA1-4511-AB47-0116036D33C2}" type="sibTrans" cxnId="{17C9EB1C-7CA6-430F-94BC-CB5D6BB3428C}">
      <dgm:prSet/>
      <dgm:spPr/>
      <dgm:t>
        <a:bodyPr/>
        <a:lstStyle/>
        <a:p>
          <a:endParaRPr lang="en-US"/>
        </a:p>
      </dgm:t>
    </dgm:pt>
    <dgm:pt modelId="{400875B9-B5AC-4AD8-95BF-0D354044789F}" type="pres">
      <dgm:prSet presAssocID="{113587B0-B52A-4755-84B4-DAF47F3DABB0}" presName="linear" presStyleCnt="0">
        <dgm:presLayoutVars>
          <dgm:animLvl val="lvl"/>
          <dgm:resizeHandles val="exact"/>
        </dgm:presLayoutVars>
      </dgm:prSet>
      <dgm:spPr/>
    </dgm:pt>
    <dgm:pt modelId="{45BDB4F8-46E4-413D-BE17-B9F349C7ECBB}" type="pres">
      <dgm:prSet presAssocID="{62700FA4-A96A-432A-AA46-74ED7B356839}" presName="parentText" presStyleLbl="node1" presStyleIdx="0" presStyleCnt="2">
        <dgm:presLayoutVars>
          <dgm:chMax val="0"/>
          <dgm:bulletEnabled val="1"/>
        </dgm:presLayoutVars>
      </dgm:prSet>
      <dgm:spPr/>
    </dgm:pt>
    <dgm:pt modelId="{989FDF23-2C8D-4BD8-A024-B66CB613D268}" type="pres">
      <dgm:prSet presAssocID="{8DAF2F26-A391-4C97-B4F5-B012E3DD5CCD}" presName="spacer" presStyleCnt="0"/>
      <dgm:spPr/>
    </dgm:pt>
    <dgm:pt modelId="{00427743-26CB-4D18-8F5F-701E3D3B7542}" type="pres">
      <dgm:prSet presAssocID="{3923846A-6F11-4781-AD31-6BDD114B4EB2}" presName="parentText" presStyleLbl="node1" presStyleIdx="1" presStyleCnt="2">
        <dgm:presLayoutVars>
          <dgm:chMax val="0"/>
          <dgm:bulletEnabled val="1"/>
        </dgm:presLayoutVars>
      </dgm:prSet>
      <dgm:spPr/>
    </dgm:pt>
  </dgm:ptLst>
  <dgm:cxnLst>
    <dgm:cxn modelId="{17C9EB1C-7CA6-430F-94BC-CB5D6BB3428C}" srcId="{113587B0-B52A-4755-84B4-DAF47F3DABB0}" destId="{3923846A-6F11-4781-AD31-6BDD114B4EB2}" srcOrd="1" destOrd="0" parTransId="{D2A6F657-3925-4ADE-9506-1E443875D576}" sibTransId="{76BF21AD-EBA1-4511-AB47-0116036D33C2}"/>
    <dgm:cxn modelId="{78E9142E-82D4-44EB-9438-94BBCCD6DF6E}" srcId="{113587B0-B52A-4755-84B4-DAF47F3DABB0}" destId="{62700FA4-A96A-432A-AA46-74ED7B356839}" srcOrd="0" destOrd="0" parTransId="{FC307E3A-586D-4FF6-B95F-8DBEBA212B94}" sibTransId="{8DAF2F26-A391-4C97-B4F5-B012E3DD5CCD}"/>
    <dgm:cxn modelId="{B4D8ED79-6AA3-4103-8381-523F518803E0}" type="presOf" srcId="{3923846A-6F11-4781-AD31-6BDD114B4EB2}" destId="{00427743-26CB-4D18-8F5F-701E3D3B7542}" srcOrd="0" destOrd="0" presId="urn:microsoft.com/office/officeart/2005/8/layout/vList2"/>
    <dgm:cxn modelId="{4C9847C9-CA71-4CF0-977C-D5F007A8DFDD}" type="presOf" srcId="{113587B0-B52A-4755-84B4-DAF47F3DABB0}" destId="{400875B9-B5AC-4AD8-95BF-0D354044789F}" srcOrd="0" destOrd="0" presId="urn:microsoft.com/office/officeart/2005/8/layout/vList2"/>
    <dgm:cxn modelId="{1AD611DD-9A88-4C96-8A5C-DF8859797B7B}" type="presOf" srcId="{62700FA4-A96A-432A-AA46-74ED7B356839}" destId="{45BDB4F8-46E4-413D-BE17-B9F349C7ECBB}" srcOrd="0" destOrd="0" presId="urn:microsoft.com/office/officeart/2005/8/layout/vList2"/>
    <dgm:cxn modelId="{4D697A96-A60C-47D6-ACB3-B5506B23A2CE}" type="presParOf" srcId="{400875B9-B5AC-4AD8-95BF-0D354044789F}" destId="{45BDB4F8-46E4-413D-BE17-B9F349C7ECBB}" srcOrd="0" destOrd="0" presId="urn:microsoft.com/office/officeart/2005/8/layout/vList2"/>
    <dgm:cxn modelId="{49894162-F8DE-45A5-8E87-EB1C1B8AE201}" type="presParOf" srcId="{400875B9-B5AC-4AD8-95BF-0D354044789F}" destId="{989FDF23-2C8D-4BD8-A024-B66CB613D268}" srcOrd="1" destOrd="0" presId="urn:microsoft.com/office/officeart/2005/8/layout/vList2"/>
    <dgm:cxn modelId="{6772450B-8E47-49AB-9F67-CDB6CCDE8840}" type="presParOf" srcId="{400875B9-B5AC-4AD8-95BF-0D354044789F}" destId="{00427743-26CB-4D18-8F5F-701E3D3B7542}"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67EA6356-766E-4311-9FCF-634E0F086A23}"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84CABEC2-A0B2-44F1-A43B-B97E4E1B4907}">
      <dgm:prSet/>
      <dgm:spPr/>
      <dgm:t>
        <a:bodyPr/>
        <a:lstStyle/>
        <a:p>
          <a:r>
            <a:rPr lang="en-US"/>
            <a:t>✅ Answer: C</a:t>
          </a:r>
        </a:p>
      </dgm:t>
    </dgm:pt>
    <dgm:pt modelId="{82ABF2CA-8EE7-45D8-A672-CB296A44F943}" type="parTrans" cxnId="{E93D06AA-4996-4C54-B1D9-5A3867BF90BB}">
      <dgm:prSet/>
      <dgm:spPr/>
      <dgm:t>
        <a:bodyPr/>
        <a:lstStyle/>
        <a:p>
          <a:endParaRPr lang="en-US"/>
        </a:p>
      </dgm:t>
    </dgm:pt>
    <dgm:pt modelId="{9C036DE7-02EA-40F1-813E-14CC5EBA8559}" type="sibTrans" cxnId="{E93D06AA-4996-4C54-B1D9-5A3867BF90BB}">
      <dgm:prSet/>
      <dgm:spPr/>
      <dgm:t>
        <a:bodyPr/>
        <a:lstStyle/>
        <a:p>
          <a:endParaRPr lang="en-US"/>
        </a:p>
      </dgm:t>
    </dgm:pt>
    <dgm:pt modelId="{EB678C3A-2D64-4AC9-A57C-B9664328BC27}">
      <dgm:prSet/>
      <dgm:spPr/>
      <dgm:t>
        <a:bodyPr/>
        <a:lstStyle/>
        <a:p>
          <a:r>
            <a:rPr lang="en-US"/>
            <a:t>Security is continuous risk management.</a:t>
          </a:r>
        </a:p>
      </dgm:t>
    </dgm:pt>
    <dgm:pt modelId="{9D7D673A-06BC-434D-ACEB-84DCF4171BD7}" type="parTrans" cxnId="{4C4BE18F-9438-44DD-A724-DD0F831ED691}">
      <dgm:prSet/>
      <dgm:spPr/>
      <dgm:t>
        <a:bodyPr/>
        <a:lstStyle/>
        <a:p>
          <a:endParaRPr lang="en-US"/>
        </a:p>
      </dgm:t>
    </dgm:pt>
    <dgm:pt modelId="{CCDC39AF-0313-46E9-8F91-140C2F2E2CF4}" type="sibTrans" cxnId="{4C4BE18F-9438-44DD-A724-DD0F831ED691}">
      <dgm:prSet/>
      <dgm:spPr/>
      <dgm:t>
        <a:bodyPr/>
        <a:lstStyle/>
        <a:p>
          <a:endParaRPr lang="en-US"/>
        </a:p>
      </dgm:t>
    </dgm:pt>
    <dgm:pt modelId="{9D08AB66-640A-464F-B27C-15721D897F63}" type="pres">
      <dgm:prSet presAssocID="{67EA6356-766E-4311-9FCF-634E0F086A23}" presName="hierChild1" presStyleCnt="0">
        <dgm:presLayoutVars>
          <dgm:chPref val="1"/>
          <dgm:dir/>
          <dgm:animOne val="branch"/>
          <dgm:animLvl val="lvl"/>
          <dgm:resizeHandles/>
        </dgm:presLayoutVars>
      </dgm:prSet>
      <dgm:spPr/>
    </dgm:pt>
    <dgm:pt modelId="{E834EF3C-E1C5-402C-8C35-E2E3A050E40A}" type="pres">
      <dgm:prSet presAssocID="{84CABEC2-A0B2-44F1-A43B-B97E4E1B4907}" presName="hierRoot1" presStyleCnt="0"/>
      <dgm:spPr/>
    </dgm:pt>
    <dgm:pt modelId="{B60830AE-017D-4AF5-84B5-9458E7376022}" type="pres">
      <dgm:prSet presAssocID="{84CABEC2-A0B2-44F1-A43B-B97E4E1B4907}" presName="composite" presStyleCnt="0"/>
      <dgm:spPr/>
    </dgm:pt>
    <dgm:pt modelId="{D3843F61-EBCB-4839-A627-903CCC7CE1F7}" type="pres">
      <dgm:prSet presAssocID="{84CABEC2-A0B2-44F1-A43B-B97E4E1B4907}" presName="background" presStyleLbl="node0" presStyleIdx="0" presStyleCnt="2"/>
      <dgm:spPr/>
    </dgm:pt>
    <dgm:pt modelId="{6D964B45-297A-4A36-AB55-4342A546FE37}" type="pres">
      <dgm:prSet presAssocID="{84CABEC2-A0B2-44F1-A43B-B97E4E1B4907}" presName="text" presStyleLbl="fgAcc0" presStyleIdx="0" presStyleCnt="2">
        <dgm:presLayoutVars>
          <dgm:chPref val="3"/>
        </dgm:presLayoutVars>
      </dgm:prSet>
      <dgm:spPr/>
    </dgm:pt>
    <dgm:pt modelId="{F75A9C16-7958-4F34-9A14-D577C2FCA4FC}" type="pres">
      <dgm:prSet presAssocID="{84CABEC2-A0B2-44F1-A43B-B97E4E1B4907}" presName="hierChild2" presStyleCnt="0"/>
      <dgm:spPr/>
    </dgm:pt>
    <dgm:pt modelId="{2841C733-6CD7-4672-BA55-80F2848FE053}" type="pres">
      <dgm:prSet presAssocID="{EB678C3A-2D64-4AC9-A57C-B9664328BC27}" presName="hierRoot1" presStyleCnt="0"/>
      <dgm:spPr/>
    </dgm:pt>
    <dgm:pt modelId="{BCE16FC3-B771-4111-8A83-B90B60F131C0}" type="pres">
      <dgm:prSet presAssocID="{EB678C3A-2D64-4AC9-A57C-B9664328BC27}" presName="composite" presStyleCnt="0"/>
      <dgm:spPr/>
    </dgm:pt>
    <dgm:pt modelId="{75B676C7-4AE9-4374-AA72-2EAE0FBEB863}" type="pres">
      <dgm:prSet presAssocID="{EB678C3A-2D64-4AC9-A57C-B9664328BC27}" presName="background" presStyleLbl="node0" presStyleIdx="1" presStyleCnt="2"/>
      <dgm:spPr/>
    </dgm:pt>
    <dgm:pt modelId="{199A1649-C1E8-4ECA-A9B4-C4D1A5C58135}" type="pres">
      <dgm:prSet presAssocID="{EB678C3A-2D64-4AC9-A57C-B9664328BC27}" presName="text" presStyleLbl="fgAcc0" presStyleIdx="1" presStyleCnt="2">
        <dgm:presLayoutVars>
          <dgm:chPref val="3"/>
        </dgm:presLayoutVars>
      </dgm:prSet>
      <dgm:spPr/>
    </dgm:pt>
    <dgm:pt modelId="{5B0487A4-14EA-4149-BE00-A6E61DCC9B72}" type="pres">
      <dgm:prSet presAssocID="{EB678C3A-2D64-4AC9-A57C-B9664328BC27}" presName="hierChild2" presStyleCnt="0"/>
      <dgm:spPr/>
    </dgm:pt>
  </dgm:ptLst>
  <dgm:cxnLst>
    <dgm:cxn modelId="{8B407A7E-101F-4B66-B9A7-3A7BD7F30A6F}" type="presOf" srcId="{84CABEC2-A0B2-44F1-A43B-B97E4E1B4907}" destId="{6D964B45-297A-4A36-AB55-4342A546FE37}" srcOrd="0" destOrd="0" presId="urn:microsoft.com/office/officeart/2005/8/layout/hierarchy1"/>
    <dgm:cxn modelId="{4C4BE18F-9438-44DD-A724-DD0F831ED691}" srcId="{67EA6356-766E-4311-9FCF-634E0F086A23}" destId="{EB678C3A-2D64-4AC9-A57C-B9664328BC27}" srcOrd="1" destOrd="0" parTransId="{9D7D673A-06BC-434D-ACEB-84DCF4171BD7}" sibTransId="{CCDC39AF-0313-46E9-8F91-140C2F2E2CF4}"/>
    <dgm:cxn modelId="{E93D06AA-4996-4C54-B1D9-5A3867BF90BB}" srcId="{67EA6356-766E-4311-9FCF-634E0F086A23}" destId="{84CABEC2-A0B2-44F1-A43B-B97E4E1B4907}" srcOrd="0" destOrd="0" parTransId="{82ABF2CA-8EE7-45D8-A672-CB296A44F943}" sibTransId="{9C036DE7-02EA-40F1-813E-14CC5EBA8559}"/>
    <dgm:cxn modelId="{BA2015C5-1022-4F9A-ACF1-B748A25B7140}" type="presOf" srcId="{EB678C3A-2D64-4AC9-A57C-B9664328BC27}" destId="{199A1649-C1E8-4ECA-A9B4-C4D1A5C58135}" srcOrd="0" destOrd="0" presId="urn:microsoft.com/office/officeart/2005/8/layout/hierarchy1"/>
    <dgm:cxn modelId="{2AF363CF-6A97-4C66-98F1-E7FBA9F0DEC7}" type="presOf" srcId="{67EA6356-766E-4311-9FCF-634E0F086A23}" destId="{9D08AB66-640A-464F-B27C-15721D897F63}" srcOrd="0" destOrd="0" presId="urn:microsoft.com/office/officeart/2005/8/layout/hierarchy1"/>
    <dgm:cxn modelId="{702E13CE-D8EC-47BE-A766-D09ADFDF7D36}" type="presParOf" srcId="{9D08AB66-640A-464F-B27C-15721D897F63}" destId="{E834EF3C-E1C5-402C-8C35-E2E3A050E40A}" srcOrd="0" destOrd="0" presId="urn:microsoft.com/office/officeart/2005/8/layout/hierarchy1"/>
    <dgm:cxn modelId="{753B07E1-88D9-4549-B65C-975395540339}" type="presParOf" srcId="{E834EF3C-E1C5-402C-8C35-E2E3A050E40A}" destId="{B60830AE-017D-4AF5-84B5-9458E7376022}" srcOrd="0" destOrd="0" presId="urn:microsoft.com/office/officeart/2005/8/layout/hierarchy1"/>
    <dgm:cxn modelId="{0A66C473-C28D-4299-AA72-B71FE068CF84}" type="presParOf" srcId="{B60830AE-017D-4AF5-84B5-9458E7376022}" destId="{D3843F61-EBCB-4839-A627-903CCC7CE1F7}" srcOrd="0" destOrd="0" presId="urn:microsoft.com/office/officeart/2005/8/layout/hierarchy1"/>
    <dgm:cxn modelId="{3CDCEEF7-50AC-47AD-96FF-8978DDA3D330}" type="presParOf" srcId="{B60830AE-017D-4AF5-84B5-9458E7376022}" destId="{6D964B45-297A-4A36-AB55-4342A546FE37}" srcOrd="1" destOrd="0" presId="urn:microsoft.com/office/officeart/2005/8/layout/hierarchy1"/>
    <dgm:cxn modelId="{223FEC8F-DEF7-4953-9A1E-81DCE49CBEB5}" type="presParOf" srcId="{E834EF3C-E1C5-402C-8C35-E2E3A050E40A}" destId="{F75A9C16-7958-4F34-9A14-D577C2FCA4FC}" srcOrd="1" destOrd="0" presId="urn:microsoft.com/office/officeart/2005/8/layout/hierarchy1"/>
    <dgm:cxn modelId="{F343BB3C-0EAC-4049-B42D-FC8E2FB42A32}" type="presParOf" srcId="{9D08AB66-640A-464F-B27C-15721D897F63}" destId="{2841C733-6CD7-4672-BA55-80F2848FE053}" srcOrd="1" destOrd="0" presId="urn:microsoft.com/office/officeart/2005/8/layout/hierarchy1"/>
    <dgm:cxn modelId="{B142EC47-82AE-4282-A88E-636418935A99}" type="presParOf" srcId="{2841C733-6CD7-4672-BA55-80F2848FE053}" destId="{BCE16FC3-B771-4111-8A83-B90B60F131C0}" srcOrd="0" destOrd="0" presId="urn:microsoft.com/office/officeart/2005/8/layout/hierarchy1"/>
    <dgm:cxn modelId="{B0CBBB8D-8326-4B39-B513-A39CCFA9AC56}" type="presParOf" srcId="{BCE16FC3-B771-4111-8A83-B90B60F131C0}" destId="{75B676C7-4AE9-4374-AA72-2EAE0FBEB863}" srcOrd="0" destOrd="0" presId="urn:microsoft.com/office/officeart/2005/8/layout/hierarchy1"/>
    <dgm:cxn modelId="{6A1096D1-DBC9-443E-A66A-21B8F25B7C3A}" type="presParOf" srcId="{BCE16FC3-B771-4111-8A83-B90B60F131C0}" destId="{199A1649-C1E8-4ECA-A9B4-C4D1A5C58135}" srcOrd="1" destOrd="0" presId="urn:microsoft.com/office/officeart/2005/8/layout/hierarchy1"/>
    <dgm:cxn modelId="{CF70F973-2C20-4B9A-8AA0-CDBC055A7BED}" type="presParOf" srcId="{2841C733-6CD7-4672-BA55-80F2848FE053}" destId="{5B0487A4-14EA-4149-BE00-A6E61DCC9B72}"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BADDE5-04FF-47B2-B8EF-DEAAC9DF4C83}">
      <dsp:nvSpPr>
        <dsp:cNvPr id="0" name=""/>
        <dsp:cNvSpPr/>
      </dsp:nvSpPr>
      <dsp:spPr>
        <a:xfrm>
          <a:off x="0" y="30382"/>
          <a:ext cx="5175384" cy="2693047"/>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 Answer: No</a:t>
          </a:r>
        </a:p>
      </dsp:txBody>
      <dsp:txXfrm>
        <a:off x="131464" y="161846"/>
        <a:ext cx="4912456" cy="2430119"/>
      </dsp:txXfrm>
    </dsp:sp>
    <dsp:sp modelId="{6AF06B4F-120A-45D9-AF3A-1D8D30980E14}">
      <dsp:nvSpPr>
        <dsp:cNvPr id="0" name=""/>
        <dsp:cNvSpPr/>
      </dsp:nvSpPr>
      <dsp:spPr>
        <a:xfrm>
          <a:off x="0" y="2812710"/>
          <a:ext cx="5175384" cy="2693047"/>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HTTPS only protects data in transit. It does not secure servers, databases, endpoints, or application logic.</a:t>
          </a:r>
        </a:p>
      </dsp:txBody>
      <dsp:txXfrm>
        <a:off x="131464" y="2944174"/>
        <a:ext cx="4912456" cy="24301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B5FE19-7072-496A-8F7E-52AB97F184B9}">
      <dsp:nvSpPr>
        <dsp:cNvPr id="0" name=""/>
        <dsp:cNvSpPr/>
      </dsp:nvSpPr>
      <dsp:spPr>
        <a:xfrm>
          <a:off x="962" y="925033"/>
          <a:ext cx="3379189" cy="2145785"/>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A7FC0E0-8F2D-48BD-A392-521B3999297A}">
      <dsp:nvSpPr>
        <dsp:cNvPr id="0" name=""/>
        <dsp:cNvSpPr/>
      </dsp:nvSpPr>
      <dsp:spPr>
        <a:xfrm>
          <a:off x="376428" y="1281725"/>
          <a:ext cx="3379189" cy="2145785"/>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 Answer: C</a:t>
          </a:r>
        </a:p>
      </dsp:txBody>
      <dsp:txXfrm>
        <a:off x="439276" y="1344573"/>
        <a:ext cx="3253493" cy="2020089"/>
      </dsp:txXfrm>
    </dsp:sp>
    <dsp:sp modelId="{52A645D2-811B-4F2F-8B81-905FB0BF10BD}">
      <dsp:nvSpPr>
        <dsp:cNvPr id="0" name=""/>
        <dsp:cNvSpPr/>
      </dsp:nvSpPr>
      <dsp:spPr>
        <a:xfrm>
          <a:off x="4131082" y="925033"/>
          <a:ext cx="3379189" cy="2145785"/>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9FFEB68-7DF8-4110-9DB1-BF0BB82B56A3}">
      <dsp:nvSpPr>
        <dsp:cNvPr id="0" name=""/>
        <dsp:cNvSpPr/>
      </dsp:nvSpPr>
      <dsp:spPr>
        <a:xfrm>
          <a:off x="4506548" y="1281725"/>
          <a:ext cx="3379189" cy="2145785"/>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How passwords are stored (hashing, salting, stretching) matters more than complexity rules.</a:t>
          </a:r>
        </a:p>
      </dsp:txBody>
      <dsp:txXfrm>
        <a:off x="4569396" y="1344573"/>
        <a:ext cx="3253493" cy="20200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68AC3C-CCFD-4001-A1D2-FA6EB0C46A74}">
      <dsp:nvSpPr>
        <dsp:cNvPr id="0" name=""/>
        <dsp:cNvSpPr/>
      </dsp:nvSpPr>
      <dsp:spPr>
        <a:xfrm>
          <a:off x="0" y="23520"/>
          <a:ext cx="5175384" cy="268983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 Answer: No</a:t>
          </a:r>
        </a:p>
      </dsp:txBody>
      <dsp:txXfrm>
        <a:off x="131307" y="154827"/>
        <a:ext cx="4912770" cy="2427216"/>
      </dsp:txXfrm>
    </dsp:sp>
    <dsp:sp modelId="{5BA477DB-B397-4F39-9E09-8706ACE84F49}">
      <dsp:nvSpPr>
        <dsp:cNvPr id="0" name=""/>
        <dsp:cNvSpPr/>
      </dsp:nvSpPr>
      <dsp:spPr>
        <a:xfrm>
          <a:off x="0" y="2822790"/>
          <a:ext cx="5175384" cy="268983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MFA reduces risk but can be bypassed (phishing, MFA fatigue, stolen sessions).</a:t>
          </a:r>
        </a:p>
      </dsp:txBody>
      <dsp:txXfrm>
        <a:off x="131307" y="2954097"/>
        <a:ext cx="4912770" cy="24272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6C7B82-39B6-4782-AD60-6FBB6E47187A}">
      <dsp:nvSpPr>
        <dsp:cNvPr id="0" name=""/>
        <dsp:cNvSpPr/>
      </dsp:nvSpPr>
      <dsp:spPr>
        <a:xfrm>
          <a:off x="950" y="370032"/>
          <a:ext cx="3335112" cy="2117796"/>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5DBF59-95EF-463B-A0D7-C716644E98B4}">
      <dsp:nvSpPr>
        <dsp:cNvPr id="0" name=""/>
        <dsp:cNvSpPr/>
      </dsp:nvSpPr>
      <dsp:spPr>
        <a:xfrm>
          <a:off x="371518" y="722072"/>
          <a:ext cx="3335112" cy="2117796"/>
        </a:xfrm>
        <a:prstGeom prst="roundRect">
          <a:avLst>
            <a:gd name="adj" fmla="val 10000"/>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 Answer: C</a:t>
          </a:r>
        </a:p>
      </dsp:txBody>
      <dsp:txXfrm>
        <a:off x="433546" y="784100"/>
        <a:ext cx="3211056" cy="1993740"/>
      </dsp:txXfrm>
    </dsp:sp>
    <dsp:sp modelId="{1410C418-7883-4DEF-B016-160A1411804E}">
      <dsp:nvSpPr>
        <dsp:cNvPr id="0" name=""/>
        <dsp:cNvSpPr/>
      </dsp:nvSpPr>
      <dsp:spPr>
        <a:xfrm>
          <a:off x="4077199" y="370032"/>
          <a:ext cx="3335112" cy="2117796"/>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B65230-F40C-4FA6-B56D-2E8444D6EEE2}">
      <dsp:nvSpPr>
        <dsp:cNvPr id="0" name=""/>
        <dsp:cNvSpPr/>
      </dsp:nvSpPr>
      <dsp:spPr>
        <a:xfrm>
          <a:off x="4447767" y="722072"/>
          <a:ext cx="3335112" cy="2117796"/>
        </a:xfrm>
        <a:prstGeom prst="roundRect">
          <a:avLst>
            <a:gd name="adj" fmla="val 10000"/>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Most crypto failures come from subtle implementation mistakes, not broken algorithms.</a:t>
          </a:r>
        </a:p>
      </dsp:txBody>
      <dsp:txXfrm>
        <a:off x="4509795" y="784100"/>
        <a:ext cx="3211056" cy="19937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31A2AD-8229-4B8F-8F02-6D4811C60B10}">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C12965F-466A-449E-A163-7C1E0A42DDA3}">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t>✅ Answer: C</a:t>
          </a:r>
        </a:p>
      </dsp:txBody>
      <dsp:txXfrm>
        <a:off x="433546" y="784100"/>
        <a:ext cx="3211056" cy="1993740"/>
      </dsp:txXfrm>
    </dsp:sp>
    <dsp:sp modelId="{A5F5A6AD-C61E-4874-AB84-370002D3D546}">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E51C2E-32ED-4E7D-BAFB-E16AE6F82215}">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t>Unsalted hashes allow attackers to use precomputed rainbow tables.</a:t>
          </a:r>
        </a:p>
      </dsp:txBody>
      <dsp:txXfrm>
        <a:off x="4509795" y="784100"/>
        <a:ext cx="3211056" cy="199374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DC4FE9-2755-41EF-9175-12EE2ABEECEF}">
      <dsp:nvSpPr>
        <dsp:cNvPr id="0" name=""/>
        <dsp:cNvSpPr/>
      </dsp:nvSpPr>
      <dsp:spPr>
        <a:xfrm>
          <a:off x="0" y="23520"/>
          <a:ext cx="5175384" cy="268983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 Answer: No</a:t>
          </a:r>
        </a:p>
      </dsp:txBody>
      <dsp:txXfrm>
        <a:off x="131307" y="154827"/>
        <a:ext cx="4912770" cy="2427216"/>
      </dsp:txXfrm>
    </dsp:sp>
    <dsp:sp modelId="{6648613A-D0CA-427A-B251-AF6D38312BD1}">
      <dsp:nvSpPr>
        <dsp:cNvPr id="0" name=""/>
        <dsp:cNvSpPr/>
      </dsp:nvSpPr>
      <dsp:spPr>
        <a:xfrm>
          <a:off x="0" y="2822790"/>
          <a:ext cx="5175384" cy="268983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Attackers reverse engineer binaries and observe runtime behaviour.</a:t>
          </a:r>
        </a:p>
      </dsp:txBody>
      <dsp:txXfrm>
        <a:off x="131307" y="2954097"/>
        <a:ext cx="4912770" cy="242721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8D2705-F0D9-4839-963B-B75AF8DE73BA}">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F09DE8A-7A94-46D9-BF99-679F52DA9A5F}">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 Answer: B</a:t>
          </a:r>
        </a:p>
      </dsp:txBody>
      <dsp:txXfrm>
        <a:off x="433546" y="784100"/>
        <a:ext cx="3211056" cy="1993740"/>
      </dsp:txXfrm>
    </dsp:sp>
    <dsp:sp modelId="{897C226B-F811-4DF5-A07E-9194147B7AFC}">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3C3926-FFF9-42B5-9F18-4E3962F64EBC}">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Logic errors survive testing because the code works exactly as written.</a:t>
          </a:r>
        </a:p>
      </dsp:txBody>
      <dsp:txXfrm>
        <a:off x="4509795" y="784100"/>
        <a:ext cx="3211056" cy="199374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A0A7E8-80E2-42AE-97B7-556769B70E7E}">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6F95C58-8449-4BBD-9B0E-F125D953E881}">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t>✅ Answer: C</a:t>
          </a:r>
        </a:p>
      </dsp:txBody>
      <dsp:txXfrm>
        <a:off x="433546" y="784100"/>
        <a:ext cx="3211056" cy="1993740"/>
      </dsp:txXfrm>
    </dsp:sp>
    <dsp:sp modelId="{3E35F97C-E681-4FD3-8CB6-FB2555C0A2DA}">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1A7BD59-C201-4824-A247-44C246A73FC9}">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t>Delaying patches leaves known vulnerabilities exploitable.</a:t>
          </a:r>
        </a:p>
      </dsp:txBody>
      <dsp:txXfrm>
        <a:off x="4509795" y="784100"/>
        <a:ext cx="3211056" cy="199374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EC0FFB-3D97-4BBB-8080-6EF08DB749B3}">
      <dsp:nvSpPr>
        <dsp:cNvPr id="0" name=""/>
        <dsp:cNvSpPr/>
      </dsp:nvSpPr>
      <dsp:spPr>
        <a:xfrm>
          <a:off x="0" y="23520"/>
          <a:ext cx="5175384" cy="268983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 Answer: No</a:t>
          </a:r>
        </a:p>
      </dsp:txBody>
      <dsp:txXfrm>
        <a:off x="131307" y="154827"/>
        <a:ext cx="4912770" cy="2427216"/>
      </dsp:txXfrm>
    </dsp:sp>
    <dsp:sp modelId="{0ABB1507-49AF-4F41-8D75-ACD253C84062}">
      <dsp:nvSpPr>
        <dsp:cNvPr id="0" name=""/>
        <dsp:cNvSpPr/>
      </dsp:nvSpPr>
      <dsp:spPr>
        <a:xfrm>
          <a:off x="0" y="2822790"/>
          <a:ext cx="5175384" cy="268983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Open review often improves security when maintained properly.</a:t>
          </a:r>
        </a:p>
      </dsp:txBody>
      <dsp:txXfrm>
        <a:off x="131307" y="2954097"/>
        <a:ext cx="4912770" cy="242721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73B5BB-0482-49DA-A5CA-ECD0D8826403}">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7D9F24-D2A8-4589-A9DE-6D5F36095971}">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 Answer: B</a:t>
          </a:r>
        </a:p>
      </dsp:txBody>
      <dsp:txXfrm>
        <a:off x="433546" y="784100"/>
        <a:ext cx="3211056" cy="1993740"/>
      </dsp:txXfrm>
    </dsp:sp>
    <dsp:sp modelId="{48121A56-1EAE-4DD2-A2F1-D7C605B24F4B}">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E2AAF2-1751-4F89-95EB-CAAABAC28F59}">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Hiding details is not a reliable security control.</a:t>
          </a:r>
        </a:p>
      </dsp:txBody>
      <dsp:txXfrm>
        <a:off x="4509795" y="784100"/>
        <a:ext cx="3211056" cy="199374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01DB97-C671-483A-B98B-C6BF6357E57A}">
      <dsp:nvSpPr>
        <dsp:cNvPr id="0" name=""/>
        <dsp:cNvSpPr/>
      </dsp:nvSpPr>
      <dsp:spPr>
        <a:xfrm>
          <a:off x="0" y="23520"/>
          <a:ext cx="5175384" cy="268983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 Answer: No</a:t>
          </a:r>
        </a:p>
      </dsp:txBody>
      <dsp:txXfrm>
        <a:off x="131307" y="154827"/>
        <a:ext cx="4912770" cy="2427216"/>
      </dsp:txXfrm>
    </dsp:sp>
    <dsp:sp modelId="{C7E158B9-F2B4-4E1D-910B-79ECE82C07A5}">
      <dsp:nvSpPr>
        <dsp:cNvPr id="0" name=""/>
        <dsp:cNvSpPr/>
      </dsp:nvSpPr>
      <dsp:spPr>
        <a:xfrm>
          <a:off x="0" y="2822790"/>
          <a:ext cx="5175384" cy="268983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Attackers can bypass blacklists. Parameterised queries are required.</a:t>
          </a:r>
        </a:p>
      </dsp:txBody>
      <dsp:txXfrm>
        <a:off x="131307" y="2954097"/>
        <a:ext cx="4912770" cy="242721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31AC2B-ED23-4C49-A6AE-CD7820C996C4}">
      <dsp:nvSpPr>
        <dsp:cNvPr id="0" name=""/>
        <dsp:cNvSpPr/>
      </dsp:nvSpPr>
      <dsp:spPr>
        <a:xfrm>
          <a:off x="0" y="53996"/>
          <a:ext cx="5175384" cy="2646393"/>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r>
            <a:rPr lang="en-US" sz="4700" kern="1200"/>
            <a:t>❌ Answer: No</a:t>
          </a:r>
        </a:p>
      </dsp:txBody>
      <dsp:txXfrm>
        <a:off x="129186" y="183182"/>
        <a:ext cx="4917012" cy="2388021"/>
      </dsp:txXfrm>
    </dsp:sp>
    <dsp:sp modelId="{C9D9BF4A-1861-4B4F-A897-344009C1CF6E}">
      <dsp:nvSpPr>
        <dsp:cNvPr id="0" name=""/>
        <dsp:cNvSpPr/>
      </dsp:nvSpPr>
      <dsp:spPr>
        <a:xfrm>
          <a:off x="0" y="2835750"/>
          <a:ext cx="5175384" cy="2646393"/>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r>
            <a:rPr lang="en-US" sz="4700" kern="1200"/>
            <a:t>Client-side checks are easily bypassed.</a:t>
          </a:r>
        </a:p>
      </dsp:txBody>
      <dsp:txXfrm>
        <a:off x="129186" y="2964936"/>
        <a:ext cx="4917012" cy="238802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9FF8DF-A9C2-42A2-BDA8-794DC23BC004}">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3E24E9-1237-492D-9590-CF3466BC0F92}">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 Answer: B</a:t>
          </a:r>
        </a:p>
      </dsp:txBody>
      <dsp:txXfrm>
        <a:off x="433546" y="784100"/>
        <a:ext cx="3211056" cy="1993740"/>
      </dsp:txXfrm>
    </dsp:sp>
    <dsp:sp modelId="{EE9E0E28-F0E7-47ED-8AFD-5E0C03CE267D}">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B52A76-11AF-4D6E-AF00-9E49FC0E01E9}">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Thinking you won’t be targeted leads to underinvestment in security.</a:t>
          </a:r>
        </a:p>
      </dsp:txBody>
      <dsp:txXfrm>
        <a:off x="4509795" y="784100"/>
        <a:ext cx="3211056" cy="199374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6FE8EE-8E65-43C4-A454-C5F3C947637D}">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9BC88F-C8F8-430F-95F6-F1F84B9E4248}">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 Answer: B</a:t>
          </a:r>
        </a:p>
      </dsp:txBody>
      <dsp:txXfrm>
        <a:off x="433546" y="784100"/>
        <a:ext cx="3211056" cy="1993740"/>
      </dsp:txXfrm>
    </dsp:sp>
    <dsp:sp modelId="{BA77B9A9-0802-408C-A2A9-1A593EB97BC9}">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7A2511-291D-4B38-AD61-7D0AEEC1581B}">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People and mindset matter more than tools.</a:t>
          </a:r>
        </a:p>
      </dsp:txBody>
      <dsp:txXfrm>
        <a:off x="4509795" y="784100"/>
        <a:ext cx="3211056" cy="199374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967946-EE6A-4772-93D0-723D0F46C80A}">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8BB2766-1E24-4BAC-BE0A-547F45A8E662}">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 Answer: B</a:t>
          </a:r>
        </a:p>
      </dsp:txBody>
      <dsp:txXfrm>
        <a:off x="433546" y="784100"/>
        <a:ext cx="3211056" cy="1993740"/>
      </dsp:txXfrm>
    </dsp:sp>
    <dsp:sp modelId="{425745CE-7B2B-4367-8FFB-E8FF3F80C088}">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A9B970-F63E-4A57-8CD9-2798EF5A08C8}">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Hard-coded secrets are easily leaked.</a:t>
          </a:r>
        </a:p>
      </dsp:txBody>
      <dsp:txXfrm>
        <a:off x="4509795" y="784100"/>
        <a:ext cx="3211056" cy="199374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FDD452-B972-4492-86DB-2276FD64CC7F}">
      <dsp:nvSpPr>
        <dsp:cNvPr id="0" name=""/>
        <dsp:cNvSpPr/>
      </dsp:nvSpPr>
      <dsp:spPr>
        <a:xfrm>
          <a:off x="0" y="53996"/>
          <a:ext cx="5175384" cy="2646393"/>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r>
            <a:rPr lang="en-US" sz="4700" kern="1200"/>
            <a:t>❌ Answer: No</a:t>
          </a:r>
        </a:p>
      </dsp:txBody>
      <dsp:txXfrm>
        <a:off x="129186" y="183182"/>
        <a:ext cx="4917012" cy="2388021"/>
      </dsp:txXfrm>
    </dsp:sp>
    <dsp:sp modelId="{3F74B2EE-74F7-45FE-BAD8-953DF0DF5898}">
      <dsp:nvSpPr>
        <dsp:cNvPr id="0" name=""/>
        <dsp:cNvSpPr/>
      </dsp:nvSpPr>
      <dsp:spPr>
        <a:xfrm>
          <a:off x="0" y="2835750"/>
          <a:ext cx="5175384" cy="2646393"/>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r>
            <a:rPr lang="en-US" sz="4700" kern="1200"/>
            <a:t>Key management and integrity still matter.</a:t>
          </a:r>
        </a:p>
      </dsp:txBody>
      <dsp:txXfrm>
        <a:off x="129186" y="2964936"/>
        <a:ext cx="4917012" cy="2388021"/>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E9F2A5-9CB9-4087-9564-1D1C4C5D5E63}">
      <dsp:nvSpPr>
        <dsp:cNvPr id="0" name=""/>
        <dsp:cNvSpPr/>
      </dsp:nvSpPr>
      <dsp:spPr>
        <a:xfrm>
          <a:off x="950" y="370032"/>
          <a:ext cx="3335112" cy="2117796"/>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387ECA8-A8BA-4B34-9C2B-27F6E5FF474A}">
      <dsp:nvSpPr>
        <dsp:cNvPr id="0" name=""/>
        <dsp:cNvSpPr/>
      </dsp:nvSpPr>
      <dsp:spPr>
        <a:xfrm>
          <a:off x="371518" y="722072"/>
          <a:ext cx="3335112" cy="2117796"/>
        </a:xfrm>
        <a:prstGeom prst="roundRect">
          <a:avLst>
            <a:gd name="adj" fmla="val 10000"/>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a:t>✅ Answer: B</a:t>
          </a:r>
        </a:p>
      </dsp:txBody>
      <dsp:txXfrm>
        <a:off x="433546" y="784100"/>
        <a:ext cx="3211056" cy="1993740"/>
      </dsp:txXfrm>
    </dsp:sp>
    <dsp:sp modelId="{6F5C530B-BA2F-4286-BCAD-8D5ED9986B75}">
      <dsp:nvSpPr>
        <dsp:cNvPr id="0" name=""/>
        <dsp:cNvSpPr/>
      </dsp:nvSpPr>
      <dsp:spPr>
        <a:xfrm>
          <a:off x="4077199" y="370032"/>
          <a:ext cx="3335112" cy="2117796"/>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215C7D-5676-48A0-A49F-3C8A43EC273B}">
      <dsp:nvSpPr>
        <dsp:cNvPr id="0" name=""/>
        <dsp:cNvSpPr/>
      </dsp:nvSpPr>
      <dsp:spPr>
        <a:xfrm>
          <a:off x="4447767" y="722072"/>
          <a:ext cx="3335112" cy="2117796"/>
        </a:xfrm>
        <a:prstGeom prst="roundRect">
          <a:avLst>
            <a:gd name="adj" fmla="val 10000"/>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a:t>Authentication answers: Who are you?</a:t>
          </a:r>
        </a:p>
      </dsp:txBody>
      <dsp:txXfrm>
        <a:off x="4509795" y="784100"/>
        <a:ext cx="3211056" cy="199374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FDD47A-0745-4918-8537-FCFB8FDB0D7B}">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E0F2A9F-5BC8-4E3C-B38C-AE84DC9A816C}">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t>✅ Answer: B</a:t>
          </a:r>
        </a:p>
      </dsp:txBody>
      <dsp:txXfrm>
        <a:off x="433546" y="784100"/>
        <a:ext cx="3211056" cy="1993740"/>
      </dsp:txXfrm>
    </dsp:sp>
    <dsp:sp modelId="{3BAD25CD-9224-415D-8339-71ADD5B4507B}">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DCB169-EB2E-4971-99DD-7B7045F0C4C5}">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t>Insiders already have access and context.</a:t>
          </a:r>
        </a:p>
      </dsp:txBody>
      <dsp:txXfrm>
        <a:off x="4509795" y="784100"/>
        <a:ext cx="3211056" cy="199374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5ABF70-8AB2-476F-B16C-66B6B80C21CB}">
      <dsp:nvSpPr>
        <dsp:cNvPr id="0" name=""/>
        <dsp:cNvSpPr/>
      </dsp:nvSpPr>
      <dsp:spPr>
        <a:xfrm>
          <a:off x="0" y="53996"/>
          <a:ext cx="5175384" cy="2646393"/>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r>
            <a:rPr lang="en-US" sz="4700" kern="1200"/>
            <a:t>❌ Answer: No</a:t>
          </a:r>
        </a:p>
      </dsp:txBody>
      <dsp:txXfrm>
        <a:off x="129186" y="183182"/>
        <a:ext cx="4917012" cy="2388021"/>
      </dsp:txXfrm>
    </dsp:sp>
    <dsp:sp modelId="{5A7E4A67-8C88-4779-8F38-4E05BA476F14}">
      <dsp:nvSpPr>
        <dsp:cNvPr id="0" name=""/>
        <dsp:cNvSpPr/>
      </dsp:nvSpPr>
      <dsp:spPr>
        <a:xfrm>
          <a:off x="0" y="2835750"/>
          <a:ext cx="5175384" cy="2646393"/>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r>
            <a:rPr lang="en-US" sz="4700" kern="1200"/>
            <a:t>AV is one layer, not a security strategy.</a:t>
          </a:r>
        </a:p>
      </dsp:txBody>
      <dsp:txXfrm>
        <a:off x="129186" y="2964936"/>
        <a:ext cx="4917012" cy="2388021"/>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A746DF-980E-4432-9FAC-207E135F6348}">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12463D6-9B51-46EA-AE99-23C46D341A0F}">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a:t>✅ Answer: A</a:t>
          </a:r>
        </a:p>
      </dsp:txBody>
      <dsp:txXfrm>
        <a:off x="433546" y="784100"/>
        <a:ext cx="3211056" cy="1993740"/>
      </dsp:txXfrm>
    </dsp:sp>
    <dsp:sp modelId="{ABE49458-F6B2-4098-A51B-7D35707C9905}">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5C81E3-93A4-45CA-BD5E-D080C7A63444}">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a:t>Confidentiality is violated.</a:t>
          </a:r>
        </a:p>
      </dsp:txBody>
      <dsp:txXfrm>
        <a:off x="4509795" y="784100"/>
        <a:ext cx="3211056" cy="199374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AB4B30-0445-479B-9151-CC4A7FC5EA07}">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57B8C5-1485-44AA-B365-536DD306B2CA}">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 Answer: B</a:t>
          </a:r>
        </a:p>
      </dsp:txBody>
      <dsp:txXfrm>
        <a:off x="433546" y="784100"/>
        <a:ext cx="3211056" cy="1993740"/>
      </dsp:txXfrm>
    </dsp:sp>
    <dsp:sp modelId="{91D23C00-0E30-4719-BE14-4E0CD89C3B9E}">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B39909-299B-4047-BC1F-3CB1A1591EBE}">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Limits blast radius after compromise.</a:t>
          </a:r>
        </a:p>
      </dsp:txBody>
      <dsp:txXfrm>
        <a:off x="4509795" y="784100"/>
        <a:ext cx="3211056" cy="199374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AF12BF-BCDC-474C-8B9F-E4573692256C}">
      <dsp:nvSpPr>
        <dsp:cNvPr id="0" name=""/>
        <dsp:cNvSpPr/>
      </dsp:nvSpPr>
      <dsp:spPr>
        <a:xfrm>
          <a:off x="0" y="643642"/>
          <a:ext cx="5175384" cy="2049547"/>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a:t>❌ Answer: No</a:t>
          </a:r>
        </a:p>
      </dsp:txBody>
      <dsp:txXfrm>
        <a:off x="100051" y="743693"/>
        <a:ext cx="4975282" cy="1849445"/>
      </dsp:txXfrm>
    </dsp:sp>
    <dsp:sp modelId="{37073214-7273-4E90-87C6-7500B41D7DAC}">
      <dsp:nvSpPr>
        <dsp:cNvPr id="0" name=""/>
        <dsp:cNvSpPr/>
      </dsp:nvSpPr>
      <dsp:spPr>
        <a:xfrm>
          <a:off x="0" y="2842950"/>
          <a:ext cx="5175384" cy="2049547"/>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a:t>Lack of evidence ≠ security.</a:t>
          </a:r>
        </a:p>
      </dsp:txBody>
      <dsp:txXfrm>
        <a:off x="100051" y="2943001"/>
        <a:ext cx="4975282" cy="1849445"/>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DC2FAB-E11D-4F08-828E-31D7EC1FB364}">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04815C-D838-450E-AA77-13D74D0A5422}">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t>✅ Answer: C</a:t>
          </a:r>
        </a:p>
      </dsp:txBody>
      <dsp:txXfrm>
        <a:off x="433546" y="784100"/>
        <a:ext cx="3211056" cy="1993740"/>
      </dsp:txXfrm>
    </dsp:sp>
    <dsp:sp modelId="{E333864D-70AE-4E42-BF23-631F8B126F55}">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7CF83A-0E3F-42D1-B423-005688AEDAD6}">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t>They reduce exposure but don’t fix insecure code.</a:t>
          </a:r>
        </a:p>
      </dsp:txBody>
      <dsp:txXfrm>
        <a:off x="4509795" y="784100"/>
        <a:ext cx="3211056" cy="1993740"/>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421FD7-356A-4A2D-8861-AF999E4D40C0}">
      <dsp:nvSpPr>
        <dsp:cNvPr id="0" name=""/>
        <dsp:cNvSpPr/>
      </dsp:nvSpPr>
      <dsp:spPr>
        <a:xfrm>
          <a:off x="950" y="370032"/>
          <a:ext cx="3335112" cy="2117796"/>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83AF8EA-2EC3-45B1-BE2A-BEDB341DA113}">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 Answer: B</a:t>
          </a:r>
        </a:p>
      </dsp:txBody>
      <dsp:txXfrm>
        <a:off x="433546" y="784100"/>
        <a:ext cx="3211056" cy="1993740"/>
      </dsp:txXfrm>
    </dsp:sp>
    <dsp:sp modelId="{A59ABB28-78E6-4E44-8ED2-112452C9FF10}">
      <dsp:nvSpPr>
        <dsp:cNvPr id="0" name=""/>
        <dsp:cNvSpPr/>
      </dsp:nvSpPr>
      <dsp:spPr>
        <a:xfrm>
          <a:off x="4077199" y="370032"/>
          <a:ext cx="3335112" cy="2117796"/>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171CF2-C340-48E1-AB47-A672AA1773B2}">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Third-party dependencies are a major risk.</a:t>
          </a:r>
        </a:p>
      </dsp:txBody>
      <dsp:txXfrm>
        <a:off x="4509795" y="784100"/>
        <a:ext cx="3211056" cy="1993740"/>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4D2CC4-1910-4BAC-829D-EE607AE42BD6}">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02D3165-29EA-4FB2-BE63-08956FDBEC84}">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 Answer: C</a:t>
          </a:r>
        </a:p>
      </dsp:txBody>
      <dsp:txXfrm>
        <a:off x="433546" y="784100"/>
        <a:ext cx="3211056" cy="1993740"/>
      </dsp:txXfrm>
    </dsp:sp>
    <dsp:sp modelId="{8C7A81E1-5867-4069-8534-6E8144D8FDF8}">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81D67B6-2953-410B-852C-64CA9C177A29}">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Hardest to notice and most damaging.</a:t>
          </a:r>
        </a:p>
      </dsp:txBody>
      <dsp:txXfrm>
        <a:off x="4509795" y="784100"/>
        <a:ext cx="3211056" cy="1993740"/>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42850D-92CE-488D-BE02-2E6FF900227F}">
      <dsp:nvSpPr>
        <dsp:cNvPr id="0" name=""/>
        <dsp:cNvSpPr/>
      </dsp:nvSpPr>
      <dsp:spPr>
        <a:xfrm>
          <a:off x="0" y="169489"/>
          <a:ext cx="5175384" cy="253378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l" defTabSz="2000250">
            <a:lnSpc>
              <a:spcPct val="90000"/>
            </a:lnSpc>
            <a:spcBef>
              <a:spcPct val="0"/>
            </a:spcBef>
            <a:spcAft>
              <a:spcPct val="35000"/>
            </a:spcAft>
            <a:buNone/>
          </a:pPr>
          <a:r>
            <a:rPr lang="en-US" sz="4500" kern="1200"/>
            <a:t>❌ Answer: No</a:t>
          </a:r>
        </a:p>
      </dsp:txBody>
      <dsp:txXfrm>
        <a:off x="123689" y="293178"/>
        <a:ext cx="4928006" cy="2286403"/>
      </dsp:txXfrm>
    </dsp:sp>
    <dsp:sp modelId="{25B44746-1C6A-4114-BB42-7BB49072C9A7}">
      <dsp:nvSpPr>
        <dsp:cNvPr id="0" name=""/>
        <dsp:cNvSpPr/>
      </dsp:nvSpPr>
      <dsp:spPr>
        <a:xfrm>
          <a:off x="0" y="2832870"/>
          <a:ext cx="5175384" cy="2533781"/>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l" defTabSz="2000250">
            <a:lnSpc>
              <a:spcPct val="90000"/>
            </a:lnSpc>
            <a:spcBef>
              <a:spcPct val="0"/>
            </a:spcBef>
            <a:spcAft>
              <a:spcPct val="35000"/>
            </a:spcAft>
            <a:buNone/>
          </a:pPr>
          <a:r>
            <a:rPr lang="en-US" sz="4500" kern="1200"/>
            <a:t>Encryption alone does not guarantee integrity.</a:t>
          </a:r>
        </a:p>
      </dsp:txBody>
      <dsp:txXfrm>
        <a:off x="123689" y="2956559"/>
        <a:ext cx="4928006" cy="2286403"/>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3AB4F2-1AE9-4E9B-A814-16856A3AC558}">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4A29639-D0BC-43AE-9F12-C9C26C2E45DB}">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a:t>✅ Answer: C</a:t>
          </a:r>
        </a:p>
      </dsp:txBody>
      <dsp:txXfrm>
        <a:off x="433546" y="784100"/>
        <a:ext cx="3211056" cy="1993740"/>
      </dsp:txXfrm>
    </dsp:sp>
    <dsp:sp modelId="{E45791C8-B052-412F-ACCB-96C842697C89}">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7ADB61-1EA8-41ED-9918-33C4436A0115}">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a:t>Most breaches involve human mistakes.</a:t>
          </a:r>
        </a:p>
      </dsp:txBody>
      <dsp:txXfrm>
        <a:off x="4509795" y="784100"/>
        <a:ext cx="3211056" cy="1993740"/>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2AB85B-C94D-4F5C-AC4D-F949EF0E05A3}">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0B50E3-349C-4BED-AAD6-DAE55ECE2738}">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 Answer: A</a:t>
          </a:r>
        </a:p>
      </dsp:txBody>
      <dsp:txXfrm>
        <a:off x="433546" y="784100"/>
        <a:ext cx="3211056" cy="1993740"/>
      </dsp:txXfrm>
    </dsp:sp>
    <dsp:sp modelId="{3C315A67-0859-4E58-9CD7-B680C164004D}">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DB5562-39FB-45A1-A5FD-7CEBD3FAF706}">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IP spoofing and network pivoting are common.</a:t>
          </a:r>
        </a:p>
      </dsp:txBody>
      <dsp:txXfrm>
        <a:off x="4509795" y="784100"/>
        <a:ext cx="3211056" cy="1993740"/>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160D7A-047B-4458-8566-57A9F1B71575}">
      <dsp:nvSpPr>
        <dsp:cNvPr id="0" name=""/>
        <dsp:cNvSpPr/>
      </dsp:nvSpPr>
      <dsp:spPr>
        <a:xfrm>
          <a:off x="0" y="643642"/>
          <a:ext cx="5175384" cy="2049547"/>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a:t>❌ Answer: No</a:t>
          </a:r>
        </a:p>
      </dsp:txBody>
      <dsp:txXfrm>
        <a:off x="100051" y="743693"/>
        <a:ext cx="4975282" cy="1849445"/>
      </dsp:txXfrm>
    </dsp:sp>
    <dsp:sp modelId="{3EBC4B98-8E50-4509-B1A6-A726962FC158}">
      <dsp:nvSpPr>
        <dsp:cNvPr id="0" name=""/>
        <dsp:cNvSpPr/>
      </dsp:nvSpPr>
      <dsp:spPr>
        <a:xfrm>
          <a:off x="0" y="2842950"/>
          <a:ext cx="5175384" cy="2049547"/>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a:t>It’s point-in-time and incomplete.</a:t>
          </a:r>
        </a:p>
      </dsp:txBody>
      <dsp:txXfrm>
        <a:off x="100051" y="2943001"/>
        <a:ext cx="4975282" cy="1849445"/>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BA1070-3727-471E-A5F0-C84E6DE73E81}">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153239-82D8-4318-BA99-D5179DC155CA}">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 Answer: C</a:t>
          </a:r>
        </a:p>
      </dsp:txBody>
      <dsp:txXfrm>
        <a:off x="433546" y="784100"/>
        <a:ext cx="3211056" cy="1993740"/>
      </dsp:txXfrm>
    </dsp:sp>
    <dsp:sp modelId="{782C5C89-48DC-4252-92A8-60BAD941CDCD}">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F9B9A0-80E9-42C8-99EF-DCC99DADF536}">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Backups are resilience, not a control.</a:t>
          </a:r>
        </a:p>
      </dsp:txBody>
      <dsp:txXfrm>
        <a:off x="4509795" y="784100"/>
        <a:ext cx="3211056" cy="1993740"/>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B3C2A1-CE10-45B9-A3B3-869001D2DC7E}">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17A66D-0256-402A-A163-B1A161F60172}">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 Answer: B</a:t>
          </a:r>
        </a:p>
      </dsp:txBody>
      <dsp:txXfrm>
        <a:off x="433546" y="784100"/>
        <a:ext cx="3211056" cy="1993740"/>
      </dsp:txXfrm>
    </dsp:sp>
    <dsp:sp modelId="{2FB2CA38-0AEF-4284-8F14-F4C01296F0E1}">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175B9B-9C1F-456A-862B-5584F8BD0FEA}">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Systems should start locked down.</a:t>
          </a:r>
        </a:p>
      </dsp:txBody>
      <dsp:txXfrm>
        <a:off x="4509795" y="784100"/>
        <a:ext cx="3211056" cy="1993740"/>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B7B108-A47A-4E22-9DEB-6495264494C8}">
      <dsp:nvSpPr>
        <dsp:cNvPr id="0" name=""/>
        <dsp:cNvSpPr/>
      </dsp:nvSpPr>
      <dsp:spPr>
        <a:xfrm>
          <a:off x="0" y="75977"/>
          <a:ext cx="4988440" cy="2502684"/>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0030" tIns="240030" rIns="240030" bIns="240030" numCol="1" spcCol="1270" anchor="ctr" anchorCtr="0">
          <a:noAutofit/>
        </a:bodyPr>
        <a:lstStyle/>
        <a:p>
          <a:pPr marL="0" lvl="0" indent="0" algn="l" defTabSz="2800350">
            <a:lnSpc>
              <a:spcPct val="90000"/>
            </a:lnSpc>
            <a:spcBef>
              <a:spcPct val="0"/>
            </a:spcBef>
            <a:spcAft>
              <a:spcPct val="35000"/>
            </a:spcAft>
            <a:buNone/>
          </a:pPr>
          <a:r>
            <a:rPr lang="en-NZ" sz="6300" kern="1200" dirty="0"/>
            <a:t>Yes! </a:t>
          </a:r>
          <a:endParaRPr lang="en-US" sz="6300" kern="1200" dirty="0"/>
        </a:p>
      </dsp:txBody>
      <dsp:txXfrm>
        <a:off x="122171" y="198148"/>
        <a:ext cx="4744098" cy="2258342"/>
      </dsp:txXfrm>
    </dsp:sp>
    <dsp:sp modelId="{5866DEB0-9E77-4179-A793-FA2080445E76}">
      <dsp:nvSpPr>
        <dsp:cNvPr id="0" name=""/>
        <dsp:cNvSpPr/>
      </dsp:nvSpPr>
      <dsp:spPr>
        <a:xfrm>
          <a:off x="0" y="2760102"/>
          <a:ext cx="4988440" cy="2502684"/>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0030" tIns="240030" rIns="240030" bIns="240030" numCol="1" spcCol="1270" anchor="ctr" anchorCtr="0">
          <a:noAutofit/>
        </a:bodyPr>
        <a:lstStyle/>
        <a:p>
          <a:pPr marL="0" lvl="0" indent="0" algn="l" defTabSz="2800350">
            <a:lnSpc>
              <a:spcPct val="90000"/>
            </a:lnSpc>
            <a:spcBef>
              <a:spcPct val="0"/>
            </a:spcBef>
            <a:spcAft>
              <a:spcPct val="35000"/>
            </a:spcAft>
            <a:buNone/>
          </a:pPr>
          <a:r>
            <a:rPr lang="en-US" sz="6300" kern="1200"/>
            <a:t>Allows User emuneration</a:t>
          </a:r>
        </a:p>
      </dsp:txBody>
      <dsp:txXfrm>
        <a:off x="122171" y="2882273"/>
        <a:ext cx="4744098" cy="2258342"/>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D47953-985F-41BA-B53D-6CB4A6E44BB6}">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ADCA1B-6F5D-4221-AFFC-6A68D64EDA72}">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 Answer: Yes</a:t>
          </a:r>
        </a:p>
      </dsp:txBody>
      <dsp:txXfrm>
        <a:off x="433546" y="784100"/>
        <a:ext cx="3211056" cy="1993740"/>
      </dsp:txXfrm>
    </dsp:sp>
    <dsp:sp modelId="{9B494503-58FD-4B33-809A-956567EB042D}">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2F24A5-5259-4480-A773-06ED4625A00A}">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Prevents brute-force and abuse.</a:t>
          </a:r>
        </a:p>
      </dsp:txBody>
      <dsp:txXfrm>
        <a:off x="4509795" y="784100"/>
        <a:ext cx="3211056" cy="1993740"/>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109CC5-C463-4233-8C15-974A554183D8}">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1B1802-14C6-4E3D-BEFD-B4D5C41BD8BE}">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 Answer: C</a:t>
          </a:r>
        </a:p>
      </dsp:txBody>
      <dsp:txXfrm>
        <a:off x="433546" y="784100"/>
        <a:ext cx="3211056" cy="1993740"/>
      </dsp:txXfrm>
    </dsp:sp>
    <dsp:sp modelId="{4288494C-E126-42F2-9FAA-5890F251B88F}">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17436B-2FF5-4407-8784-5F28C8930F94}">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Detection speed matters more than tool count.</a:t>
          </a:r>
        </a:p>
      </dsp:txBody>
      <dsp:txXfrm>
        <a:off x="4509795" y="784100"/>
        <a:ext cx="3211056" cy="1993740"/>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DA4236-0D8E-4E94-88D6-BEE4A7A35315}">
      <dsp:nvSpPr>
        <dsp:cNvPr id="0" name=""/>
        <dsp:cNvSpPr/>
      </dsp:nvSpPr>
      <dsp:spPr>
        <a:xfrm>
          <a:off x="0" y="53996"/>
          <a:ext cx="5175384" cy="2646393"/>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r>
            <a:rPr lang="en-US" sz="4700" kern="1200"/>
            <a:t>❌ Answer: No</a:t>
          </a:r>
        </a:p>
      </dsp:txBody>
      <dsp:txXfrm>
        <a:off x="129186" y="183182"/>
        <a:ext cx="4917012" cy="2388021"/>
      </dsp:txXfrm>
    </dsp:sp>
    <dsp:sp modelId="{C3011BA4-FA5F-4049-A8DA-0DC171D812DB}">
      <dsp:nvSpPr>
        <dsp:cNvPr id="0" name=""/>
        <dsp:cNvSpPr/>
      </dsp:nvSpPr>
      <dsp:spPr>
        <a:xfrm>
          <a:off x="0" y="2835750"/>
          <a:ext cx="5175384" cy="2646393"/>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r>
            <a:rPr lang="en-NZ" sz="4700" kern="1200" dirty="0"/>
            <a:t>Enables man-in-the-middle attacks.</a:t>
          </a:r>
          <a:endParaRPr lang="en-US" sz="4700" kern="1200" dirty="0"/>
        </a:p>
      </dsp:txBody>
      <dsp:txXfrm>
        <a:off x="129186" y="2964936"/>
        <a:ext cx="4917012" cy="2388021"/>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DA4236-0D8E-4E94-88D6-BEE4A7A35315}">
      <dsp:nvSpPr>
        <dsp:cNvPr id="0" name=""/>
        <dsp:cNvSpPr/>
      </dsp:nvSpPr>
      <dsp:spPr>
        <a:xfrm>
          <a:off x="0" y="521079"/>
          <a:ext cx="5175384" cy="216779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US" sz="5500" kern="1200"/>
            <a:t>❌ Answer: No</a:t>
          </a:r>
        </a:p>
      </dsp:txBody>
      <dsp:txXfrm>
        <a:off x="105823" y="626902"/>
        <a:ext cx="4963738" cy="1956144"/>
      </dsp:txXfrm>
    </dsp:sp>
    <dsp:sp modelId="{C3011BA4-FA5F-4049-A8DA-0DC171D812DB}">
      <dsp:nvSpPr>
        <dsp:cNvPr id="0" name=""/>
        <dsp:cNvSpPr/>
      </dsp:nvSpPr>
      <dsp:spPr>
        <a:xfrm>
          <a:off x="0" y="2847270"/>
          <a:ext cx="5175384" cy="216779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l" defTabSz="2444750">
            <a:lnSpc>
              <a:spcPct val="90000"/>
            </a:lnSpc>
            <a:spcBef>
              <a:spcPct val="0"/>
            </a:spcBef>
            <a:spcAft>
              <a:spcPct val="35000"/>
            </a:spcAft>
            <a:buNone/>
          </a:pPr>
          <a:r>
            <a:rPr lang="en-US" sz="5500" kern="1200"/>
            <a:t>Security is socio-technical.</a:t>
          </a:r>
        </a:p>
      </dsp:txBody>
      <dsp:txXfrm>
        <a:off x="105823" y="2953093"/>
        <a:ext cx="4963738" cy="1956144"/>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D3E81C-9ADC-49CE-85A7-A6D3568A41DF}">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1940E17-907F-4D1A-98E1-541E7F9F5AE4}">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 Answer: D</a:t>
          </a:r>
        </a:p>
      </dsp:txBody>
      <dsp:txXfrm>
        <a:off x="433546" y="784100"/>
        <a:ext cx="3211056" cy="1993740"/>
      </dsp:txXfrm>
    </dsp:sp>
    <dsp:sp modelId="{D7DFBE60-7979-44DF-887A-953FE951E9D4}">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D76C6F1-5ECE-46C1-833B-0E787315979D}">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They reduce uncertainty and risk.</a:t>
          </a:r>
        </a:p>
      </dsp:txBody>
      <dsp:txXfrm>
        <a:off x="4509795" y="784100"/>
        <a:ext cx="3211056" cy="1993740"/>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C562B1-33DC-4203-A095-38EC1C30B9C6}">
      <dsp:nvSpPr>
        <dsp:cNvPr id="0" name=""/>
        <dsp:cNvSpPr/>
      </dsp:nvSpPr>
      <dsp:spPr>
        <a:xfrm>
          <a:off x="0" y="693454"/>
          <a:ext cx="4988440" cy="1906807"/>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NZ" sz="4800" kern="1200"/>
            <a:t>Yes! </a:t>
          </a:r>
          <a:endParaRPr lang="en-US" sz="4800" kern="1200"/>
        </a:p>
      </dsp:txBody>
      <dsp:txXfrm>
        <a:off x="93083" y="786537"/>
        <a:ext cx="4802274" cy="1720641"/>
      </dsp:txXfrm>
    </dsp:sp>
    <dsp:sp modelId="{7A539C67-5E23-41B8-BB4A-A16B50594B51}">
      <dsp:nvSpPr>
        <dsp:cNvPr id="0" name=""/>
        <dsp:cNvSpPr/>
      </dsp:nvSpPr>
      <dsp:spPr>
        <a:xfrm>
          <a:off x="0" y="2738502"/>
          <a:ext cx="4988440" cy="1906807"/>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dirty="0"/>
            <a:t>The system works but is unsafe.</a:t>
          </a:r>
        </a:p>
      </dsp:txBody>
      <dsp:txXfrm>
        <a:off x="93083" y="2831585"/>
        <a:ext cx="4802274" cy="1720641"/>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B8AE7F-B4F0-40E5-9232-90C6DAD13D25}">
      <dsp:nvSpPr>
        <dsp:cNvPr id="0" name=""/>
        <dsp:cNvSpPr/>
      </dsp:nvSpPr>
      <dsp:spPr>
        <a:xfrm>
          <a:off x="0" y="154470"/>
          <a:ext cx="5175384" cy="252720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ctr" anchorCtr="0">
          <a:noAutofit/>
        </a:bodyPr>
        <a:lstStyle/>
        <a:p>
          <a:pPr marL="0" lvl="0" indent="0" algn="l" defTabSz="2667000">
            <a:lnSpc>
              <a:spcPct val="90000"/>
            </a:lnSpc>
            <a:spcBef>
              <a:spcPct val="0"/>
            </a:spcBef>
            <a:spcAft>
              <a:spcPct val="35000"/>
            </a:spcAft>
            <a:buNone/>
          </a:pPr>
          <a:r>
            <a:rPr lang="en-US" sz="6000" kern="1200"/>
            <a:t>❌ Answer: No</a:t>
          </a:r>
        </a:p>
      </dsp:txBody>
      <dsp:txXfrm>
        <a:off x="123368" y="277838"/>
        <a:ext cx="4928648" cy="2280464"/>
      </dsp:txXfrm>
    </dsp:sp>
    <dsp:sp modelId="{3AB2D230-7688-435D-9085-D78425C97A72}">
      <dsp:nvSpPr>
        <dsp:cNvPr id="0" name=""/>
        <dsp:cNvSpPr/>
      </dsp:nvSpPr>
      <dsp:spPr>
        <a:xfrm>
          <a:off x="0" y="2854470"/>
          <a:ext cx="5175384" cy="252720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ctr" anchorCtr="0">
          <a:noAutofit/>
        </a:bodyPr>
        <a:lstStyle/>
        <a:p>
          <a:pPr marL="0" lvl="0" indent="0" algn="l" defTabSz="2667000">
            <a:lnSpc>
              <a:spcPct val="90000"/>
            </a:lnSpc>
            <a:spcBef>
              <a:spcPct val="0"/>
            </a:spcBef>
            <a:spcAft>
              <a:spcPct val="35000"/>
            </a:spcAft>
            <a:buNone/>
          </a:pPr>
          <a:r>
            <a:rPr lang="en-US" sz="6000" kern="1200"/>
            <a:t>Security raises attacker cost.</a:t>
          </a:r>
        </a:p>
      </dsp:txBody>
      <dsp:txXfrm>
        <a:off x="123368" y="2977838"/>
        <a:ext cx="4928648" cy="2280464"/>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C2252-DC0A-43A7-B1CD-3AB6E2B1AB71}">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4E104C7-504E-4226-9FAD-C950838C807E}">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 Answer: B</a:t>
          </a:r>
        </a:p>
      </dsp:txBody>
      <dsp:txXfrm>
        <a:off x="433546" y="784100"/>
        <a:ext cx="3211056" cy="1993740"/>
      </dsp:txXfrm>
    </dsp:sp>
    <dsp:sp modelId="{38EF83DC-E96D-4E7F-83EA-63B018C2BC3E}">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0278B0A-705F-463F-A6DD-C40187F051A2}">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Threat modeling prevents whole classes of bugs.</a:t>
          </a:r>
        </a:p>
      </dsp:txBody>
      <dsp:txXfrm>
        <a:off x="4509795" y="784100"/>
        <a:ext cx="3211056" cy="1993740"/>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71EF8D-182B-48B5-86B6-8A17692EB708}">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705B68-7269-449C-A84F-BEEDFCDFB9AD}">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6690" tIns="186690" rIns="186690" bIns="186690" numCol="1" spcCol="1270" anchor="ctr" anchorCtr="0">
          <a:noAutofit/>
        </a:bodyPr>
        <a:lstStyle/>
        <a:p>
          <a:pPr marL="0" lvl="0" indent="0" algn="ctr" defTabSz="2178050">
            <a:lnSpc>
              <a:spcPct val="90000"/>
            </a:lnSpc>
            <a:spcBef>
              <a:spcPct val="0"/>
            </a:spcBef>
            <a:spcAft>
              <a:spcPct val="35000"/>
            </a:spcAft>
            <a:buNone/>
          </a:pPr>
          <a:r>
            <a:rPr lang="en-US" sz="4900" kern="1200"/>
            <a:t>✅ Answer: D</a:t>
          </a:r>
        </a:p>
      </dsp:txBody>
      <dsp:txXfrm>
        <a:off x="433546" y="784100"/>
        <a:ext cx="3211056" cy="1993740"/>
      </dsp:txXfrm>
    </dsp:sp>
    <dsp:sp modelId="{768B4E62-F06F-4E6A-8068-C333ACD87AA4}">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C83DD9-7F75-4E17-A212-663F6ED5B051}">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6690" tIns="186690" rIns="186690" bIns="186690" numCol="1" spcCol="1270" anchor="ctr" anchorCtr="0">
          <a:noAutofit/>
        </a:bodyPr>
        <a:lstStyle/>
        <a:p>
          <a:pPr marL="0" lvl="0" indent="0" algn="ctr" defTabSz="2178050">
            <a:lnSpc>
              <a:spcPct val="90000"/>
            </a:lnSpc>
            <a:spcBef>
              <a:spcPct val="0"/>
            </a:spcBef>
            <a:spcAft>
              <a:spcPct val="35000"/>
            </a:spcAft>
            <a:buNone/>
          </a:pPr>
          <a:r>
            <a:rPr lang="en-US" sz="4900" kern="1200"/>
            <a:t>Security is contextual.</a:t>
          </a:r>
        </a:p>
      </dsp:txBody>
      <dsp:txXfrm>
        <a:off x="4509795" y="784100"/>
        <a:ext cx="3211056" cy="1993740"/>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798954-DABC-4FA7-9B9C-A6666F0ECACF}">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EC20C7-74F2-44FC-B948-180191C9A3CF}">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 Answer: C</a:t>
          </a:r>
        </a:p>
      </dsp:txBody>
      <dsp:txXfrm>
        <a:off x="433546" y="784100"/>
        <a:ext cx="3211056" cy="1993740"/>
      </dsp:txXfrm>
    </dsp:sp>
    <dsp:sp modelId="{BF52CBAE-66F4-44C9-B10C-27F611936078}">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0D19ED-D6E6-4406-9336-AD59325EE0C3}">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Design for detection and recovery.</a:t>
          </a:r>
        </a:p>
      </dsp:txBody>
      <dsp:txXfrm>
        <a:off x="4509795" y="784100"/>
        <a:ext cx="3211056" cy="1993740"/>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BDB4F8-46E4-413D-BE17-B9F349C7ECBB}">
      <dsp:nvSpPr>
        <dsp:cNvPr id="0" name=""/>
        <dsp:cNvSpPr/>
      </dsp:nvSpPr>
      <dsp:spPr>
        <a:xfrm>
          <a:off x="0" y="847914"/>
          <a:ext cx="5175384" cy="1852475"/>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r>
            <a:rPr lang="en-US" sz="4700" kern="1200"/>
            <a:t>❌ Answer: No</a:t>
          </a:r>
        </a:p>
      </dsp:txBody>
      <dsp:txXfrm>
        <a:off x="90430" y="938344"/>
        <a:ext cx="4994524" cy="1671615"/>
      </dsp:txXfrm>
    </dsp:sp>
    <dsp:sp modelId="{00427743-26CB-4D18-8F5F-701E3D3B7542}">
      <dsp:nvSpPr>
        <dsp:cNvPr id="0" name=""/>
        <dsp:cNvSpPr/>
      </dsp:nvSpPr>
      <dsp:spPr>
        <a:xfrm>
          <a:off x="0" y="2835750"/>
          <a:ext cx="5175384" cy="1852475"/>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r>
            <a:rPr lang="en-US" sz="4700" kern="1200"/>
            <a:t>Only risk reduction is possible.</a:t>
          </a:r>
        </a:p>
      </dsp:txBody>
      <dsp:txXfrm>
        <a:off x="90430" y="2926180"/>
        <a:ext cx="4994524" cy="1671615"/>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BDB4F8-46E4-413D-BE17-B9F349C7ECBB}">
      <dsp:nvSpPr>
        <dsp:cNvPr id="0" name=""/>
        <dsp:cNvSpPr/>
      </dsp:nvSpPr>
      <dsp:spPr>
        <a:xfrm>
          <a:off x="0" y="53996"/>
          <a:ext cx="5175384" cy="2646393"/>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r>
            <a:rPr lang="en-US" sz="4700" kern="1200"/>
            <a:t>❌ Answer: No</a:t>
          </a:r>
        </a:p>
      </dsp:txBody>
      <dsp:txXfrm>
        <a:off x="129186" y="183182"/>
        <a:ext cx="4917012" cy="2388021"/>
      </dsp:txXfrm>
    </dsp:sp>
    <dsp:sp modelId="{00427743-26CB-4D18-8F5F-701E3D3B7542}">
      <dsp:nvSpPr>
        <dsp:cNvPr id="0" name=""/>
        <dsp:cNvSpPr/>
      </dsp:nvSpPr>
      <dsp:spPr>
        <a:xfrm>
          <a:off x="0" y="2835750"/>
          <a:ext cx="5175384" cy="2646393"/>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r>
            <a:rPr lang="en-US" sz="4700" kern="1200" dirty="0"/>
            <a:t>Low severity issues can chain together.</a:t>
          </a:r>
        </a:p>
      </dsp:txBody>
      <dsp:txXfrm>
        <a:off x="129186" y="2964936"/>
        <a:ext cx="4917012" cy="2388021"/>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843F61-EBCB-4839-A627-903CCC7CE1F7}">
      <dsp:nvSpPr>
        <dsp:cNvPr id="0" name=""/>
        <dsp:cNvSpPr/>
      </dsp:nvSpPr>
      <dsp:spPr>
        <a:xfrm>
          <a:off x="950"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964B45-297A-4A36-AB55-4342A546FE37}">
      <dsp:nvSpPr>
        <dsp:cNvPr id="0" name=""/>
        <dsp:cNvSpPr/>
      </dsp:nvSpPr>
      <dsp:spPr>
        <a:xfrm>
          <a:off x="371518"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 Answer: C</a:t>
          </a:r>
        </a:p>
      </dsp:txBody>
      <dsp:txXfrm>
        <a:off x="433546" y="784100"/>
        <a:ext cx="3211056" cy="1993740"/>
      </dsp:txXfrm>
    </dsp:sp>
    <dsp:sp modelId="{75B676C7-4AE9-4374-AA72-2EAE0FBEB863}">
      <dsp:nvSpPr>
        <dsp:cNvPr id="0" name=""/>
        <dsp:cNvSpPr/>
      </dsp:nvSpPr>
      <dsp:spPr>
        <a:xfrm>
          <a:off x="4077199" y="370032"/>
          <a:ext cx="3335112" cy="21177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9A1649-C1E8-4ECA-A9B4-C4D1A5C58135}">
      <dsp:nvSpPr>
        <dsp:cNvPr id="0" name=""/>
        <dsp:cNvSpPr/>
      </dsp:nvSpPr>
      <dsp:spPr>
        <a:xfrm>
          <a:off x="4447767" y="722072"/>
          <a:ext cx="3335112" cy="211779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Security is continuous risk management.</a:t>
          </a:r>
        </a:p>
      </dsp:txBody>
      <dsp:txXfrm>
        <a:off x="4509795" y="784100"/>
        <a:ext cx="3211056" cy="199374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F31A42-740D-4248-B003-F6EF0C57FC73}" type="datetimeFigureOut">
              <a:rPr lang="en-NZ" smtClean="0"/>
              <a:t>29/01/2026</a:t>
            </a:fld>
            <a:endParaRPr lang="en-NZ"/>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43C872-6BE8-4AA5-B137-2E076A2635D3}" type="slidenum">
              <a:rPr lang="en-NZ" smtClean="0"/>
              <a:t>‹#›</a:t>
            </a:fld>
            <a:endParaRPr lang="en-NZ"/>
          </a:p>
        </p:txBody>
      </p:sp>
    </p:spTree>
    <p:extLst>
      <p:ext uri="{BB962C8B-B14F-4D97-AF65-F5344CB8AC3E}">
        <p14:creationId xmlns:p14="http://schemas.microsoft.com/office/powerpoint/2010/main" val="1887532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security.stackexchange.com/questions/1687/does-hashing-a-file-from-an-unsigned-website-give-a-false-sense-of-security#:~:text="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cheatsheetseries.owasp.org/cheatsheets/Web_Service_Security_Cheat_Sheet.html#:~:text=Rule%3A%20Messages%20containing%20sensitive%20data,transport%20encryption%20or%20message%20encryption"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ages.nist.gov/800-63-4/sp800-63b.html#:~:text=Verifiers%20SHALL%20store%20passwords%20in,The%20chosen%20cost%20factor"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stackoverflow.com/questions/1746369/is-forcing-complex-passwords-more-important-than-salting#:~:text=The%20point%20of%20a%20salt,generate%20a%20new%20random%20salt"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blog.talosintelligence.com/state-of-the-art-phishing-mfa-bypass/#:~:text=%2A%20Cybercriminals%20are%20bypassing%20multi,intercepting%20credentials%20and%20authentication%20cookies"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www.rsa.com/resources/blog/multi-factor-authentication/beware-mfa-fatigue/#:~:text=MFA%20fatigue%20is%20a%20type,%E2%80%9D"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owasp.org/www-project-top-10-infrastructure-security-risks/docs/2024/ISR05_2024-Insecure_Use_of_Cryptography#:~:text=recommendations,%E2%80%9CDon%E2%80%99t%20roll%20your%20own%20crypto%21%E2%80%9D"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www.infosecinstitute.com/resources/cryptography/the-dangers-of-rolling-your-own-encryption/#:~:text=%E2%80%9CThe%20take,brewed%20encryption%20schemes.%E2%80%9D"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huntress.com/cybersecurity-101/topic/rainbow-table-defined#:~:text=Rainbow%20tables%20are%20particularly%20effective,original%20password%20behind%20a%20hash"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packetlabs.net/posts/the-security-through-obscurity-debate/#:~:text=security%20through%20obscurity%20has%20been,code%20and%20look%20for%20weaknesses"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www.packetlabs.net/posts/the-security-through-obscurity-debate/#:~:text=,level%20instructions%20or%20machine%20code"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portswigger.net/web-security/logic-flaws#:~:text=Logic%20flaws%20are%20often%20invisible,ways%20that%20developers%20never%20intended"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portswigger.net/web-security/logic-flaws#:~:text=Logic,and%20manual%20testers%20in%20general"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manageengine.com/patch-management/risks-of-delayed-patching.html#:~:text=Delaying%20a%20patch%20doesn%27t%20just,risks%20associated%20with%20delaying%20patches"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kiuwan.com/blog/why-open-source-six-major-advantages-from-a-security-perspective/#:~:text=A%20good%20quote%20to%20remember,as%20Linus%E2%80%99s%20Law%2C%20he%20said"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www.kiuwan.com/blog/why-open-source-six-major-advantages-from-a-security-perspective/#:~:text=Thanks%20to%20open%20source%20communities%2C,you%E2%80%99ll%20find%20a%20quick%20fix"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packetlabs.net/posts/the-security-through-obscurity-debate/#:~:text=True%20security%20is%20achieved%20through,monitoring%2C%20and%20internal%20auditing%20efforts"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security.stackexchange.com/questions/74729/sql-injection-solutions#:~:text=In%20order%20to%20properly%20secure,the%20language%20you%20are%20using"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cwe.mitre.org/data/definitions/602.html#:~:text=For%20any%20security%20checks%20that,be%20submitted%20to%20the%20server"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onlinects.com/2024/10/21/businesses-of-any-size-are-vulnerable-to-cyberattacks/#:~:text=ImageCurrently%2C%20no%20business%20is%20immune,in%20many%20cases%2C%20even%20the"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blacksmithinfosec.com/why-security-culture-beats-security-tools-and-makes-them-worth-what-you-paid/#:~:text=%3E%20,a%20human%20system"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s://blacksmithinfosec.com/why-security-culture-beats-security-tools-and-makes-them-worth-what-you-paid/#:~:text=Security%20culture%20beats%20security%20tools,will%20almost%20always%20outperform%20it" TargetMode="Externa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owasp.org/www-community/vulnerabilities/Use_of_hard-coded_password#:~:text=The%20use%20of%20a%20hard,possibility%20of%20password%20guessing%20tremendously"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owasp.org/www-community/vulnerabilities/Use_of_hard-coded_password#:~:text=In%20systems%20which%20authenticate%20with,a%20binary%20is%20exceedingly%20simple" TargetMode="Externa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blog.barracuda.com/2025/08/01/encryption-cryptography-difference#:~:text=Where%20the%20difference%20matters%20is,issues%20with%20integrity%20or%20authenticity"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opal.dev/glossary/authentication-(authn)#:~:text=Authentication%20answers%20the%20question%3A%20Who,am%20I"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microsoft.com/en-nz/security/business/security-101/what-is-insider-threat#:~:text=Insider%20risks%20are%20trickier%20to,organizations%20better%20protect%20valuable%20assets"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linkedin.com/posts/castlerockmanageditservicescompany_itmyths-cybersecurity-layeredsecurity-activity-7396472754465808384-upKr#:~:text=%E2%9D%8C%20Myth%3A%20%E2%80%9CAntivirus%20is%20enough,ITMyths%20%20%2016"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cheatsheetseries.owasp.org/cheatsheets/Logging_Cheat_Sheet.html#:~:text=needed%20to%20track%20session%20specific,or%20payment%20card%20holder%20data"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owasp.org/www-community/controls/Least_Privilege_Principle#:~:text=The%20primary%20goal%20of%20PoLP,radius%E2%80%9D%20of%20a%20security%20breach"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s://owasp.org/www-community/controls/Least_Privilege_Principle#:~:text=,access%20critical%20data%20or%20systems" TargetMode="Externa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teleco.ca/debunking-cybersecurity-myths-a-fresh-start-for-2025/#:~:text=Myth%207%3A%20%E2%80%9CWe%E2%80%99ve%20Never%20Been,Our%20Security%20Must%20Be%20Strong%E2%80%9D"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medium.com/@chinazaObidike/your-firewall-cant-save-you-the-silent-crisis-in-api-security-10b8f18a70f6#:~:text=If%20you%20think%20your%20web,the%20front%20door%20wide%20open"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owasp.org/Top10/2025/A03_2025-Software_Supply_Chain_Failures/#:~:text=Software%20supply%20chain%20failures%20are,that%20the%20system%20relies%20on"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falconfeeds.io/blogs/zero-noise-attacks-silent-tactics-threat-actors#:~:text=The%20data%20exfiltration%20phase%20of,batches%20over%20an%20extended%20period"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stackoverflow.com/questions/3655516/does-encryption-guarantee-integrity#:~:text=If%20you%20change%20any%20bit,no%20way%20to%20detect%20this"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www.mimecast.com/blog/verizon-60-of-breaches-involve-human-error/#:~:text=The%202025%20Verizon%20Data%20Breach,Risk%20Management%20no%20longer%20works"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usa.kaspersky.com/resource-center/threats/ip-spoofing#:~:text=In%20IP%20spoofing%2C%20a%20hacker,no%20external%20signs%20of%20tampering"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sp6.io/blog/ransomware-assessments-vs-penetration-testing/#:~:text=,time"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www.paloaltonetworks.com/perspectives/why-resilience-not-prevention-should-be-your-cybersecurity-goal/#:~:text=Third%2C%20resilience%20doesn%E2%80%99t%20mean%20you,Resilience%20doesn%E2%80%99t%20replace"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devguide.owasp.org/en/02-foundations/03-security-principles/#:~:text=Secure%20by%20default%20means%20that,of%20the%20system"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www.onelogin.com/blog/user-enumeration-attacks-what-you-need-to-know#:~:text=User%20enumeration%20provides%20crucial%20information,users%20exist%20in%20a%20system"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www.radware.com/cyberpedia/bot-management/rate-limiting/#:~:text=2.%20Brute%20force%20attacks%20,attackers%20to%20guess%20valid%20credentials"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www.splunk.com/en_us/blog/learn/mean-time-to-detect-mttd.html#:~:text=Why%20is%20MTTD%20important%3F"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stackoverflow.com/questions/8280902/the-danger-of-disabling-certificate-validation-in-java#:~:text=So%20that%27s%20that,middle%20attacks"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navvia.com/blog/exploring-the-human-factors-in-cyber-security#:~:text=The%20human%20factor%20is%20a,digital%20systems%2C%20networks%2C%20and%20data"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www.studocu.com/row/document/rift-valley-university/computer-science/secure-coding-standard/29743514#:~:text=implementing%20these%20coding%20standards%20throughout,information%20due%20to%20software%20vulnerabilities"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portswigger.net/web-security/logic-flaws#:~:text=Logic%20flaws%20are%20often%20invisible,ways%20that%20developers%20never%20intended"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medium.com/@nashamsee/secure-enough-if-the-cost-of-an-attack-is-higher-than-the-benefit-14ba30a9cf4a#:~:text=1,are%20rational" TargetMode="External"/><Relationship Id="rId2" Type="http://schemas.openxmlformats.org/officeDocument/2006/relationships/slide" Target="../slides/slide39.xml"/><Relationship Id="rId1" Type="http://schemas.openxmlformats.org/officeDocument/2006/relationships/notesMaster" Target="../notesMasters/notesMaster1.xml"/><Relationship Id="rId4" Type="http://schemas.openxmlformats.org/officeDocument/2006/relationships/hyperlink" Target="https://medium.com/@nashamsee/secure-enough-if-the-cost-of-an-attack-is-higher-than-the-benefit-14ba30a9cf4a#:~:text=Cybersecurity%20isn%E2%80%99t%20about%20making%20systems,look%20for%20weaker%2C%20unprotected%20alternatives" TargetMode="Externa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www.isaca.org/resources/news-and-trends/isaca-now-blog/2025/threat-modeling-equals-proactive-security#:~:text=That%20is%20where%20threat%20modeling,world%20attacks"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www.netsurion.com/articles/the-assume-breach-paradigm#:~:text=With%20Assume%20Breach%2C%20security%20focus,identifying%20and%20addressing%20gaps%20in"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safe.security/resources/blog/developing-an-effective-third-party-risk-management-policy/#:~:text=compliance%20to%20risk%20also%20means,business%20value%20the%20vendor%20provides"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www.praetorian.com/blog/multi-step-attack-vectors/#:~:text=CSRF%20tokens%20and%20then%20use,never%20knows%20that%20anything%E2%80%99s%20wrong" TargetMode="External"/><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www.paramify.com/blog/risk-vs-compliance#:~:text=Continuous%20Security"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HTTPS (TLS) only secures data while it is being transmitted between client and server, but it does not protect everything in an application. Once data reaches the server, its security depends on the server’s own protections. Attackers can still exploit vulnerabilities in the server, database, or application logic even if HTTPS is used. In other words, HTTPS is necessary for protecting in-transit data but is not a complete security solution. As one security expert explains, “HTTPS only protects data in transit between your client and the site. It doesn’t tell you anything about the files that are served by the site”</a:t>
            </a:r>
            <a:r>
              <a:rPr lang="en-NZ" sz="1200" kern="1200" dirty="0">
                <a:solidFill>
                  <a:schemeClr val="tx1"/>
                </a:solidFill>
                <a:effectLst/>
                <a:latin typeface="+mn-lt"/>
                <a:ea typeface="+mn-ea"/>
                <a:cs typeface="+mn-cs"/>
                <a:hlinkClick r:id="rId3"/>
              </a:rPr>
              <a:t>[1]</a:t>
            </a:r>
            <a:r>
              <a:rPr lang="en-NZ" sz="1200" kern="1200" dirty="0">
                <a:solidFill>
                  <a:schemeClr val="tx1"/>
                </a:solidFill>
                <a:effectLst/>
                <a:latin typeface="+mn-lt"/>
                <a:ea typeface="+mn-ea"/>
                <a:cs typeface="+mn-cs"/>
              </a:rPr>
              <a:t>. OWASP similarly notes that sensitive data often needs end-to-end protection beyond just transport encryption</a:t>
            </a:r>
            <a:r>
              <a:rPr lang="en-NZ" sz="1200" kern="1200" dirty="0">
                <a:solidFill>
                  <a:schemeClr val="tx1"/>
                </a:solidFill>
                <a:effectLst/>
                <a:latin typeface="+mn-lt"/>
                <a:ea typeface="+mn-ea"/>
                <a:cs typeface="+mn-cs"/>
                <a:hlinkClick r:id="rId4"/>
              </a:rPr>
              <a:t>[2]</a:t>
            </a:r>
            <a:r>
              <a:rPr lang="en-NZ" sz="1200" kern="1200" dirty="0">
                <a:solidFill>
                  <a:schemeClr val="tx1"/>
                </a:solidFill>
                <a:effectLst/>
                <a:latin typeface="+mn-lt"/>
                <a:ea typeface="+mn-ea"/>
                <a:cs typeface="+mn-cs"/>
              </a:rPr>
              <a:t>. In practice, this means we layer </a:t>
            </a:r>
            <a:r>
              <a:rPr lang="en-NZ" sz="1200" kern="1200" dirty="0" err="1">
                <a:solidFill>
                  <a:schemeClr val="tx1"/>
                </a:solidFill>
                <a:effectLst/>
                <a:latin typeface="+mn-lt"/>
                <a:ea typeface="+mn-ea"/>
                <a:cs typeface="+mn-cs"/>
              </a:rPr>
              <a:t>defenses</a:t>
            </a:r>
            <a:r>
              <a:rPr lang="en-NZ" sz="1200" kern="1200" dirty="0">
                <a:solidFill>
                  <a:schemeClr val="tx1"/>
                </a:solidFill>
                <a:effectLst/>
                <a:latin typeface="+mn-lt"/>
                <a:ea typeface="+mn-ea"/>
                <a:cs typeface="+mn-cs"/>
              </a:rPr>
              <a:t>: use HTTPS for confidentiality in transit, </a:t>
            </a:r>
            <a:r>
              <a:rPr lang="en-NZ" sz="1200" b="1" kern="1200" dirty="0">
                <a:solidFill>
                  <a:schemeClr val="tx1"/>
                </a:solidFill>
                <a:effectLst/>
                <a:latin typeface="+mn-lt"/>
                <a:ea typeface="+mn-ea"/>
                <a:cs typeface="+mn-cs"/>
              </a:rPr>
              <a:t>and</a:t>
            </a:r>
            <a:r>
              <a:rPr lang="en-NZ" sz="1200" kern="1200" dirty="0">
                <a:solidFill>
                  <a:schemeClr val="tx1"/>
                </a:solidFill>
                <a:effectLst/>
                <a:latin typeface="+mn-lt"/>
                <a:ea typeface="+mn-ea"/>
                <a:cs typeface="+mn-cs"/>
              </a:rPr>
              <a:t> also harden servers, encrypt data at rest, validate input on the server, and apply other controls.</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1</a:t>
            </a:fld>
            <a:endParaRPr lang="en-NZ"/>
          </a:p>
        </p:txBody>
      </p:sp>
    </p:spTree>
    <p:extLst>
      <p:ext uri="{BB962C8B-B14F-4D97-AF65-F5344CB8AC3E}">
        <p14:creationId xmlns:p14="http://schemas.microsoft.com/office/powerpoint/2010/main" val="649802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The way passwords are stored and protected in a system is more critical than imposing strict complexity rules on them. A weakly protected password is vulnerable even if it is long or complex. Best practice is to use strong cryptographic hashing with unique salts and algorithmic stretching. For example, NIST’s guidelines mandate that systems must store passwords in a form “resistant to offline attacks,” specifically by salting and hashing them so that “each password guess is more expensive” for an attacker</a:t>
            </a:r>
            <a:r>
              <a:rPr lang="en-NZ" sz="1200" kern="1200" dirty="0">
                <a:solidFill>
                  <a:schemeClr val="tx1"/>
                </a:solidFill>
                <a:effectLst/>
                <a:latin typeface="+mn-lt"/>
                <a:ea typeface="+mn-ea"/>
                <a:cs typeface="+mn-cs"/>
                <a:hlinkClick r:id="rId3"/>
              </a:rPr>
              <a:t>[3]</a:t>
            </a:r>
            <a:r>
              <a:rPr lang="en-NZ" sz="1200" kern="1200" dirty="0">
                <a:solidFill>
                  <a:schemeClr val="tx1"/>
                </a:solidFill>
                <a:effectLst/>
                <a:latin typeface="+mn-lt"/>
                <a:ea typeface="+mn-ea"/>
                <a:cs typeface="+mn-cs"/>
              </a:rPr>
              <a:t>. As one security expert put it, the point of a salt is to force attackers to compute fresh dictionaries for each password, making an offline attack much harder. In fact, it is “fundamental” to use salts and then require users to choose the strongest password they will tolerate</a:t>
            </a:r>
            <a:r>
              <a:rPr lang="en-NZ" sz="1200" kern="1200" dirty="0">
                <a:solidFill>
                  <a:schemeClr val="tx1"/>
                </a:solidFill>
                <a:effectLst/>
                <a:latin typeface="+mn-lt"/>
                <a:ea typeface="+mn-ea"/>
                <a:cs typeface="+mn-cs"/>
                <a:hlinkClick r:id="rId4"/>
              </a:rPr>
              <a:t>[4]</a:t>
            </a:r>
            <a:r>
              <a:rPr lang="en-NZ" sz="1200" kern="1200" dirty="0">
                <a:solidFill>
                  <a:schemeClr val="tx1"/>
                </a:solidFill>
                <a:effectLst/>
                <a:latin typeface="+mn-lt"/>
                <a:ea typeface="+mn-ea"/>
                <a:cs typeface="+mn-cs"/>
              </a:rPr>
              <a:t>. In short, even a complex password can be quickly cracked if stored insecurely (for example, with a fast unsalted hash), whereas proper hashing and salting greatly mitigate the damage of a password database leak.</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2</a:t>
            </a:fld>
            <a:endParaRPr lang="en-NZ"/>
          </a:p>
        </p:txBody>
      </p:sp>
    </p:spTree>
    <p:extLst>
      <p:ext uri="{BB962C8B-B14F-4D97-AF65-F5344CB8AC3E}">
        <p14:creationId xmlns:p14="http://schemas.microsoft.com/office/powerpoint/2010/main" val="953407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Multi-factor authentication (MFA) is a very effective security control, but it is not infallible. It certainly raises the bar for attackers by requiring an extra factor (like a text code or app prompt) in addition to a password. However, skilled attackers can bypass MFA under certain circumstances. For example, they may use advanced phishing techniques or man-in-the-middle (reverse proxy) tools to intercept one-time codes or session tokens</a:t>
            </a:r>
            <a:r>
              <a:rPr lang="en-NZ" sz="1200" kern="1200" dirty="0">
                <a:solidFill>
                  <a:schemeClr val="tx1"/>
                </a:solidFill>
                <a:effectLst/>
                <a:latin typeface="+mn-lt"/>
                <a:ea typeface="+mn-ea"/>
                <a:cs typeface="+mn-cs"/>
                <a:hlinkClick r:id="rId3"/>
              </a:rPr>
              <a:t>[5]</a:t>
            </a:r>
            <a:r>
              <a:rPr lang="en-NZ" sz="1200" kern="1200" dirty="0">
                <a:solidFill>
                  <a:schemeClr val="tx1"/>
                </a:solidFill>
                <a:effectLst/>
                <a:latin typeface="+mn-lt"/>
                <a:ea typeface="+mn-ea"/>
                <a:cs typeface="+mn-cs"/>
              </a:rPr>
              <a:t>. Newer attacks like “MFA fatigue” send a barrage of push requests to a user until they approve one out of annoyance</a:t>
            </a:r>
            <a:r>
              <a:rPr lang="en-NZ" sz="1200" kern="1200" dirty="0">
                <a:solidFill>
                  <a:schemeClr val="tx1"/>
                </a:solidFill>
                <a:effectLst/>
                <a:latin typeface="+mn-lt"/>
                <a:ea typeface="+mn-ea"/>
                <a:cs typeface="+mn-cs"/>
                <a:hlinkClick r:id="rId4"/>
              </a:rPr>
              <a:t>[6]</a:t>
            </a:r>
            <a:r>
              <a:rPr lang="en-NZ" sz="1200" kern="1200" dirty="0">
                <a:solidFill>
                  <a:schemeClr val="tx1"/>
                </a:solidFill>
                <a:effectLst/>
                <a:latin typeface="+mn-lt"/>
                <a:ea typeface="+mn-ea"/>
                <a:cs typeface="+mn-cs"/>
              </a:rPr>
              <a:t>. In practice, this means that MFA should be one layer in a </a:t>
            </a:r>
            <a:r>
              <a:rPr lang="en-NZ" sz="1200" kern="1200" dirty="0" err="1">
                <a:solidFill>
                  <a:schemeClr val="tx1"/>
                </a:solidFill>
                <a:effectLst/>
                <a:latin typeface="+mn-lt"/>
                <a:ea typeface="+mn-ea"/>
                <a:cs typeface="+mn-cs"/>
              </a:rPr>
              <a:t>defense</a:t>
            </a:r>
            <a:r>
              <a:rPr lang="en-NZ" sz="1200" kern="1200" dirty="0">
                <a:solidFill>
                  <a:schemeClr val="tx1"/>
                </a:solidFill>
                <a:effectLst/>
                <a:latin typeface="+mn-lt"/>
                <a:ea typeface="+mn-ea"/>
                <a:cs typeface="+mn-cs"/>
              </a:rPr>
              <a:t> strategy: it greatly reduces risk, but organizations must also monitor for suspicious activity, use detection systems, and have backup methods in case MFA is compromised. As security researchers observe, attackers have developed ways to bypass MFA by intercepting credentials and cookies even after a one-time code is entered</a:t>
            </a:r>
            <a:r>
              <a:rPr lang="en-NZ" sz="1200" kern="1200" dirty="0">
                <a:solidFill>
                  <a:schemeClr val="tx1"/>
                </a:solidFill>
                <a:effectLst/>
                <a:latin typeface="+mn-lt"/>
                <a:ea typeface="+mn-ea"/>
                <a:cs typeface="+mn-cs"/>
                <a:hlinkClick r:id="rId3"/>
              </a:rPr>
              <a:t>[5]</a:t>
            </a:r>
            <a:r>
              <a:rPr lang="en-NZ" sz="1200" kern="1200" dirty="0">
                <a:solidFill>
                  <a:schemeClr val="tx1"/>
                </a:solidFill>
                <a:effectLst/>
                <a:latin typeface="+mn-lt"/>
                <a:ea typeface="+mn-ea"/>
                <a:cs typeface="+mn-cs"/>
              </a:rPr>
              <a:t>, so MFA lowers risk but is not a “set-it-and-forget-it” solution.</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3</a:t>
            </a:fld>
            <a:endParaRPr lang="en-NZ"/>
          </a:p>
        </p:txBody>
      </p:sp>
    </p:spTree>
    <p:extLst>
      <p:ext uri="{BB962C8B-B14F-4D97-AF65-F5344CB8AC3E}">
        <p14:creationId xmlns:p14="http://schemas.microsoft.com/office/powerpoint/2010/main" val="2149964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Designing your own cryptography is almost always a mistake. Proven cryptographic algorithms exist for good reason: they have been </a:t>
            </a:r>
            <a:r>
              <a:rPr lang="en-NZ" sz="1200" kern="1200" dirty="0" err="1">
                <a:solidFill>
                  <a:schemeClr val="tx1"/>
                </a:solidFill>
                <a:effectLst/>
                <a:latin typeface="+mn-lt"/>
                <a:ea typeface="+mn-ea"/>
                <a:cs typeface="+mn-cs"/>
              </a:rPr>
              <a:t>analyzed</a:t>
            </a:r>
            <a:r>
              <a:rPr lang="en-NZ" sz="1200" kern="1200" dirty="0">
                <a:solidFill>
                  <a:schemeClr val="tx1"/>
                </a:solidFill>
                <a:effectLst/>
                <a:latin typeface="+mn-lt"/>
                <a:ea typeface="+mn-ea"/>
                <a:cs typeface="+mn-cs"/>
              </a:rPr>
              <a:t> by many experts over years. The majority of cryptography failures come from implementation errors, not flaws in the algorithms themselves. Security guidance strongly advises using well-tested, community-vetted libraries rather than writing custom encryption code. OWASP bluntly warns: “Cryptographic functionality should not be developed or implemented by oneself; instead, use publicly available and known libraries – </a:t>
            </a:r>
            <a:r>
              <a:rPr lang="en-NZ" sz="1200" i="1" kern="1200" dirty="0">
                <a:solidFill>
                  <a:schemeClr val="tx1"/>
                </a:solidFill>
                <a:effectLst/>
                <a:latin typeface="+mn-lt"/>
                <a:ea typeface="+mn-ea"/>
                <a:cs typeface="+mn-cs"/>
              </a:rPr>
              <a:t>‘Don’t roll your own crypto!’</a:t>
            </a:r>
            <a:r>
              <a:rPr lang="en-NZ" sz="1200" kern="1200" dirty="0">
                <a:solidFill>
                  <a:schemeClr val="tx1"/>
                </a:solidFill>
                <a:effectLst/>
                <a:latin typeface="+mn-lt"/>
                <a:ea typeface="+mn-ea"/>
                <a:cs typeface="+mn-cs"/>
              </a:rPr>
              <a:t>”</a:t>
            </a:r>
            <a:r>
              <a:rPr lang="en-NZ" sz="1200" kern="1200" dirty="0">
                <a:solidFill>
                  <a:schemeClr val="tx1"/>
                </a:solidFill>
                <a:effectLst/>
                <a:latin typeface="+mn-lt"/>
                <a:ea typeface="+mn-ea"/>
                <a:cs typeface="+mn-cs"/>
                <a:hlinkClick r:id="rId3"/>
              </a:rPr>
              <a:t>[7]</a:t>
            </a:r>
            <a:r>
              <a:rPr lang="en-NZ" sz="1200" kern="1200" dirty="0">
                <a:solidFill>
                  <a:schemeClr val="tx1"/>
                </a:solidFill>
                <a:effectLst/>
                <a:latin typeface="+mn-lt"/>
                <a:ea typeface="+mn-ea"/>
                <a:cs typeface="+mn-cs"/>
              </a:rPr>
              <a:t>. In practice, homemade crypto often has subtle weaknesses (for example, poor padding, wrong mode, or weak randomness) that attackers can exploit. One analysis concludes that only “well-studied, provably secure encryption schemes” are reliable; home-brewed schemes should be avoided</a:t>
            </a:r>
            <a:r>
              <a:rPr lang="en-NZ" sz="1200" kern="1200" dirty="0">
                <a:solidFill>
                  <a:schemeClr val="tx1"/>
                </a:solidFill>
                <a:effectLst/>
                <a:latin typeface="+mn-lt"/>
                <a:ea typeface="+mn-ea"/>
                <a:cs typeface="+mn-cs"/>
                <a:hlinkClick r:id="rId4"/>
              </a:rPr>
              <a:t>[8]</a:t>
            </a:r>
            <a:r>
              <a:rPr lang="en-NZ" sz="1200" kern="1200" dirty="0">
                <a:solidFill>
                  <a:schemeClr val="tx1"/>
                </a:solidFill>
                <a:effectLst/>
                <a:latin typeface="+mn-lt"/>
                <a:ea typeface="+mn-ea"/>
                <a:cs typeface="+mn-cs"/>
              </a:rPr>
              <a:t>. By contrast, using standardized algorithms and libraries greatly reduces risk of hidden errors.</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4</a:t>
            </a:fld>
            <a:endParaRPr lang="en-NZ"/>
          </a:p>
        </p:txBody>
      </p:sp>
    </p:spTree>
    <p:extLst>
      <p:ext uri="{BB962C8B-B14F-4D97-AF65-F5344CB8AC3E}">
        <p14:creationId xmlns:p14="http://schemas.microsoft.com/office/powerpoint/2010/main" val="33536182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Using salted hashes for stored passwords is crucial. A salt is a unique random value added to each password before hashing, so that even the same password produces a different hash each time. Without salts, attackers can use precomputed “rainbow tables” or shared dictionaries to reverse common password hashes. In that scenario, if two users have the same password, an unsalted hash gives the same result – making it trivial to guess both. As one security source explains, rainbow tables are “particularly effective against unsalted password hashes,” and they allow attackers to recover passwords quickly because identical passwords hash the same way</a:t>
            </a:r>
            <a:r>
              <a:rPr lang="en-NZ" sz="1200" kern="1200" dirty="0">
                <a:solidFill>
                  <a:schemeClr val="tx1"/>
                </a:solidFill>
                <a:effectLst/>
                <a:latin typeface="+mn-lt"/>
                <a:ea typeface="+mn-ea"/>
                <a:cs typeface="+mn-cs"/>
                <a:hlinkClick r:id="rId3"/>
              </a:rPr>
              <a:t>[9]</a:t>
            </a:r>
            <a:r>
              <a:rPr lang="en-NZ" sz="1200" kern="1200" dirty="0">
                <a:solidFill>
                  <a:schemeClr val="tx1"/>
                </a:solidFill>
                <a:effectLst/>
                <a:latin typeface="+mn-lt"/>
                <a:ea typeface="+mn-ea"/>
                <a:cs typeface="+mn-cs"/>
              </a:rPr>
              <a:t>. By adding a salt, you force attackers to recompute those tables for each account, which is usually impractical. In summary, implementing salted hashing turns password leaks from a quick break-in into a very expensive task for the attacker.</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5</a:t>
            </a:fld>
            <a:endParaRPr lang="en-NZ"/>
          </a:p>
        </p:txBody>
      </p:sp>
    </p:spTree>
    <p:extLst>
      <p:ext uri="{BB962C8B-B14F-4D97-AF65-F5344CB8AC3E}">
        <p14:creationId xmlns:p14="http://schemas.microsoft.com/office/powerpoint/2010/main" val="1039332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Keeping source code private does not guarantee security. Even if code is closed-source, attackers have many tools (like </a:t>
            </a:r>
            <a:r>
              <a:rPr lang="en-NZ" sz="1200" kern="1200" dirty="0" err="1">
                <a:solidFill>
                  <a:schemeClr val="tx1"/>
                </a:solidFill>
                <a:effectLst/>
                <a:latin typeface="+mn-lt"/>
                <a:ea typeface="+mn-ea"/>
                <a:cs typeface="+mn-cs"/>
              </a:rPr>
              <a:t>decompilers</a:t>
            </a:r>
            <a:r>
              <a:rPr lang="en-NZ" sz="1200" kern="1200" dirty="0">
                <a:solidFill>
                  <a:schemeClr val="tx1"/>
                </a:solidFill>
                <a:effectLst/>
                <a:latin typeface="+mn-lt"/>
                <a:ea typeface="+mn-ea"/>
                <a:cs typeface="+mn-cs"/>
              </a:rPr>
              <a:t> and debuggers) that let them examine a program’s logic or reverse-engineer it. In effect, a determined attacker can “inspect the software’s underlying code and look for weaknesses”</a:t>
            </a:r>
            <a:r>
              <a:rPr lang="en-NZ" sz="1200" kern="1200" dirty="0">
                <a:solidFill>
                  <a:schemeClr val="tx1"/>
                </a:solidFill>
                <a:effectLst/>
                <a:latin typeface="+mn-lt"/>
                <a:ea typeface="+mn-ea"/>
                <a:cs typeface="+mn-cs"/>
                <a:hlinkClick r:id="rId3"/>
              </a:rPr>
              <a:t>[10]</a:t>
            </a:r>
            <a:r>
              <a:rPr lang="en-NZ" sz="1200" kern="1200" dirty="0">
                <a:solidFill>
                  <a:schemeClr val="tx1"/>
                </a:solidFill>
                <a:effectLst/>
                <a:latin typeface="+mn-lt"/>
                <a:ea typeface="+mn-ea"/>
                <a:cs typeface="+mn-cs"/>
              </a:rPr>
              <a:t> by disassembling or </a:t>
            </a:r>
            <a:r>
              <a:rPr lang="en-NZ" sz="1200" kern="1200" dirty="0" err="1">
                <a:solidFill>
                  <a:schemeClr val="tx1"/>
                </a:solidFill>
                <a:effectLst/>
                <a:latin typeface="+mn-lt"/>
                <a:ea typeface="+mn-ea"/>
                <a:cs typeface="+mn-cs"/>
              </a:rPr>
              <a:t>analyzing</a:t>
            </a:r>
            <a:r>
              <a:rPr lang="en-NZ" sz="1200" kern="1200" dirty="0">
                <a:solidFill>
                  <a:schemeClr val="tx1"/>
                </a:solidFill>
                <a:effectLst/>
                <a:latin typeface="+mn-lt"/>
                <a:ea typeface="+mn-ea"/>
                <a:cs typeface="+mn-cs"/>
              </a:rPr>
              <a:t> the binary. For example, reports note that attackers routinely disassemble software or recover pseudo-source code to hunt for vulnerabilities</a:t>
            </a:r>
            <a:r>
              <a:rPr lang="en-NZ" sz="1200" kern="1200" dirty="0">
                <a:solidFill>
                  <a:schemeClr val="tx1"/>
                </a:solidFill>
                <a:effectLst/>
                <a:latin typeface="+mn-lt"/>
                <a:ea typeface="+mn-ea"/>
                <a:cs typeface="+mn-cs"/>
                <a:hlinkClick r:id="rId4"/>
              </a:rPr>
              <a:t>[11]</a:t>
            </a:r>
            <a:r>
              <a:rPr lang="en-NZ" sz="1200" kern="1200" dirty="0">
                <a:solidFill>
                  <a:schemeClr val="tx1"/>
                </a:solidFill>
                <a:effectLst/>
                <a:latin typeface="+mn-lt"/>
                <a:ea typeface="+mn-ea"/>
                <a:cs typeface="+mn-cs"/>
              </a:rPr>
              <a:t>. In short, relying on secrecy (“security by obscurity”) is not enough. Even proprietary software can be cracked open, so it’s safer to assume adversaries know your system’s design and instead secure it through sound controls (e.g. strong encryption, proper authentication) that don’t depend on secrecy.</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6</a:t>
            </a:fld>
            <a:endParaRPr lang="en-NZ"/>
          </a:p>
        </p:txBody>
      </p:sp>
    </p:spTree>
    <p:extLst>
      <p:ext uri="{BB962C8B-B14F-4D97-AF65-F5344CB8AC3E}">
        <p14:creationId xmlns:p14="http://schemas.microsoft.com/office/powerpoint/2010/main" val="3855238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Logic flaws are errors in how a system works, rather than code bugs, so they often survive normal testing. If the software is written exactly to the (flawed) specification, it may “work correctly” by those requirements but still allow abuse. These issues are often invisible during routine tests because the application behaves as intended; only an attacker trying unusual inputs or workflows will notice. As explained by OWASP, logic vulnerabilities are “often invisible to normal use” and only exposed by intentional mis-sequences of actions</a:t>
            </a:r>
            <a:r>
              <a:rPr lang="en-NZ" sz="1200" kern="1200" dirty="0">
                <a:solidFill>
                  <a:schemeClr val="tx1"/>
                </a:solidFill>
                <a:effectLst/>
                <a:latin typeface="+mn-lt"/>
                <a:ea typeface="+mn-ea"/>
                <a:cs typeface="+mn-cs"/>
                <a:hlinkClick r:id="rId3"/>
              </a:rPr>
              <a:t>[12]</a:t>
            </a:r>
            <a:r>
              <a:rPr lang="en-NZ" sz="1200" kern="1200" dirty="0">
                <a:solidFill>
                  <a:schemeClr val="tx1"/>
                </a:solidFill>
                <a:effectLst/>
                <a:latin typeface="+mn-lt"/>
                <a:ea typeface="+mn-ea"/>
                <a:cs typeface="+mn-cs"/>
              </a:rPr>
              <a:t>. In practice, this means teams should not rely on standard functional tests to find them. Threat </a:t>
            </a:r>
            <a:r>
              <a:rPr lang="en-NZ" sz="1200" kern="1200" dirty="0" err="1">
                <a:solidFill>
                  <a:schemeClr val="tx1"/>
                </a:solidFill>
                <a:effectLst/>
                <a:latin typeface="+mn-lt"/>
                <a:ea typeface="+mn-ea"/>
                <a:cs typeface="+mn-cs"/>
              </a:rPr>
              <a:t>modeling</a:t>
            </a:r>
            <a:r>
              <a:rPr lang="en-NZ" sz="1200" kern="1200" dirty="0">
                <a:solidFill>
                  <a:schemeClr val="tx1"/>
                </a:solidFill>
                <a:effectLst/>
                <a:latin typeface="+mn-lt"/>
                <a:ea typeface="+mn-ea"/>
                <a:cs typeface="+mn-cs"/>
              </a:rPr>
              <a:t> and security reviews that consider edge cases are needed, because logic flaws require human insight and understanding of how the system could be misused</a:t>
            </a:r>
            <a:r>
              <a:rPr lang="en-NZ" sz="1200" kern="1200" dirty="0">
                <a:solidFill>
                  <a:schemeClr val="tx1"/>
                </a:solidFill>
                <a:effectLst/>
                <a:latin typeface="+mn-lt"/>
                <a:ea typeface="+mn-ea"/>
                <a:cs typeface="+mn-cs"/>
                <a:hlinkClick r:id="rId4"/>
              </a:rPr>
              <a:t>[13]</a:t>
            </a:r>
            <a:r>
              <a:rPr lang="en-NZ" sz="1200" kern="1200" dirty="0">
                <a:solidFill>
                  <a:schemeClr val="tx1"/>
                </a:solidFill>
                <a:effectLst/>
                <a:latin typeface="+mn-lt"/>
                <a:ea typeface="+mn-ea"/>
                <a:cs typeface="+mn-cs"/>
              </a:rPr>
              <a:t>.</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7</a:t>
            </a:fld>
            <a:endParaRPr lang="en-NZ"/>
          </a:p>
        </p:txBody>
      </p:sp>
    </p:spTree>
    <p:extLst>
      <p:ext uri="{BB962C8B-B14F-4D97-AF65-F5344CB8AC3E}">
        <p14:creationId xmlns:p14="http://schemas.microsoft.com/office/powerpoint/2010/main" val="13045658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Postponing software updates and patches is a risky practice. Whenever a security update is released, it usually fixes a known vulnerability that attackers can exploit. If you delay applying that patch, you leave the vulnerability open. In fact, experts warn that “delaying a patch doesn’t just delay an update – it opens the door to exploit. The longer a known vulnerability remains unpatched, the more likely it is to be weaponized”</a:t>
            </a:r>
            <a:r>
              <a:rPr lang="en-NZ" sz="1200" kern="1200" dirty="0">
                <a:solidFill>
                  <a:schemeClr val="tx1"/>
                </a:solidFill>
                <a:effectLst/>
                <a:latin typeface="+mn-lt"/>
                <a:ea typeface="+mn-ea"/>
                <a:cs typeface="+mn-cs"/>
                <a:hlinkClick r:id="rId3"/>
              </a:rPr>
              <a:t>[14]</a:t>
            </a:r>
            <a:r>
              <a:rPr lang="en-NZ" sz="1200" kern="1200" dirty="0">
                <a:solidFill>
                  <a:schemeClr val="tx1"/>
                </a:solidFill>
                <a:effectLst/>
                <a:latin typeface="+mn-lt"/>
                <a:ea typeface="+mn-ea"/>
                <a:cs typeface="+mn-cs"/>
              </a:rPr>
              <a:t>. Attackers often keep track of vulnerability announcements and quickly develop automated exploits. Therefore, a best practice is to apply critical patches promptly. Leaving known holes unpatched for weeks or months gives attackers a wide window of opportunity to break in.</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8</a:t>
            </a:fld>
            <a:endParaRPr lang="en-NZ"/>
          </a:p>
        </p:txBody>
      </p:sp>
    </p:spTree>
    <p:extLst>
      <p:ext uri="{BB962C8B-B14F-4D97-AF65-F5344CB8AC3E}">
        <p14:creationId xmlns:p14="http://schemas.microsoft.com/office/powerpoint/2010/main" val="6607653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Open source software can be just as secure – or even more secure – than closed source if it is well-maintained. The idea is that with open source, “given enough eyeballs, all bugs are shallow”</a:t>
            </a:r>
            <a:r>
              <a:rPr lang="en-NZ" sz="1200" kern="1200" dirty="0">
                <a:solidFill>
                  <a:schemeClr val="tx1"/>
                </a:solidFill>
                <a:effectLst/>
                <a:latin typeface="+mn-lt"/>
                <a:ea typeface="+mn-ea"/>
                <a:cs typeface="+mn-cs"/>
                <a:hlinkClick r:id="rId3"/>
              </a:rPr>
              <a:t>[15]</a:t>
            </a:r>
            <a:r>
              <a:rPr lang="en-NZ" sz="1200" kern="1200" dirty="0">
                <a:solidFill>
                  <a:schemeClr val="tx1"/>
                </a:solidFill>
                <a:effectLst/>
                <a:latin typeface="+mn-lt"/>
                <a:ea typeface="+mn-ea"/>
                <a:cs typeface="+mn-cs"/>
              </a:rPr>
              <a:t>. In other words, a large community can inspect and test the code, which often leads to bugs being discovered and fixed faster. For instance, one analysis notes that open communities tend to spot defects rapidly and apply security patches quickly</a:t>
            </a:r>
            <a:r>
              <a:rPr lang="en-NZ" sz="1200" kern="1200" dirty="0">
                <a:solidFill>
                  <a:schemeClr val="tx1"/>
                </a:solidFill>
                <a:effectLst/>
                <a:latin typeface="+mn-lt"/>
                <a:ea typeface="+mn-ea"/>
                <a:cs typeface="+mn-cs"/>
                <a:hlinkClick r:id="rId4"/>
              </a:rPr>
              <a:t>[16]</a:t>
            </a:r>
            <a:r>
              <a:rPr lang="en-NZ" sz="1200" kern="1200" dirty="0">
                <a:solidFill>
                  <a:schemeClr val="tx1"/>
                </a:solidFill>
                <a:effectLst/>
                <a:latin typeface="+mn-lt"/>
                <a:ea typeface="+mn-ea"/>
                <a:cs typeface="+mn-cs"/>
              </a:rPr>
              <a:t>. Of course, this benefit is realized only when the project is actively maintained. But contrary to the myth that “secret code is inherently safer,” mature open-source projects are reviewed by many developers, which can improve security in practice. In short, open source is not inherently insecure; in fact, transparency often helps catch and correct issues.</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9</a:t>
            </a:fld>
            <a:endParaRPr lang="en-NZ"/>
          </a:p>
        </p:txBody>
      </p:sp>
    </p:spTree>
    <p:extLst>
      <p:ext uri="{BB962C8B-B14F-4D97-AF65-F5344CB8AC3E}">
        <p14:creationId xmlns:p14="http://schemas.microsoft.com/office/powerpoint/2010/main" val="7322810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Relying solely on secrecy (security through obscurity) is not a sound strategy. Hiding details like internal mechanisms or proprietary algorithms might slow down a casual attacker, but it will not withstand determined analysis. True security comes from robust design and layers of </a:t>
            </a:r>
            <a:r>
              <a:rPr lang="en-NZ" sz="1200" kern="1200" dirty="0" err="1">
                <a:solidFill>
                  <a:schemeClr val="tx1"/>
                </a:solidFill>
                <a:effectLst/>
                <a:latin typeface="+mn-lt"/>
                <a:ea typeface="+mn-ea"/>
                <a:cs typeface="+mn-cs"/>
              </a:rPr>
              <a:t>defense</a:t>
            </a:r>
            <a:r>
              <a:rPr lang="en-NZ" sz="1200" kern="1200" dirty="0">
                <a:solidFill>
                  <a:schemeClr val="tx1"/>
                </a:solidFill>
                <a:effectLst/>
                <a:latin typeface="+mn-lt"/>
                <a:ea typeface="+mn-ea"/>
                <a:cs typeface="+mn-cs"/>
              </a:rPr>
              <a:t>, not from keeping everything secret. As one expert puts it, genuine security depends on “robust layered and proactive measures” – for example, strong encryption and regular patching – rather than on obscurity</a:t>
            </a:r>
            <a:r>
              <a:rPr lang="en-NZ" sz="1200" kern="1200" dirty="0">
                <a:solidFill>
                  <a:schemeClr val="tx1"/>
                </a:solidFill>
                <a:effectLst/>
                <a:latin typeface="+mn-lt"/>
                <a:ea typeface="+mn-ea"/>
                <a:cs typeface="+mn-cs"/>
                <a:hlinkClick r:id="rId3"/>
              </a:rPr>
              <a:t>[17]</a:t>
            </a:r>
            <a:r>
              <a:rPr lang="en-NZ" sz="1200" kern="1200" dirty="0">
                <a:solidFill>
                  <a:schemeClr val="tx1"/>
                </a:solidFill>
                <a:effectLst/>
                <a:latin typeface="+mn-lt"/>
                <a:ea typeface="+mn-ea"/>
                <a:cs typeface="+mn-cs"/>
              </a:rPr>
              <a:t>. In practice, if attackers eventually learn the hidden details (and they often do), a system with no real safeguards is easily breached. Therefore, obscurity can complement security (as an extra layer) but must never be the primary control.</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10</a:t>
            </a:fld>
            <a:endParaRPr lang="en-NZ"/>
          </a:p>
        </p:txBody>
      </p:sp>
    </p:spTree>
    <p:extLst>
      <p:ext uri="{BB962C8B-B14F-4D97-AF65-F5344CB8AC3E}">
        <p14:creationId xmlns:p14="http://schemas.microsoft.com/office/powerpoint/2010/main" val="1637125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Blocking SQL keywords or patterns (blacklisting input) is an unsafe approach to prevent SQL injection. Attackers can evade naive filters by using alternate encodings or unexpected syntax. The recommended </a:t>
            </a:r>
            <a:r>
              <a:rPr lang="en-NZ" sz="1200" kern="1200" dirty="0" err="1">
                <a:solidFill>
                  <a:schemeClr val="tx1"/>
                </a:solidFill>
                <a:effectLst/>
                <a:latin typeface="+mn-lt"/>
                <a:ea typeface="+mn-ea"/>
                <a:cs typeface="+mn-cs"/>
              </a:rPr>
              <a:t>defense</a:t>
            </a:r>
            <a:r>
              <a:rPr lang="en-NZ" sz="1200" kern="1200" dirty="0">
                <a:solidFill>
                  <a:schemeClr val="tx1"/>
                </a:solidFill>
                <a:effectLst/>
                <a:latin typeface="+mn-lt"/>
                <a:ea typeface="+mn-ea"/>
                <a:cs typeface="+mn-cs"/>
              </a:rPr>
              <a:t> is to use parameterized queries (prepared statements) so that data is never directly concatenated into a SQL command. In fact, security experts insist that you should “not count on anything else” to stop SQLi except proper queries. One widely cited answer advises: “In order to properly secure your application from SQL injection, you will need to use parameterized queries/prepared statements”</a:t>
            </a:r>
            <a:r>
              <a:rPr lang="en-NZ" sz="1200" kern="1200" dirty="0">
                <a:solidFill>
                  <a:schemeClr val="tx1"/>
                </a:solidFill>
                <a:effectLst/>
                <a:latin typeface="+mn-lt"/>
                <a:ea typeface="+mn-ea"/>
                <a:cs typeface="+mn-cs"/>
                <a:hlinkClick r:id="rId3"/>
              </a:rPr>
              <a:t>[18]</a:t>
            </a:r>
            <a:r>
              <a:rPr lang="en-NZ" sz="1200" kern="1200" dirty="0">
                <a:solidFill>
                  <a:schemeClr val="tx1"/>
                </a:solidFill>
                <a:effectLst/>
                <a:latin typeface="+mn-lt"/>
                <a:ea typeface="+mn-ea"/>
                <a:cs typeface="+mn-cs"/>
              </a:rPr>
              <a:t>. This means binding user inputs as parameters rather than building SQL strings. In contrast, input filtering is “old-school” and easily bypassed. Proper parameterization ensures user input cannot alter the SQL logic, closing the injection risk.</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11</a:t>
            </a:fld>
            <a:endParaRPr lang="en-NZ"/>
          </a:p>
        </p:txBody>
      </p:sp>
    </p:spTree>
    <p:extLst>
      <p:ext uri="{BB962C8B-B14F-4D97-AF65-F5344CB8AC3E}">
        <p14:creationId xmlns:p14="http://schemas.microsoft.com/office/powerpoint/2010/main" val="38382948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Any security checks performed only on the client side can be easily bypassed by an attacker. Client-side validation (e.g. JavaScript checks) is useful for user experience, but it provides no real protection, since an attacker can disable or alter the client code. Therefore, all input validation or permission checks that run in the browser </a:t>
            </a:r>
            <a:r>
              <a:rPr lang="en-NZ" sz="1200" i="1" kern="1200" dirty="0">
                <a:solidFill>
                  <a:schemeClr val="tx1"/>
                </a:solidFill>
                <a:effectLst/>
                <a:latin typeface="+mn-lt"/>
                <a:ea typeface="+mn-ea"/>
                <a:cs typeface="+mn-cs"/>
              </a:rPr>
              <a:t>must</a:t>
            </a:r>
            <a:r>
              <a:rPr lang="en-NZ" sz="1200" kern="1200" dirty="0">
                <a:solidFill>
                  <a:schemeClr val="tx1"/>
                </a:solidFill>
                <a:effectLst/>
                <a:latin typeface="+mn-lt"/>
                <a:ea typeface="+mn-ea"/>
                <a:cs typeface="+mn-cs"/>
              </a:rPr>
              <a:t> be duplicated on the server. As the OWASP Guidelines state, any client-side security check “can be bypassed by modifying the parameters after the client has performed its checks, or by removing the client entirely”</a:t>
            </a:r>
            <a:r>
              <a:rPr lang="en-NZ" sz="1200" kern="1200" dirty="0">
                <a:solidFill>
                  <a:schemeClr val="tx1"/>
                </a:solidFill>
                <a:effectLst/>
                <a:latin typeface="+mn-lt"/>
                <a:ea typeface="+mn-ea"/>
                <a:cs typeface="+mn-cs"/>
                <a:hlinkClick r:id="rId3"/>
              </a:rPr>
              <a:t>[19]</a:t>
            </a:r>
            <a:r>
              <a:rPr lang="en-NZ" sz="1200" kern="1200" dirty="0">
                <a:solidFill>
                  <a:schemeClr val="tx1"/>
                </a:solidFill>
                <a:effectLst/>
                <a:latin typeface="+mn-lt"/>
                <a:ea typeface="+mn-ea"/>
                <a:cs typeface="+mn-cs"/>
              </a:rPr>
              <a:t>. In short, server-side validation is mandatory because the client (user’s browser or device) should never be trusted to enforce security.</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12</a:t>
            </a:fld>
            <a:endParaRPr lang="en-NZ"/>
          </a:p>
        </p:txBody>
      </p:sp>
    </p:spTree>
    <p:extLst>
      <p:ext uri="{BB962C8B-B14F-4D97-AF65-F5344CB8AC3E}">
        <p14:creationId xmlns:p14="http://schemas.microsoft.com/office/powerpoint/2010/main" val="3559900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kern="1200" dirty="0">
                <a:solidFill>
                  <a:schemeClr val="tx1"/>
                </a:solidFill>
                <a:effectLst/>
                <a:latin typeface="+mn-lt"/>
                <a:ea typeface="+mn-ea"/>
                <a:cs typeface="+mn-cs"/>
              </a:rPr>
              <a:t>Explanation: Thinking “It won’t happen to us” is a dangerous assumption. In reality, attackers often use automated methods to probe many targets indiscriminately, and small organizations can be just as vulnerable as large ones. As security practitioners have noted, “no business is immune to the threat of a cyberattack… businesses of all sizes are equally vulnerable”</a:t>
            </a:r>
            <a:r>
              <a:rPr lang="en-NZ" sz="1200" kern="1200" dirty="0">
                <a:solidFill>
                  <a:schemeClr val="tx1"/>
                </a:solidFill>
                <a:effectLst/>
                <a:latin typeface="+mn-lt"/>
                <a:ea typeface="+mn-ea"/>
                <a:cs typeface="+mn-cs"/>
                <a:hlinkClick r:id="rId3"/>
              </a:rPr>
              <a:t>[20]</a:t>
            </a:r>
            <a:r>
              <a:rPr lang="en-NZ" sz="1200" kern="1200" dirty="0">
                <a:solidFill>
                  <a:schemeClr val="tx1"/>
                </a:solidFill>
                <a:effectLst/>
                <a:latin typeface="+mn-lt"/>
                <a:ea typeface="+mn-ea"/>
                <a:cs typeface="+mn-cs"/>
              </a:rPr>
              <a:t>. Assuming you are too small or unknown to be targeted can lead to underinvestment in security. In a risk-based approach, organizations assess their own risk profile rather than dismiss threats; even “low-value” attackers may be attracted by any exposed vulnerabilities. In other words, lack of past incidents is not proof of safety, so preparedness is still essential.</a:t>
            </a:r>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13</a:t>
            </a:fld>
            <a:endParaRPr lang="en-NZ"/>
          </a:p>
        </p:txBody>
      </p:sp>
    </p:spTree>
    <p:extLst>
      <p:ext uri="{BB962C8B-B14F-4D97-AF65-F5344CB8AC3E}">
        <p14:creationId xmlns:p14="http://schemas.microsoft.com/office/powerpoint/2010/main" val="8877153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kern="1200" dirty="0">
                <a:solidFill>
                  <a:schemeClr val="tx1"/>
                </a:solidFill>
                <a:effectLst/>
                <a:latin typeface="+mn-lt"/>
                <a:ea typeface="+mn-ea"/>
                <a:cs typeface="+mn-cs"/>
              </a:rPr>
              <a:t>Explanation: Security tools (like firewalls, scanners, etc.) are important, but they alone cannot guarantee security. The human element – including security-minded leadership, aware developers, and trained users – is even more critical. In fact, experts say that security is “first, a human system. Every control passes through people”</a:t>
            </a:r>
            <a:r>
              <a:rPr lang="en-NZ" sz="1200" kern="1200" dirty="0">
                <a:solidFill>
                  <a:schemeClr val="tx1"/>
                </a:solidFill>
                <a:effectLst/>
                <a:latin typeface="+mn-lt"/>
                <a:ea typeface="+mn-ea"/>
                <a:cs typeface="+mn-cs"/>
                <a:hlinkClick r:id="rId3"/>
              </a:rPr>
              <a:t>[21]</a:t>
            </a:r>
            <a:r>
              <a:rPr lang="en-NZ" sz="1200" kern="1200" dirty="0">
                <a:solidFill>
                  <a:schemeClr val="tx1"/>
                </a:solidFill>
                <a:effectLst/>
                <a:latin typeface="+mn-lt"/>
                <a:ea typeface="+mn-ea"/>
                <a:cs typeface="+mn-cs"/>
              </a:rPr>
              <a:t>. This means that no matter how many tools you deploy, if the organizational culture ignores security (for example, employees disabling protections or executives not funding </a:t>
            </a:r>
            <a:r>
              <a:rPr lang="en-NZ" sz="1200" kern="1200" dirty="0" err="1">
                <a:solidFill>
                  <a:schemeClr val="tx1"/>
                </a:solidFill>
                <a:effectLst/>
                <a:latin typeface="+mn-lt"/>
                <a:ea typeface="+mn-ea"/>
                <a:cs typeface="+mn-cs"/>
              </a:rPr>
              <a:t>defenses</a:t>
            </a:r>
            <a:r>
              <a:rPr lang="en-NZ" sz="1200" kern="1200" dirty="0">
                <a:solidFill>
                  <a:schemeClr val="tx1"/>
                </a:solidFill>
                <a:effectLst/>
                <a:latin typeface="+mn-lt"/>
                <a:ea typeface="+mn-ea"/>
                <a:cs typeface="+mn-cs"/>
              </a:rPr>
              <a:t>), the tools will be misused or circumvented. As one expert summarizes, a strong security culture actually “beats security tools” on its own, because tools simply amplify whoever is using them</a:t>
            </a:r>
            <a:r>
              <a:rPr lang="en-NZ" sz="1200" kern="1200" dirty="0">
                <a:solidFill>
                  <a:schemeClr val="tx1"/>
                </a:solidFill>
                <a:effectLst/>
                <a:latin typeface="+mn-lt"/>
                <a:ea typeface="+mn-ea"/>
                <a:cs typeface="+mn-cs"/>
                <a:hlinkClick r:id="rId4"/>
              </a:rPr>
              <a:t>[22]</a:t>
            </a:r>
            <a:r>
              <a:rPr lang="en-NZ" sz="1200" kern="1200" dirty="0">
                <a:solidFill>
                  <a:schemeClr val="tx1"/>
                </a:solidFill>
                <a:effectLst/>
                <a:latin typeface="+mn-lt"/>
                <a:ea typeface="+mn-ea"/>
                <a:cs typeface="+mn-cs"/>
              </a:rPr>
              <a:t>. Organizations should therefore invest in training, policies, and hiring, because a vigilant staff multiplied by a basic stack often outperforms a top stack with unmotivated people.</a:t>
            </a:r>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14</a:t>
            </a:fld>
            <a:endParaRPr lang="en-NZ"/>
          </a:p>
        </p:txBody>
      </p:sp>
    </p:spTree>
    <p:extLst>
      <p:ext uri="{BB962C8B-B14F-4D97-AF65-F5344CB8AC3E}">
        <p14:creationId xmlns:p14="http://schemas.microsoft.com/office/powerpoint/2010/main" val="4568284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Embedding secret keys or passwords directly in your code is highly insecure. Attackers who obtain a copy of the software (or even inspect the compiled binary) can extract any hard-coded credentials. OWASP explicitly warns that hard-coded passwords make an attack “almost certain” once the code is discovered</a:t>
            </a:r>
            <a:r>
              <a:rPr lang="en-NZ" sz="1200" kern="1200" dirty="0">
                <a:solidFill>
                  <a:schemeClr val="tx1"/>
                </a:solidFill>
                <a:effectLst/>
                <a:latin typeface="+mn-lt"/>
                <a:ea typeface="+mn-ea"/>
                <a:cs typeface="+mn-cs"/>
                <a:hlinkClick r:id="rId3"/>
              </a:rPr>
              <a:t>[23]</a:t>
            </a:r>
            <a:r>
              <a:rPr lang="en-NZ" sz="1200" kern="1200" dirty="0">
                <a:solidFill>
                  <a:schemeClr val="tx1"/>
                </a:solidFill>
                <a:effectLst/>
                <a:latin typeface="+mn-lt"/>
                <a:ea typeface="+mn-ea"/>
                <a:cs typeface="+mn-cs"/>
              </a:rPr>
              <a:t>. In practice, even casual reverse-engineering reveals these secrets. For example, OWASP notes that in client-side software, “extraction of a password from a binary is exceedingly simple”</a:t>
            </a:r>
            <a:r>
              <a:rPr lang="en-NZ" sz="1200" kern="1200" dirty="0">
                <a:solidFill>
                  <a:schemeClr val="tx1"/>
                </a:solidFill>
                <a:effectLst/>
                <a:latin typeface="+mn-lt"/>
                <a:ea typeface="+mn-ea"/>
                <a:cs typeface="+mn-cs"/>
                <a:hlinkClick r:id="rId4"/>
              </a:rPr>
              <a:t>[24]</a:t>
            </a:r>
            <a:r>
              <a:rPr lang="en-NZ" sz="1200" kern="1200" dirty="0">
                <a:solidFill>
                  <a:schemeClr val="tx1"/>
                </a:solidFill>
                <a:effectLst/>
                <a:latin typeface="+mn-lt"/>
                <a:ea typeface="+mn-ea"/>
                <a:cs typeface="+mn-cs"/>
              </a:rPr>
              <a:t>. Once the hard-coded key is found, an attacker can impersonate legitimate users or decrypt sensitive data. The safe alternative is to store secrets outside code – for example in protected configuration or a vault – not hard-coded.</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15</a:t>
            </a:fld>
            <a:endParaRPr lang="en-NZ"/>
          </a:p>
        </p:txBody>
      </p:sp>
    </p:spTree>
    <p:extLst>
      <p:ext uri="{BB962C8B-B14F-4D97-AF65-F5344CB8AC3E}">
        <p14:creationId xmlns:p14="http://schemas.microsoft.com/office/powerpoint/2010/main" val="20157679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Encryption by itself protects confidentiality but does not automatically guarantee that data hasn’t been altered. In other words, an encrypted message could be tampered with in transit or in storage, and the receiver would have no way to know if only encryption (without integrity checks) was used. A respected security source explains that “encryption alone… keeps attackers from accessing data, but it doesn’t address issues with integrity or authenticity”</a:t>
            </a:r>
            <a:r>
              <a:rPr lang="en-NZ" sz="1200" kern="1200" dirty="0">
                <a:solidFill>
                  <a:schemeClr val="tx1"/>
                </a:solidFill>
                <a:effectLst/>
                <a:latin typeface="+mn-lt"/>
                <a:ea typeface="+mn-ea"/>
                <a:cs typeface="+mn-cs"/>
                <a:hlinkClick r:id="rId3"/>
              </a:rPr>
              <a:t>[25]</a:t>
            </a:r>
            <a:r>
              <a:rPr lang="en-NZ" sz="1200" kern="1200" dirty="0">
                <a:solidFill>
                  <a:schemeClr val="tx1"/>
                </a:solidFill>
                <a:effectLst/>
                <a:latin typeface="+mn-lt"/>
                <a:ea typeface="+mn-ea"/>
                <a:cs typeface="+mn-cs"/>
              </a:rPr>
              <a:t>. In practice, this means you also need mechanisms like message authentication codes or digital signatures to ensure encrypted data is genuine and unchanged. Additionally, managing encryption keys securely is essential. So encrypting data is important, but you must also ensure it’s not modified or that the keys remain safe.</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16</a:t>
            </a:fld>
            <a:endParaRPr lang="en-NZ"/>
          </a:p>
        </p:txBody>
      </p:sp>
    </p:spTree>
    <p:extLst>
      <p:ext uri="{BB962C8B-B14F-4D97-AF65-F5344CB8AC3E}">
        <p14:creationId xmlns:p14="http://schemas.microsoft.com/office/powerpoint/2010/main" val="15314264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Authentication is the process of verifying someone’s identity – it answers the question “Who are you?” rather than “what can you do.” For example, when you log in to a system, the system is authenticating you by checking your credentials. It determines </a:t>
            </a:r>
            <a:r>
              <a:rPr lang="en-NZ" sz="1200" i="1" kern="1200" dirty="0">
                <a:solidFill>
                  <a:schemeClr val="tx1"/>
                </a:solidFill>
                <a:effectLst/>
                <a:latin typeface="+mn-lt"/>
                <a:ea typeface="+mn-ea"/>
                <a:cs typeface="+mn-cs"/>
              </a:rPr>
              <a:t>whose</a:t>
            </a:r>
            <a:r>
              <a:rPr lang="en-NZ" sz="1200" kern="1200" dirty="0">
                <a:solidFill>
                  <a:schemeClr val="tx1"/>
                </a:solidFill>
                <a:effectLst/>
                <a:latin typeface="+mn-lt"/>
                <a:ea typeface="+mn-ea"/>
                <a:cs typeface="+mn-cs"/>
              </a:rPr>
              <a:t> account you are accessing. Once identity is established, the system can then enforce permissions (authorization). As one source succinctly states: authentication asks “Who am I?”</a:t>
            </a:r>
            <a:r>
              <a:rPr lang="en-NZ" sz="1200" kern="1200" dirty="0">
                <a:solidFill>
                  <a:schemeClr val="tx1"/>
                </a:solidFill>
                <a:effectLst/>
                <a:latin typeface="+mn-lt"/>
                <a:ea typeface="+mn-ea"/>
                <a:cs typeface="+mn-cs"/>
                <a:hlinkClick r:id="rId3"/>
              </a:rPr>
              <a:t>[26]</a:t>
            </a:r>
            <a:r>
              <a:rPr lang="en-NZ" sz="1200" kern="1200" dirty="0">
                <a:solidFill>
                  <a:schemeClr val="tx1"/>
                </a:solidFill>
                <a:effectLst/>
                <a:latin typeface="+mn-lt"/>
                <a:ea typeface="+mn-ea"/>
                <a:cs typeface="+mn-cs"/>
              </a:rPr>
              <a:t>. In summary, authentication is about confirming identity, not granting permissions. It’s the first step: once you are authenticated as user X, the system then checks what user X is allowed to do.</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17</a:t>
            </a:fld>
            <a:endParaRPr lang="en-NZ"/>
          </a:p>
        </p:txBody>
      </p:sp>
    </p:spTree>
    <p:extLst>
      <p:ext uri="{BB962C8B-B14F-4D97-AF65-F5344CB8AC3E}">
        <p14:creationId xmlns:p14="http://schemas.microsoft.com/office/powerpoint/2010/main" val="32126392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Insider threats should not be underestimated. An insider (like an employee or contractor) already has legitimate access to systems and knowledge of the environment, which means they can cause harm more easily than an external attacker might. Attackers often disguise themselves as insiders or use compromised insider credentials, but real insiders bypass the need for such tactics entirely. As cybersecurity experts point out, “insider risks are trickier to detect… because insiders already have access to an organization’s assets and are familiar with its security measures”</a:t>
            </a:r>
            <a:r>
              <a:rPr lang="en-NZ" sz="1200" kern="1200" dirty="0">
                <a:solidFill>
                  <a:schemeClr val="tx1"/>
                </a:solidFill>
                <a:effectLst/>
                <a:latin typeface="+mn-lt"/>
                <a:ea typeface="+mn-ea"/>
                <a:cs typeface="+mn-cs"/>
                <a:hlinkClick r:id="rId3"/>
              </a:rPr>
              <a:t>[27]</a:t>
            </a:r>
            <a:r>
              <a:rPr lang="en-NZ" sz="1200" kern="1200" dirty="0">
                <a:solidFill>
                  <a:schemeClr val="tx1"/>
                </a:solidFill>
                <a:effectLst/>
                <a:latin typeface="+mn-lt"/>
                <a:ea typeface="+mn-ea"/>
                <a:cs typeface="+mn-cs"/>
              </a:rPr>
              <a:t>. This means organizations must consider how to monitor and limit insider damage, for example by using least privilege and auditing internal activities.</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18</a:t>
            </a:fld>
            <a:endParaRPr lang="en-NZ"/>
          </a:p>
        </p:txBody>
      </p:sp>
    </p:spTree>
    <p:extLst>
      <p:ext uri="{BB962C8B-B14F-4D97-AF65-F5344CB8AC3E}">
        <p14:creationId xmlns:p14="http://schemas.microsoft.com/office/powerpoint/2010/main" val="35259973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Installing antivirus or similar endpoint tools is only one layer in a </a:t>
            </a:r>
            <a:r>
              <a:rPr lang="en-NZ" sz="1200" kern="1200" dirty="0" err="1">
                <a:solidFill>
                  <a:schemeClr val="tx1"/>
                </a:solidFill>
                <a:effectLst/>
                <a:latin typeface="+mn-lt"/>
                <a:ea typeface="+mn-ea"/>
                <a:cs typeface="+mn-cs"/>
              </a:rPr>
              <a:t>defense</a:t>
            </a:r>
            <a:r>
              <a:rPr lang="en-NZ" sz="1200" kern="1200" dirty="0">
                <a:solidFill>
                  <a:schemeClr val="tx1"/>
                </a:solidFill>
                <a:effectLst/>
                <a:latin typeface="+mn-lt"/>
                <a:ea typeface="+mn-ea"/>
                <a:cs typeface="+mn-cs"/>
              </a:rPr>
              <a:t> strategy, not a complete solution. Modern attacks often use novel or targeted techniques that signature-based antivirus may not catch. Experts emphasize “</a:t>
            </a:r>
            <a:r>
              <a:rPr lang="en-NZ" sz="1200" kern="1200" dirty="0" err="1">
                <a:solidFill>
                  <a:schemeClr val="tx1"/>
                </a:solidFill>
                <a:effectLst/>
                <a:latin typeface="+mn-lt"/>
                <a:ea typeface="+mn-ea"/>
                <a:cs typeface="+mn-cs"/>
              </a:rPr>
              <a:t>defense</a:t>
            </a:r>
            <a:r>
              <a:rPr lang="en-NZ" sz="1200" kern="1200" dirty="0">
                <a:solidFill>
                  <a:schemeClr val="tx1"/>
                </a:solidFill>
                <a:effectLst/>
                <a:latin typeface="+mn-lt"/>
                <a:ea typeface="+mn-ea"/>
                <a:cs typeface="+mn-cs"/>
              </a:rPr>
              <a:t> in depth”: combining firewalls, intrusion detection, secure configurations, training, and more. A knowledgeable source warns that “modern threats don’t stop at your antivirus software. Real protection comes from layered security”</a:t>
            </a:r>
            <a:r>
              <a:rPr lang="en-NZ" sz="1200" kern="1200" dirty="0">
                <a:solidFill>
                  <a:schemeClr val="tx1"/>
                </a:solidFill>
                <a:effectLst/>
                <a:latin typeface="+mn-lt"/>
                <a:ea typeface="+mn-ea"/>
                <a:cs typeface="+mn-cs"/>
                <a:hlinkClick r:id="rId3"/>
              </a:rPr>
              <a:t>[28]</a:t>
            </a:r>
            <a:r>
              <a:rPr lang="en-NZ" sz="1200" kern="1200" dirty="0">
                <a:solidFill>
                  <a:schemeClr val="tx1"/>
                </a:solidFill>
                <a:effectLst/>
                <a:latin typeface="+mn-lt"/>
                <a:ea typeface="+mn-ea"/>
                <a:cs typeface="+mn-cs"/>
              </a:rPr>
              <a:t>. In practice, this means we should not rely on any single tool. Even if antivirus fails to detect a threat, other controls (</a:t>
            </a:r>
            <a:r>
              <a:rPr lang="en-NZ" sz="1200" kern="1200" dirty="0" err="1">
                <a:solidFill>
                  <a:schemeClr val="tx1"/>
                </a:solidFill>
                <a:effectLst/>
                <a:latin typeface="+mn-lt"/>
                <a:ea typeface="+mn-ea"/>
                <a:cs typeface="+mn-cs"/>
              </a:rPr>
              <a:t>behavior</a:t>
            </a:r>
            <a:r>
              <a:rPr lang="en-NZ" sz="1200" kern="1200" dirty="0">
                <a:solidFill>
                  <a:schemeClr val="tx1"/>
                </a:solidFill>
                <a:effectLst/>
                <a:latin typeface="+mn-lt"/>
                <a:ea typeface="+mn-ea"/>
                <a:cs typeface="+mn-cs"/>
              </a:rPr>
              <a:t> monitoring, network filtering, or incident response plans) can mitigate the impact. Security is a team sport of multiple </a:t>
            </a:r>
            <a:r>
              <a:rPr lang="en-NZ" sz="1200" kern="1200" dirty="0" err="1">
                <a:solidFill>
                  <a:schemeClr val="tx1"/>
                </a:solidFill>
                <a:effectLst/>
                <a:latin typeface="+mn-lt"/>
                <a:ea typeface="+mn-ea"/>
                <a:cs typeface="+mn-cs"/>
              </a:rPr>
              <a:t>defenses</a:t>
            </a:r>
            <a:r>
              <a:rPr lang="en-NZ" sz="1200" kern="1200" dirty="0">
                <a:solidFill>
                  <a:schemeClr val="tx1"/>
                </a:solidFill>
                <a:effectLst/>
                <a:latin typeface="+mn-lt"/>
                <a:ea typeface="+mn-ea"/>
                <a:cs typeface="+mn-cs"/>
              </a:rPr>
              <a:t>, not just a single antivirus product.</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19</a:t>
            </a:fld>
            <a:endParaRPr lang="en-NZ"/>
          </a:p>
        </p:txBody>
      </p:sp>
    </p:spTree>
    <p:extLst>
      <p:ext uri="{BB962C8B-B14F-4D97-AF65-F5344CB8AC3E}">
        <p14:creationId xmlns:p14="http://schemas.microsoft.com/office/powerpoint/2010/main" val="40551607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kern="1200" dirty="0">
                <a:solidFill>
                  <a:schemeClr val="tx1"/>
                </a:solidFill>
                <a:effectLst/>
                <a:latin typeface="+mn-lt"/>
                <a:ea typeface="+mn-ea"/>
                <a:cs typeface="+mn-cs"/>
              </a:rPr>
              <a:t>Explanation: Logging (recording) passwords in plaintext is a direct violation of confidentiality. A log should never contain sensitive secrets, because logs are often accessible to administrators, developers, or attackers who gain some access. OWASP’s logging guidance explicitly says that “authentication passwords” should not be recorded in logs</a:t>
            </a:r>
            <a:r>
              <a:rPr lang="en-NZ" sz="1200" kern="1200" dirty="0">
                <a:solidFill>
                  <a:schemeClr val="tx1"/>
                </a:solidFill>
                <a:effectLst/>
                <a:latin typeface="+mn-lt"/>
                <a:ea typeface="+mn-ea"/>
                <a:cs typeface="+mn-cs"/>
                <a:hlinkClick r:id="rId3"/>
              </a:rPr>
              <a:t>[29]</a:t>
            </a:r>
            <a:r>
              <a:rPr lang="en-NZ" sz="1200" kern="1200" dirty="0">
                <a:solidFill>
                  <a:schemeClr val="tx1"/>
                </a:solidFill>
                <a:effectLst/>
                <a:latin typeface="+mn-lt"/>
                <a:ea typeface="+mn-ea"/>
                <a:cs typeface="+mn-cs"/>
              </a:rPr>
              <a:t>. Storing a password in a log file means anyone who sees those logs – whether a developer troubleshooting an issue or a malicious actor who stole log data – would see actual credentials. This breaches the fundamental rule that passwords must remain secret. Therefore, logging a password is inherently insecure and violates the principle of confidentiality.</a:t>
            </a:r>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20</a:t>
            </a:fld>
            <a:endParaRPr lang="en-NZ"/>
          </a:p>
        </p:txBody>
      </p:sp>
    </p:spTree>
    <p:extLst>
      <p:ext uri="{BB962C8B-B14F-4D97-AF65-F5344CB8AC3E}">
        <p14:creationId xmlns:p14="http://schemas.microsoft.com/office/powerpoint/2010/main" val="13521537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The principle of least privilege means giving users (and programs) only the access they need and no more. This approach limits what an attacker can do if they compromise a user or process. For instance, if a service runs with minimal rights, an attacker who breaks into it cannot use it to shut down the whole system. OWASP explains that least privilege is intended to reduce the “attack surface” and limit the “blast radius” of a breach</a:t>
            </a:r>
            <a:r>
              <a:rPr lang="en-NZ" sz="1200" kern="1200" dirty="0">
                <a:solidFill>
                  <a:schemeClr val="tx1"/>
                </a:solidFill>
                <a:effectLst/>
                <a:latin typeface="+mn-lt"/>
                <a:ea typeface="+mn-ea"/>
                <a:cs typeface="+mn-cs"/>
                <a:hlinkClick r:id="rId3"/>
              </a:rPr>
              <a:t>[30]</a:t>
            </a:r>
            <a:r>
              <a:rPr lang="en-NZ" sz="1200" kern="1200" dirty="0">
                <a:solidFill>
                  <a:schemeClr val="tx1"/>
                </a:solidFill>
                <a:effectLst/>
                <a:latin typeface="+mn-lt"/>
                <a:ea typeface="+mn-ea"/>
                <a:cs typeface="+mn-cs"/>
              </a:rPr>
              <a:t>. In practice, after a compromise, an account with limited privileges can’t pivot or escalate as far. As one source describes, by limiting privileges you prevent attackers from moving laterally or gaining higher access</a:t>
            </a:r>
            <a:r>
              <a:rPr lang="en-NZ" sz="1200" kern="1200" dirty="0">
                <a:solidFill>
                  <a:schemeClr val="tx1"/>
                </a:solidFill>
                <a:effectLst/>
                <a:latin typeface="+mn-lt"/>
                <a:ea typeface="+mn-ea"/>
                <a:cs typeface="+mn-cs"/>
                <a:hlinkClick r:id="rId4"/>
              </a:rPr>
              <a:t>[31]</a:t>
            </a:r>
            <a:r>
              <a:rPr lang="en-NZ" sz="1200" kern="1200" dirty="0">
                <a:solidFill>
                  <a:schemeClr val="tx1"/>
                </a:solidFill>
                <a:effectLst/>
                <a:latin typeface="+mn-lt"/>
                <a:ea typeface="+mn-ea"/>
                <a:cs typeface="+mn-cs"/>
              </a:rPr>
              <a:t>. Overall, least privilege is a core </a:t>
            </a:r>
            <a:r>
              <a:rPr lang="en-NZ" sz="1200" kern="1200" dirty="0" err="1">
                <a:solidFill>
                  <a:schemeClr val="tx1"/>
                </a:solidFill>
                <a:effectLst/>
                <a:latin typeface="+mn-lt"/>
                <a:ea typeface="+mn-ea"/>
                <a:cs typeface="+mn-cs"/>
              </a:rPr>
              <a:t>defense</a:t>
            </a:r>
            <a:r>
              <a:rPr lang="en-NZ" sz="1200" kern="1200" dirty="0">
                <a:solidFill>
                  <a:schemeClr val="tx1"/>
                </a:solidFill>
                <a:effectLst/>
                <a:latin typeface="+mn-lt"/>
                <a:ea typeface="+mn-ea"/>
                <a:cs typeface="+mn-cs"/>
              </a:rPr>
              <a:t> concept to contain damage.</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21</a:t>
            </a:fld>
            <a:endParaRPr lang="en-NZ"/>
          </a:p>
        </p:txBody>
      </p:sp>
    </p:spTree>
    <p:extLst>
      <p:ext uri="{BB962C8B-B14F-4D97-AF65-F5344CB8AC3E}">
        <p14:creationId xmlns:p14="http://schemas.microsoft.com/office/powerpoint/2010/main" val="33921039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The fact that you’ve never detected an attack does </a:t>
            </a:r>
            <a:r>
              <a:rPr lang="en-NZ" sz="1200" i="1" kern="1200" dirty="0">
                <a:solidFill>
                  <a:schemeClr val="tx1"/>
                </a:solidFill>
                <a:effectLst/>
                <a:latin typeface="+mn-lt"/>
                <a:ea typeface="+mn-ea"/>
                <a:cs typeface="+mn-cs"/>
              </a:rPr>
              <a:t>not</a:t>
            </a:r>
            <a:r>
              <a:rPr lang="en-NZ" sz="1200" kern="1200" dirty="0">
                <a:solidFill>
                  <a:schemeClr val="tx1"/>
                </a:solidFill>
                <a:effectLst/>
                <a:latin typeface="+mn-lt"/>
                <a:ea typeface="+mn-ea"/>
                <a:cs typeface="+mn-cs"/>
              </a:rPr>
              <a:t> prove that you’re secure. Many breaches go unnoticed for some time, and attackers often look for the quietest targets. It’s a common mistake to assume “we’ve never been hit so we must be safe.” In reality, one expert cautions that “past performance isn’t a guarantee” in security</a:t>
            </a:r>
            <a:r>
              <a:rPr lang="en-NZ" sz="1200" kern="1200" dirty="0">
                <a:solidFill>
                  <a:schemeClr val="tx1"/>
                </a:solidFill>
                <a:effectLst/>
                <a:latin typeface="+mn-lt"/>
                <a:ea typeface="+mn-ea"/>
                <a:cs typeface="+mn-cs"/>
                <a:hlinkClick r:id="rId3"/>
              </a:rPr>
              <a:t>[32]</a:t>
            </a:r>
            <a:r>
              <a:rPr lang="en-NZ" sz="1200" kern="1200" dirty="0">
                <a:solidFill>
                  <a:schemeClr val="tx1"/>
                </a:solidFill>
                <a:effectLst/>
                <a:latin typeface="+mn-lt"/>
                <a:ea typeface="+mn-ea"/>
                <a:cs typeface="+mn-cs"/>
              </a:rPr>
              <a:t>. A lack of breach reports may simply mean </a:t>
            </a:r>
            <a:r>
              <a:rPr lang="en-NZ" sz="1200" kern="1200" dirty="0" err="1">
                <a:solidFill>
                  <a:schemeClr val="tx1"/>
                </a:solidFill>
                <a:effectLst/>
                <a:latin typeface="+mn-lt"/>
                <a:ea typeface="+mn-ea"/>
                <a:cs typeface="+mn-cs"/>
              </a:rPr>
              <a:t>defenses</a:t>
            </a:r>
            <a:r>
              <a:rPr lang="en-NZ" sz="1200" kern="1200" dirty="0">
                <a:solidFill>
                  <a:schemeClr val="tx1"/>
                </a:solidFill>
                <a:effectLst/>
                <a:latin typeface="+mn-lt"/>
                <a:ea typeface="+mn-ea"/>
                <a:cs typeface="+mn-cs"/>
              </a:rPr>
              <a:t> are not good at detection. Therefore, organizations should not be complacent; they should assume that attacks are always possible and invest in monitoring and incident response, rather than relying on a clean history as proof of strength.</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22</a:t>
            </a:fld>
            <a:endParaRPr lang="en-NZ"/>
          </a:p>
        </p:txBody>
      </p:sp>
    </p:spTree>
    <p:extLst>
      <p:ext uri="{BB962C8B-B14F-4D97-AF65-F5344CB8AC3E}">
        <p14:creationId xmlns:p14="http://schemas.microsoft.com/office/powerpoint/2010/main" val="199054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A network firewall helps by restricting traffic at the perimeter, but it does </a:t>
            </a:r>
            <a:r>
              <a:rPr lang="en-NZ" sz="1200" i="1" kern="1200" dirty="0">
                <a:solidFill>
                  <a:schemeClr val="tx1"/>
                </a:solidFill>
                <a:effectLst/>
                <a:latin typeface="+mn-lt"/>
                <a:ea typeface="+mn-ea"/>
                <a:cs typeface="+mn-cs"/>
              </a:rPr>
              <a:t>not</a:t>
            </a:r>
            <a:r>
              <a:rPr lang="en-NZ" sz="1200" kern="1200" dirty="0">
                <a:solidFill>
                  <a:schemeClr val="tx1"/>
                </a:solidFill>
                <a:effectLst/>
                <a:latin typeface="+mn-lt"/>
                <a:ea typeface="+mn-ea"/>
                <a:cs typeface="+mn-cs"/>
              </a:rPr>
              <a:t> automatically secure the applications behind it. Firewalls can stop unwanted connections, but they cannot fix vulnerabilities in the code or logic of permitted traffic. In fact, if a request matches the allowed pattern, the firewall will simply pass it through – even if that request contains an attack. As one analysis warns, relying on a firewall and HTTPS alone may still “leave the front door wide open”</a:t>
            </a:r>
            <a:r>
              <a:rPr lang="en-NZ" sz="1200" kern="1200" dirty="0">
                <a:solidFill>
                  <a:schemeClr val="tx1"/>
                </a:solidFill>
                <a:effectLst/>
                <a:latin typeface="+mn-lt"/>
                <a:ea typeface="+mn-ea"/>
                <a:cs typeface="+mn-cs"/>
                <a:hlinkClick r:id="rId3"/>
              </a:rPr>
              <a:t>[33]</a:t>
            </a:r>
            <a:r>
              <a:rPr lang="en-NZ" sz="1200" kern="1200" dirty="0">
                <a:solidFill>
                  <a:schemeClr val="tx1"/>
                </a:solidFill>
                <a:effectLst/>
                <a:latin typeface="+mn-lt"/>
                <a:ea typeface="+mn-ea"/>
                <a:cs typeface="+mn-cs"/>
              </a:rPr>
              <a:t>. In practice, you still need secure code: the firewall does not validate that every incoming request is safe. Thus, firewalls reduce exposure but must be complemented by secure design and coding.</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23</a:t>
            </a:fld>
            <a:endParaRPr lang="en-NZ"/>
          </a:p>
        </p:txBody>
      </p:sp>
    </p:spTree>
    <p:extLst>
      <p:ext uri="{BB962C8B-B14F-4D97-AF65-F5344CB8AC3E}">
        <p14:creationId xmlns:p14="http://schemas.microsoft.com/office/powerpoint/2010/main" val="35047159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Third-party components and services in your software supply chain can introduce serious risks. Vulnerabilities or malicious code in a library, framework, or plugin you rely on can compromise your entire system. Recent security analyses classify this as “software supply chain failure,” meaning breaches caused by issues in external code or dependencies</a:t>
            </a:r>
            <a:r>
              <a:rPr lang="en-NZ" sz="1200" kern="1200" dirty="0">
                <a:solidFill>
                  <a:schemeClr val="tx1"/>
                </a:solidFill>
                <a:effectLst/>
                <a:latin typeface="+mn-lt"/>
                <a:ea typeface="+mn-ea"/>
                <a:cs typeface="+mn-cs"/>
                <a:hlinkClick r:id="rId3"/>
              </a:rPr>
              <a:t>[34]</a:t>
            </a:r>
            <a:r>
              <a:rPr lang="en-NZ" sz="1200" kern="1200" dirty="0">
                <a:solidFill>
                  <a:schemeClr val="tx1"/>
                </a:solidFill>
                <a:effectLst/>
                <a:latin typeface="+mn-lt"/>
                <a:ea typeface="+mn-ea"/>
                <a:cs typeface="+mn-cs"/>
              </a:rPr>
              <a:t>. In practical terms, even if your own code is secure, a flaw in a downloaded component could give attackers a way in. Therefore, organizations must include supply-chain risk in their threat model and manage it through careful vetting, version checks, and monitoring of third-party code.</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24</a:t>
            </a:fld>
            <a:endParaRPr lang="en-NZ"/>
          </a:p>
        </p:txBody>
      </p:sp>
    </p:spTree>
    <p:extLst>
      <p:ext uri="{BB962C8B-B14F-4D97-AF65-F5344CB8AC3E}">
        <p14:creationId xmlns:p14="http://schemas.microsoft.com/office/powerpoint/2010/main" val="16180152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The most dangerous data breaches are often the quiet ones where data leaks slowly and stealthily. Attackers may exfiltrate small amounts of sensitive data over time, perhaps disguised as normal traffic to cloud storage. Because these “low-and-slow” leaks mimic normal usage, they’re hard to detect. A security report describes such an approach: attackers transfer data in “small, compressed batches” to a cloud service, making it look like legitimate traffic</a:t>
            </a:r>
            <a:r>
              <a:rPr lang="en-NZ" sz="1200" kern="1200" dirty="0">
                <a:solidFill>
                  <a:schemeClr val="tx1"/>
                </a:solidFill>
                <a:effectLst/>
                <a:latin typeface="+mn-lt"/>
                <a:ea typeface="+mn-ea"/>
                <a:cs typeface="+mn-cs"/>
                <a:hlinkClick r:id="rId3"/>
              </a:rPr>
              <a:t>[35]</a:t>
            </a:r>
            <a:r>
              <a:rPr lang="en-NZ" sz="1200" kern="1200" dirty="0">
                <a:solidFill>
                  <a:schemeClr val="tx1"/>
                </a:solidFill>
                <a:effectLst/>
                <a:latin typeface="+mn-lt"/>
                <a:ea typeface="+mn-ea"/>
                <a:cs typeface="+mn-cs"/>
              </a:rPr>
              <a:t>. The result is that by the time anyone notices, a large amount of data may be gone. This is why intrusion detection and anomaly monitoring are crucial: early detection of any unusual data flow can prevent the most damage from these silent breaches.</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25</a:t>
            </a:fld>
            <a:endParaRPr lang="en-NZ"/>
          </a:p>
        </p:txBody>
      </p:sp>
    </p:spTree>
    <p:extLst>
      <p:ext uri="{BB962C8B-B14F-4D97-AF65-F5344CB8AC3E}">
        <p14:creationId xmlns:p14="http://schemas.microsoft.com/office/powerpoint/2010/main" val="35445280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Encrypting data protects its confidentiality, but it does </a:t>
            </a:r>
            <a:r>
              <a:rPr lang="en-NZ" sz="1200" i="1" kern="1200" dirty="0">
                <a:solidFill>
                  <a:schemeClr val="tx1"/>
                </a:solidFill>
                <a:effectLst/>
                <a:latin typeface="+mn-lt"/>
                <a:ea typeface="+mn-ea"/>
                <a:cs typeface="+mn-cs"/>
              </a:rPr>
              <a:t>not</a:t>
            </a:r>
            <a:r>
              <a:rPr lang="en-NZ" sz="1200" kern="1200" dirty="0">
                <a:solidFill>
                  <a:schemeClr val="tx1"/>
                </a:solidFill>
                <a:effectLst/>
                <a:latin typeface="+mn-lt"/>
                <a:ea typeface="+mn-ea"/>
                <a:cs typeface="+mn-cs"/>
              </a:rPr>
              <a:t> by itself guarantee that the data has not been altered or tampered with. Encryption focuses on keeping outsiders from reading data, while integrity is about verifying that it is exactly what was sent or stored. As a security expert clarifies, most encryption schemes provide confidentiality but not integrity</a:t>
            </a:r>
            <a:r>
              <a:rPr lang="en-NZ" sz="1200" kern="1200" dirty="0">
                <a:solidFill>
                  <a:schemeClr val="tx1"/>
                </a:solidFill>
                <a:effectLst/>
                <a:latin typeface="+mn-lt"/>
                <a:ea typeface="+mn-ea"/>
                <a:cs typeface="+mn-cs"/>
                <a:hlinkClick r:id="rId3"/>
              </a:rPr>
              <a:t>[36]</a:t>
            </a:r>
            <a:r>
              <a:rPr lang="en-NZ" sz="1200" kern="1200" dirty="0">
                <a:solidFill>
                  <a:schemeClr val="tx1"/>
                </a:solidFill>
                <a:effectLst/>
                <a:latin typeface="+mn-lt"/>
                <a:ea typeface="+mn-ea"/>
                <a:cs typeface="+mn-cs"/>
              </a:rPr>
              <a:t>. For example, if an attacker modifies the ciphertext (encrypted data) </a:t>
            </a:r>
            <a:r>
              <a:rPr lang="en-NZ" sz="1200" kern="1200" dirty="0" err="1">
                <a:solidFill>
                  <a:schemeClr val="tx1"/>
                </a:solidFill>
                <a:effectLst/>
                <a:latin typeface="+mn-lt"/>
                <a:ea typeface="+mn-ea"/>
                <a:cs typeface="+mn-cs"/>
              </a:rPr>
              <a:t>en</a:t>
            </a:r>
            <a:r>
              <a:rPr lang="en-NZ" sz="1200" kern="1200" dirty="0">
                <a:solidFill>
                  <a:schemeClr val="tx1"/>
                </a:solidFill>
                <a:effectLst/>
                <a:latin typeface="+mn-lt"/>
                <a:ea typeface="+mn-ea"/>
                <a:cs typeface="+mn-cs"/>
              </a:rPr>
              <a:t> route, the recipient will decrypt it without necessarily noticing the change. Proper security requires adding integrity checks (like cryptographic hashes or digital signatures) along with encryption, so any unauthorized modifications are detected.</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26</a:t>
            </a:fld>
            <a:endParaRPr lang="en-NZ"/>
          </a:p>
        </p:txBody>
      </p:sp>
    </p:spTree>
    <p:extLst>
      <p:ext uri="{BB962C8B-B14F-4D97-AF65-F5344CB8AC3E}">
        <p14:creationId xmlns:p14="http://schemas.microsoft.com/office/powerpoint/2010/main" val="1764663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Many studies show that human error is a leading cause of security incidents. Issues like misconfiguration, weak passwords, or falling for phishing often open the door to breaches. For instance, the 2025 Verizon Data Breach Investigations Report finds that “nearly 60% of breaches involve a human element” – whether a mistake or malicious misuse</a:t>
            </a:r>
            <a:r>
              <a:rPr lang="en-NZ" sz="1200" kern="1200" dirty="0">
                <a:solidFill>
                  <a:schemeClr val="tx1"/>
                </a:solidFill>
                <a:effectLst/>
                <a:latin typeface="+mn-lt"/>
                <a:ea typeface="+mn-ea"/>
                <a:cs typeface="+mn-cs"/>
                <a:hlinkClick r:id="rId3"/>
              </a:rPr>
              <a:t>[37]</a:t>
            </a:r>
            <a:r>
              <a:rPr lang="en-NZ" sz="1200" kern="1200" dirty="0">
                <a:solidFill>
                  <a:schemeClr val="tx1"/>
                </a:solidFill>
                <a:effectLst/>
                <a:latin typeface="+mn-lt"/>
                <a:ea typeface="+mn-ea"/>
                <a:cs typeface="+mn-cs"/>
              </a:rPr>
              <a:t>. In other words, purely technical </a:t>
            </a:r>
            <a:r>
              <a:rPr lang="en-NZ" sz="1200" kern="1200" dirty="0" err="1">
                <a:solidFill>
                  <a:schemeClr val="tx1"/>
                </a:solidFill>
                <a:effectLst/>
                <a:latin typeface="+mn-lt"/>
                <a:ea typeface="+mn-ea"/>
                <a:cs typeface="+mn-cs"/>
              </a:rPr>
              <a:t>defenses</a:t>
            </a:r>
            <a:r>
              <a:rPr lang="en-NZ" sz="1200" kern="1200" dirty="0">
                <a:solidFill>
                  <a:schemeClr val="tx1"/>
                </a:solidFill>
                <a:effectLst/>
                <a:latin typeface="+mn-lt"/>
                <a:ea typeface="+mn-ea"/>
                <a:cs typeface="+mn-cs"/>
              </a:rPr>
              <a:t> often fail when someone makes a simple mistake or shortcut. This highlights why training, process controls, and verifying human actions (e.g. code reviews, change management) are critical to reducing security risk. Humans are often the “weak link” in security if not properly managed.</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27</a:t>
            </a:fld>
            <a:endParaRPr lang="en-NZ"/>
          </a:p>
        </p:txBody>
      </p:sp>
    </p:spTree>
    <p:extLst>
      <p:ext uri="{BB962C8B-B14F-4D97-AF65-F5344CB8AC3E}">
        <p14:creationId xmlns:p14="http://schemas.microsoft.com/office/powerpoint/2010/main" val="7823362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Trusting source IP addresses as a form of security is unreliable. Attackers can easily forge or “spoof” IP addresses to appear as trusted insiders, bypassing IP-based filters. For example, security analyses explain that attackers can modify packet headers so a target system thinks a connection comes from a trusted internal IP</a:t>
            </a:r>
            <a:r>
              <a:rPr lang="en-NZ" sz="1200" kern="1200" dirty="0">
                <a:solidFill>
                  <a:schemeClr val="tx1"/>
                </a:solidFill>
                <a:effectLst/>
                <a:latin typeface="+mn-lt"/>
                <a:ea typeface="+mn-ea"/>
                <a:cs typeface="+mn-cs"/>
                <a:hlinkClick r:id="rId3"/>
              </a:rPr>
              <a:t>[38]</a:t>
            </a:r>
            <a:r>
              <a:rPr lang="en-NZ" sz="1200" kern="1200" dirty="0">
                <a:solidFill>
                  <a:schemeClr val="tx1"/>
                </a:solidFill>
                <a:effectLst/>
                <a:latin typeface="+mn-lt"/>
                <a:ea typeface="+mn-ea"/>
                <a:cs typeface="+mn-cs"/>
              </a:rPr>
              <a:t>. Once an attacker is inside the network (or using a spoofed IP), they can pivot to other targets. In practice, this means network-level trust (e.g. whitelisting certain IPs) should not be the only control. Stronger measures like proper authentication, VPNs, and segmentation are needed because IP addresses alone can be spoofed or tampered with.</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28</a:t>
            </a:fld>
            <a:endParaRPr lang="en-NZ"/>
          </a:p>
        </p:txBody>
      </p:sp>
    </p:spTree>
    <p:extLst>
      <p:ext uri="{BB962C8B-B14F-4D97-AF65-F5344CB8AC3E}">
        <p14:creationId xmlns:p14="http://schemas.microsoft.com/office/powerpoint/2010/main" val="5704379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Penetration testing is valuable, but it has limitations. It only assesses the system at a single point in time and within the agreed scope. A </a:t>
            </a:r>
            <a:r>
              <a:rPr lang="en-NZ" sz="1200" kern="1200" dirty="0" err="1">
                <a:solidFill>
                  <a:schemeClr val="tx1"/>
                </a:solidFill>
                <a:effectLst/>
                <a:latin typeface="+mn-lt"/>
                <a:ea typeface="+mn-ea"/>
                <a:cs typeface="+mn-cs"/>
              </a:rPr>
              <a:t>pentest</a:t>
            </a:r>
            <a:r>
              <a:rPr lang="en-NZ" sz="1200" kern="1200" dirty="0">
                <a:solidFill>
                  <a:schemeClr val="tx1"/>
                </a:solidFill>
                <a:effectLst/>
                <a:latin typeface="+mn-lt"/>
                <a:ea typeface="+mn-ea"/>
                <a:cs typeface="+mn-cs"/>
              </a:rPr>
              <a:t> may find vulnerabilities present on the day of the test, but it does not guarantee that future code changes haven’t introduced new flaws or that everything was found. In other words, a </a:t>
            </a:r>
            <a:r>
              <a:rPr lang="en-NZ" sz="1200" kern="1200" dirty="0" err="1">
                <a:solidFill>
                  <a:schemeClr val="tx1"/>
                </a:solidFill>
                <a:effectLst/>
                <a:latin typeface="+mn-lt"/>
                <a:ea typeface="+mn-ea"/>
                <a:cs typeface="+mn-cs"/>
              </a:rPr>
              <a:t>pentest</a:t>
            </a:r>
            <a:r>
              <a:rPr lang="en-NZ" sz="1200" kern="1200" dirty="0">
                <a:solidFill>
                  <a:schemeClr val="tx1"/>
                </a:solidFill>
                <a:effectLst/>
                <a:latin typeface="+mn-lt"/>
                <a:ea typeface="+mn-ea"/>
                <a:cs typeface="+mn-cs"/>
              </a:rPr>
              <a:t> gives you a “point-in-time snapshot” of security</a:t>
            </a:r>
            <a:r>
              <a:rPr lang="en-NZ" sz="1200" kern="1200" dirty="0">
                <a:solidFill>
                  <a:schemeClr val="tx1"/>
                </a:solidFill>
                <a:effectLst/>
                <a:latin typeface="+mn-lt"/>
                <a:ea typeface="+mn-ea"/>
                <a:cs typeface="+mn-cs"/>
                <a:hlinkClick r:id="rId3"/>
              </a:rPr>
              <a:t>[39]</a:t>
            </a:r>
            <a:r>
              <a:rPr lang="en-NZ" sz="1200" kern="1200" dirty="0">
                <a:solidFill>
                  <a:schemeClr val="tx1"/>
                </a:solidFill>
                <a:effectLst/>
                <a:latin typeface="+mn-lt"/>
                <a:ea typeface="+mn-ea"/>
                <a:cs typeface="+mn-cs"/>
              </a:rPr>
              <a:t>. If new features are added or configurations change after testing, those new elements might have vulnerabilities. Therefore, </a:t>
            </a:r>
            <a:r>
              <a:rPr lang="en-NZ" sz="1200" kern="1200" dirty="0" err="1">
                <a:solidFill>
                  <a:schemeClr val="tx1"/>
                </a:solidFill>
                <a:effectLst/>
                <a:latin typeface="+mn-lt"/>
                <a:ea typeface="+mn-ea"/>
                <a:cs typeface="+mn-cs"/>
              </a:rPr>
              <a:t>pentesting</a:t>
            </a:r>
            <a:r>
              <a:rPr lang="en-NZ" sz="1200" kern="1200" dirty="0">
                <a:solidFill>
                  <a:schemeClr val="tx1"/>
                </a:solidFill>
                <a:effectLst/>
                <a:latin typeface="+mn-lt"/>
                <a:ea typeface="+mn-ea"/>
                <a:cs typeface="+mn-cs"/>
              </a:rPr>
              <a:t> should be one part of a continuous security process (complemented by ongoing scanning, code review, and monitoring) rather than a one-shot assurance.</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29</a:t>
            </a:fld>
            <a:endParaRPr lang="en-NZ"/>
          </a:p>
        </p:txBody>
      </p:sp>
    </p:spTree>
    <p:extLst>
      <p:ext uri="{BB962C8B-B14F-4D97-AF65-F5344CB8AC3E}">
        <p14:creationId xmlns:p14="http://schemas.microsoft.com/office/powerpoint/2010/main" val="38459965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Backups are a resilience measure, not a preventive control. Their purpose is to help you recover data after a loss (for example from hardware failure or ransomware), but they do not stop an attack or vulnerability from occurring. In other words, backups don’t protect you from threats; they mitigate their impact. Security frameworks now emphasize resilience and recovery planning alongside traditional </a:t>
            </a:r>
            <a:r>
              <a:rPr lang="en-NZ" sz="1200" kern="1200" dirty="0" err="1">
                <a:solidFill>
                  <a:schemeClr val="tx1"/>
                </a:solidFill>
                <a:effectLst/>
                <a:latin typeface="+mn-lt"/>
                <a:ea typeface="+mn-ea"/>
                <a:cs typeface="+mn-cs"/>
              </a:rPr>
              <a:t>defenses</a:t>
            </a:r>
            <a:r>
              <a:rPr lang="en-NZ" sz="1200" kern="1200" dirty="0">
                <a:solidFill>
                  <a:schemeClr val="tx1"/>
                </a:solidFill>
                <a:effectLst/>
                <a:latin typeface="+mn-lt"/>
                <a:ea typeface="+mn-ea"/>
                <a:cs typeface="+mn-cs"/>
              </a:rPr>
              <a:t>. For example, industry guidance notes that in a breach, part of the response is having “a competent backup and recovery strategy” in place</a:t>
            </a:r>
            <a:r>
              <a:rPr lang="en-NZ" sz="1200" kern="1200" dirty="0">
                <a:solidFill>
                  <a:schemeClr val="tx1"/>
                </a:solidFill>
                <a:effectLst/>
                <a:latin typeface="+mn-lt"/>
                <a:ea typeface="+mn-ea"/>
                <a:cs typeface="+mn-cs"/>
                <a:hlinkClick r:id="rId3"/>
              </a:rPr>
              <a:t>[40]</a:t>
            </a:r>
            <a:r>
              <a:rPr lang="en-NZ" sz="1200" kern="1200" dirty="0">
                <a:solidFill>
                  <a:schemeClr val="tx1"/>
                </a:solidFill>
                <a:effectLst/>
                <a:latin typeface="+mn-lt"/>
                <a:ea typeface="+mn-ea"/>
                <a:cs typeface="+mn-cs"/>
              </a:rPr>
              <a:t>. In practice, this means you still need robust security controls (to prevent breaches) </a:t>
            </a:r>
            <a:r>
              <a:rPr lang="en-NZ" sz="1200" i="1" kern="1200" dirty="0">
                <a:solidFill>
                  <a:schemeClr val="tx1"/>
                </a:solidFill>
                <a:effectLst/>
                <a:latin typeface="+mn-lt"/>
                <a:ea typeface="+mn-ea"/>
                <a:cs typeface="+mn-cs"/>
              </a:rPr>
              <a:t>and</a:t>
            </a:r>
            <a:r>
              <a:rPr lang="en-NZ" sz="1200" kern="1200" dirty="0">
                <a:solidFill>
                  <a:schemeClr val="tx1"/>
                </a:solidFill>
                <a:effectLst/>
                <a:latin typeface="+mn-lt"/>
                <a:ea typeface="+mn-ea"/>
                <a:cs typeface="+mn-cs"/>
              </a:rPr>
              <a:t> you also need good backups (to recover if prevention fails).</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30</a:t>
            </a:fld>
            <a:endParaRPr lang="en-NZ"/>
          </a:p>
        </p:txBody>
      </p:sp>
    </p:spTree>
    <p:extLst>
      <p:ext uri="{BB962C8B-B14F-4D97-AF65-F5344CB8AC3E}">
        <p14:creationId xmlns:p14="http://schemas.microsoft.com/office/powerpoint/2010/main" val="24838534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“Secure by default” means that a system or product ships in its most locked-down, safest configuration. In practice, this means unnecessary features, services, and ports are disabled until an administrator explicitly enables them. Security best practices recommend that defaults should be restrictive: provide only the functionality needed and turn everything else off</a:t>
            </a:r>
            <a:r>
              <a:rPr lang="en-NZ" sz="1200" kern="1200" dirty="0">
                <a:solidFill>
                  <a:schemeClr val="tx1"/>
                </a:solidFill>
                <a:effectLst/>
                <a:latin typeface="+mn-lt"/>
                <a:ea typeface="+mn-ea"/>
                <a:cs typeface="+mn-cs"/>
                <a:hlinkClick r:id="rId3"/>
              </a:rPr>
              <a:t>[41]</a:t>
            </a:r>
            <a:r>
              <a:rPr lang="en-NZ" sz="1200" kern="1200" dirty="0">
                <a:solidFill>
                  <a:schemeClr val="tx1"/>
                </a:solidFill>
                <a:effectLst/>
                <a:latin typeface="+mn-lt"/>
                <a:ea typeface="+mn-ea"/>
                <a:cs typeface="+mn-cs"/>
              </a:rPr>
              <a:t>. This approach ensures that new installations are less exposed out of the box. For example, an operating system might disable unused network services by default. The idea is that users configure only what they truly need, reducing the chance that an unneeded service with a vulnerability is left running.</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31</a:t>
            </a:fld>
            <a:endParaRPr lang="en-NZ"/>
          </a:p>
        </p:txBody>
      </p:sp>
    </p:spTree>
    <p:extLst>
      <p:ext uri="{BB962C8B-B14F-4D97-AF65-F5344CB8AC3E}">
        <p14:creationId xmlns:p14="http://schemas.microsoft.com/office/powerpoint/2010/main" val="14850535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Returning different error messages for “username not found” versus “incorrect password” creates a vulnerability called user enumeration. An attacker can try many usernames and learn which ones are valid based on the system’s response. Security experts warn that user enumeration “provides crucial information for targeted attacks… which cannot take place if the attacker does not know which users exist”</a:t>
            </a:r>
            <a:r>
              <a:rPr lang="en-NZ" sz="1200" kern="1200" dirty="0">
                <a:solidFill>
                  <a:schemeClr val="tx1"/>
                </a:solidFill>
                <a:effectLst/>
                <a:latin typeface="+mn-lt"/>
                <a:ea typeface="+mn-ea"/>
                <a:cs typeface="+mn-cs"/>
                <a:hlinkClick r:id="rId3"/>
              </a:rPr>
              <a:t>[42]</a:t>
            </a:r>
            <a:r>
              <a:rPr lang="en-NZ" sz="1200" kern="1200" dirty="0">
                <a:solidFill>
                  <a:schemeClr val="tx1"/>
                </a:solidFill>
                <a:effectLst/>
                <a:latin typeface="+mn-lt"/>
                <a:ea typeface="+mn-ea"/>
                <a:cs typeface="+mn-cs"/>
              </a:rPr>
              <a:t>. In practice, the fix is simple: use a generic error like “Invalid username or password” so that outsiders cannot tell whether the username exists. That way, attackers cannot learn valid usernames just from login errors.</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32</a:t>
            </a:fld>
            <a:endParaRPr lang="en-NZ"/>
          </a:p>
        </p:txBody>
      </p:sp>
    </p:spTree>
    <p:extLst>
      <p:ext uri="{BB962C8B-B14F-4D97-AF65-F5344CB8AC3E}">
        <p14:creationId xmlns:p14="http://schemas.microsoft.com/office/powerpoint/2010/main" val="34916740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Implementing rate limiting is a sound security practice. By restricting the number of login attempts or API calls a user can make in a given time frame, you hinder automated brute-force attacks and abuse. For example, limiting failed logins per minute makes it impractically slow for an attacker to guess many passwords. Security sources note that rate limiting “can help to prevent brute force attacks by limiting the number of login attempts that can be made within a specific time frame”</a:t>
            </a:r>
            <a:r>
              <a:rPr lang="en-NZ" sz="1200" kern="1200" dirty="0">
                <a:solidFill>
                  <a:schemeClr val="tx1"/>
                </a:solidFill>
                <a:effectLst/>
                <a:latin typeface="+mn-lt"/>
                <a:ea typeface="+mn-ea"/>
                <a:cs typeface="+mn-cs"/>
                <a:hlinkClick r:id="rId3"/>
              </a:rPr>
              <a:t>[43]</a:t>
            </a:r>
            <a:r>
              <a:rPr lang="en-NZ" sz="1200" kern="1200" dirty="0">
                <a:solidFill>
                  <a:schemeClr val="tx1"/>
                </a:solidFill>
                <a:effectLst/>
                <a:latin typeface="+mn-lt"/>
                <a:ea typeface="+mn-ea"/>
                <a:cs typeface="+mn-cs"/>
              </a:rPr>
              <a:t>. In short, rate limiting raises the effort and time required for attackers to succeed, thereby reducing the risk of automated attacks.</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33</a:t>
            </a:fld>
            <a:endParaRPr lang="en-NZ"/>
          </a:p>
        </p:txBody>
      </p:sp>
    </p:spTree>
    <p:extLst>
      <p:ext uri="{BB962C8B-B14F-4D97-AF65-F5344CB8AC3E}">
        <p14:creationId xmlns:p14="http://schemas.microsoft.com/office/powerpoint/2010/main" val="39866425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In measuring security maturity, the emphasis should be on response capability rather than sheer number of tools. Specifically, how quickly your organization can detect and respond to threats is a key metric. Reducing “mean time to detect” has a huge impact on damage control. For instance, one analysis points out that faster incident detection “can reduce the potential damage caused by security breaches”</a:t>
            </a:r>
            <a:r>
              <a:rPr lang="en-NZ" sz="1200" kern="1200" dirty="0">
                <a:solidFill>
                  <a:schemeClr val="tx1"/>
                </a:solidFill>
                <a:effectLst/>
                <a:latin typeface="+mn-lt"/>
                <a:ea typeface="+mn-ea"/>
                <a:cs typeface="+mn-cs"/>
                <a:hlinkClick r:id="rId3"/>
              </a:rPr>
              <a:t>[44]</a:t>
            </a:r>
            <a:r>
              <a:rPr lang="en-NZ" sz="1200" kern="1200" dirty="0">
                <a:solidFill>
                  <a:schemeClr val="tx1"/>
                </a:solidFill>
                <a:effectLst/>
                <a:latin typeface="+mn-lt"/>
                <a:ea typeface="+mn-ea"/>
                <a:cs typeface="+mn-cs"/>
              </a:rPr>
              <a:t>. In other words, it’s better to catch a breach in minutes than hours, regardless of how many security products you have. A mature security program thus tracks metrics like detection speed and response time, rather than just counting products or checkboxes.</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34</a:t>
            </a:fld>
            <a:endParaRPr lang="en-NZ"/>
          </a:p>
        </p:txBody>
      </p:sp>
    </p:spTree>
    <p:extLst>
      <p:ext uri="{BB962C8B-B14F-4D97-AF65-F5344CB8AC3E}">
        <p14:creationId xmlns:p14="http://schemas.microsoft.com/office/powerpoint/2010/main" val="4528164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Question 35:</a:t>
            </a:r>
            <a:br>
              <a:rPr lang="en-NZ" sz="1200" kern="1200" dirty="0">
                <a:solidFill>
                  <a:schemeClr val="tx1"/>
                </a:solidFill>
                <a:effectLst/>
                <a:latin typeface="+mn-lt"/>
                <a:ea typeface="+mn-ea"/>
                <a:cs typeface="+mn-cs"/>
              </a:rPr>
            </a:br>
            <a:r>
              <a:rPr lang="en-NZ" sz="1200" kern="1200" dirty="0">
                <a:solidFill>
                  <a:schemeClr val="tx1"/>
                </a:solidFill>
                <a:effectLst/>
                <a:latin typeface="+mn-lt"/>
                <a:ea typeface="+mn-ea"/>
                <a:cs typeface="+mn-cs"/>
              </a:rPr>
              <a:t>Answer: No</a:t>
            </a:r>
            <a:br>
              <a:rPr lang="en-NZ" sz="1200" kern="1200" dirty="0">
                <a:solidFill>
                  <a:schemeClr val="tx1"/>
                </a:solidFill>
                <a:effectLst/>
                <a:latin typeface="+mn-lt"/>
                <a:ea typeface="+mn-ea"/>
                <a:cs typeface="+mn-cs"/>
              </a:rPr>
            </a:br>
            <a:r>
              <a:rPr lang="en-NZ" sz="1200" kern="1200" dirty="0">
                <a:solidFill>
                  <a:schemeClr val="tx1"/>
                </a:solidFill>
                <a:effectLst/>
                <a:latin typeface="+mn-lt"/>
                <a:ea typeface="+mn-ea"/>
                <a:cs typeface="+mn-cs"/>
              </a:rPr>
              <a:t>Explanation: Disabling TLS (HTTPS) certificate validation is extremely dangerous because it invites man-in-the-middle attacks. Certificate validation is what ensures you are really talking to the intended server. If you ignore this step, an attacker can present a fake certificate and intercept the encrypted traffic without either side noticing. As one expert explains, if you ignore the certificate store, “you can’t verify any server-side certificate, and you open the door to man-in-the-middle attacks”</a:t>
            </a:r>
            <a:r>
              <a:rPr lang="en-NZ" sz="1200" kern="1200" dirty="0">
                <a:solidFill>
                  <a:schemeClr val="tx1"/>
                </a:solidFill>
                <a:effectLst/>
                <a:latin typeface="+mn-lt"/>
                <a:ea typeface="+mn-ea"/>
                <a:cs typeface="+mn-cs"/>
                <a:hlinkClick r:id="rId3"/>
              </a:rPr>
              <a:t>[45]</a:t>
            </a:r>
            <a:r>
              <a:rPr lang="en-NZ" sz="1200" kern="1200" dirty="0">
                <a:solidFill>
                  <a:schemeClr val="tx1"/>
                </a:solidFill>
                <a:effectLst/>
                <a:latin typeface="+mn-lt"/>
                <a:ea typeface="+mn-ea"/>
                <a:cs typeface="+mn-cs"/>
              </a:rPr>
              <a:t>. In practice, disabling validation would allow an attacker to eavesdrop on or alter what you think is a secure connection. Therefore, certificate checks must always remain enabled.</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35</a:t>
            </a:fld>
            <a:endParaRPr lang="en-NZ"/>
          </a:p>
        </p:txBody>
      </p:sp>
    </p:spTree>
    <p:extLst>
      <p:ext uri="{BB962C8B-B14F-4D97-AF65-F5344CB8AC3E}">
        <p14:creationId xmlns:p14="http://schemas.microsoft.com/office/powerpoint/2010/main" val="11492969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77F2F-12D1-C7EE-9612-F8C731E773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F9C67-CDA2-427B-DDF0-F191B27C58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E793ED-27A0-03E7-E633-BBCB282639D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Security is not just a technical problem; it also involves people, processes, and organizational culture. Many data leaks happen due to social or procedural issues (like phishing or lack of policy enforcement), not purely technical flaws. The field of “human factors” in security shows that psychological and social elements are critical. For example, analysts emphasize that the human component is “a critical component of cybersecurity” – how people behave and make decisions greatly impacts security outcomes</a:t>
            </a:r>
            <a:r>
              <a:rPr lang="en-NZ" sz="1200" kern="1200" dirty="0">
                <a:solidFill>
                  <a:schemeClr val="tx1"/>
                </a:solidFill>
                <a:effectLst/>
                <a:latin typeface="+mn-lt"/>
                <a:ea typeface="+mn-ea"/>
                <a:cs typeface="+mn-cs"/>
                <a:hlinkClick r:id="rId3"/>
              </a:rPr>
              <a:t>[46]</a:t>
            </a:r>
            <a:r>
              <a:rPr lang="en-NZ" sz="1200" kern="1200" dirty="0">
                <a:solidFill>
                  <a:schemeClr val="tx1"/>
                </a:solidFill>
                <a:effectLst/>
                <a:latin typeface="+mn-lt"/>
                <a:ea typeface="+mn-ea"/>
                <a:cs typeface="+mn-cs"/>
              </a:rPr>
              <a:t>. This means that technologies alone will not suffice; we also need training, clear policies, and a security-aware culture to truly protect systems.</a:t>
            </a:r>
          </a:p>
          <a:p>
            <a:endParaRPr lang="en-NZ" dirty="0"/>
          </a:p>
        </p:txBody>
      </p:sp>
      <p:sp>
        <p:nvSpPr>
          <p:cNvPr id="4" name="Slide Number Placeholder 3">
            <a:extLst>
              <a:ext uri="{FF2B5EF4-FFF2-40B4-BE49-F238E27FC236}">
                <a16:creationId xmlns:a16="http://schemas.microsoft.com/office/drawing/2014/main" id="{8428739E-09C4-4087-F474-0AC052BAE048}"/>
              </a:ext>
            </a:extLst>
          </p:cNvPr>
          <p:cNvSpPr>
            <a:spLocks noGrp="1"/>
          </p:cNvSpPr>
          <p:nvPr>
            <p:ph type="sldNum" sz="quarter" idx="5"/>
          </p:nvPr>
        </p:nvSpPr>
        <p:spPr/>
        <p:txBody>
          <a:bodyPr/>
          <a:lstStyle/>
          <a:p>
            <a:fld id="{BC43C872-6BE8-4AA5-B137-2E076A2635D3}" type="slidenum">
              <a:rPr lang="en-NZ" smtClean="0"/>
              <a:t>36</a:t>
            </a:fld>
            <a:endParaRPr lang="en-NZ"/>
          </a:p>
        </p:txBody>
      </p:sp>
    </p:spTree>
    <p:extLst>
      <p:ext uri="{BB962C8B-B14F-4D97-AF65-F5344CB8AC3E}">
        <p14:creationId xmlns:p14="http://schemas.microsoft.com/office/powerpoint/2010/main" val="30138473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Establishing secure coding standards is an important way to reduce uncertainty and risk in software. When developers follow a defined set of guidelines, it helps prevent many common programming errors that lead to vulnerabilities. In fact, industry secure coding guides state that implementing coding standards across a system “will significantly reduce the risk of disclosure, alteration or destruction of information due to software vulnerabilities”</a:t>
            </a:r>
            <a:r>
              <a:rPr lang="en-NZ" sz="1200" kern="1200" dirty="0">
                <a:solidFill>
                  <a:schemeClr val="tx1"/>
                </a:solidFill>
                <a:effectLst/>
                <a:latin typeface="+mn-lt"/>
                <a:ea typeface="+mn-ea"/>
                <a:cs typeface="+mn-cs"/>
                <a:hlinkClick r:id="rId3"/>
              </a:rPr>
              <a:t>[47]</a:t>
            </a:r>
            <a:r>
              <a:rPr lang="en-NZ" sz="1200" kern="1200" dirty="0">
                <a:solidFill>
                  <a:schemeClr val="tx1"/>
                </a:solidFill>
                <a:effectLst/>
                <a:latin typeface="+mn-lt"/>
                <a:ea typeface="+mn-ea"/>
                <a:cs typeface="+mn-cs"/>
              </a:rPr>
              <a:t>. In practice, coding standards can require checks for input validation, encryption, authentication, etc., so that developers do not omit these protections. The net effect is more consistent, safer code and fewer surprises, which lowers overall security risk.</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37</a:t>
            </a:fld>
            <a:endParaRPr lang="en-NZ"/>
          </a:p>
        </p:txBody>
      </p:sp>
    </p:spTree>
    <p:extLst>
      <p:ext uri="{BB962C8B-B14F-4D97-AF65-F5344CB8AC3E}">
        <p14:creationId xmlns:p14="http://schemas.microsoft.com/office/powerpoint/2010/main" val="32011638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A “logic vulnerability” means the software works exactly as it was written, but its logic is flawed in a way that compromises security. In other words, the system behaves normally according to its (imperfect) design, so standard tests may pass, but an attacker can still exploit the intended logic. For example, a program might enforce a rule in all cases except a special sequence an attacker finds. This type of vulnerability is often invisible in normal operation and only appears when you consider unusual scenarios</a:t>
            </a:r>
            <a:r>
              <a:rPr lang="en-NZ" sz="1200" kern="1200" dirty="0">
                <a:solidFill>
                  <a:schemeClr val="tx1"/>
                </a:solidFill>
                <a:effectLst/>
                <a:latin typeface="+mn-lt"/>
                <a:ea typeface="+mn-ea"/>
                <a:cs typeface="+mn-cs"/>
                <a:hlinkClick r:id="rId3"/>
              </a:rPr>
              <a:t>[12]</a:t>
            </a:r>
            <a:r>
              <a:rPr lang="en-NZ" sz="1200" kern="1200" dirty="0">
                <a:solidFill>
                  <a:schemeClr val="tx1"/>
                </a:solidFill>
                <a:effectLst/>
                <a:latin typeface="+mn-lt"/>
                <a:ea typeface="+mn-ea"/>
                <a:cs typeface="+mn-cs"/>
              </a:rPr>
              <a:t>. In summary, yes – the system may function without crashing or bugs, but that doesn’t guarantee it is safe if its rules can be subverted.</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38</a:t>
            </a:fld>
            <a:endParaRPr lang="en-NZ"/>
          </a:p>
        </p:txBody>
      </p:sp>
    </p:spTree>
    <p:extLst>
      <p:ext uri="{BB962C8B-B14F-4D97-AF65-F5344CB8AC3E}">
        <p14:creationId xmlns:p14="http://schemas.microsoft.com/office/powerpoint/2010/main" val="42253079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Even very skilled attackers can be deterred if security controls raise the cost and complexity of an attack. The goal of </a:t>
            </a:r>
            <a:r>
              <a:rPr lang="en-NZ" sz="1200" kern="1200" dirty="0" err="1">
                <a:solidFill>
                  <a:schemeClr val="tx1"/>
                </a:solidFill>
                <a:effectLst/>
                <a:latin typeface="+mn-lt"/>
                <a:ea typeface="+mn-ea"/>
                <a:cs typeface="+mn-cs"/>
              </a:rPr>
              <a:t>defense</a:t>
            </a:r>
            <a:r>
              <a:rPr lang="en-NZ" sz="1200" kern="1200" dirty="0">
                <a:solidFill>
                  <a:schemeClr val="tx1"/>
                </a:solidFill>
                <a:effectLst/>
                <a:latin typeface="+mn-lt"/>
                <a:ea typeface="+mn-ea"/>
                <a:cs typeface="+mn-cs"/>
              </a:rPr>
              <a:t> is not to be perfect, but to make breaches too expensive or time-consuming to be worthwhile. As one security analysis notes, most attackers are rational: if hacking a system “demands high specialized equipment” but yields little reward, the attackers will move on to easier targets</a:t>
            </a:r>
            <a:r>
              <a:rPr lang="en-NZ" sz="1200" kern="1200" dirty="0">
                <a:solidFill>
                  <a:schemeClr val="tx1"/>
                </a:solidFill>
                <a:effectLst/>
                <a:latin typeface="+mn-lt"/>
                <a:ea typeface="+mn-ea"/>
                <a:cs typeface="+mn-cs"/>
                <a:hlinkClick r:id="rId3"/>
              </a:rPr>
              <a:t>[48]</a:t>
            </a:r>
            <a:r>
              <a:rPr lang="en-NZ" sz="1200" kern="1200" dirty="0">
                <a:solidFill>
                  <a:schemeClr val="tx1"/>
                </a:solidFill>
                <a:effectLst/>
                <a:latin typeface="+mn-lt"/>
                <a:ea typeface="+mn-ea"/>
                <a:cs typeface="+mn-cs"/>
              </a:rPr>
              <a:t>. In practice, this means we implement strong encryption, multi-factor authentication, and monitoring so that an attack would require months of effort. When </a:t>
            </a:r>
            <a:r>
              <a:rPr lang="en-NZ" sz="1200" kern="1200" dirty="0" err="1">
                <a:solidFill>
                  <a:schemeClr val="tx1"/>
                </a:solidFill>
                <a:effectLst/>
                <a:latin typeface="+mn-lt"/>
                <a:ea typeface="+mn-ea"/>
                <a:cs typeface="+mn-cs"/>
              </a:rPr>
              <a:t>defenses</a:t>
            </a:r>
            <a:r>
              <a:rPr lang="en-NZ" sz="1200" kern="1200" dirty="0">
                <a:solidFill>
                  <a:schemeClr val="tx1"/>
                </a:solidFill>
                <a:effectLst/>
                <a:latin typeface="+mn-lt"/>
                <a:ea typeface="+mn-ea"/>
                <a:cs typeface="+mn-cs"/>
              </a:rPr>
              <a:t> are strong, many attackers will simply abandon the attempt and seek a softer target</a:t>
            </a:r>
            <a:r>
              <a:rPr lang="en-NZ" sz="1200" kern="1200" dirty="0">
                <a:solidFill>
                  <a:schemeClr val="tx1"/>
                </a:solidFill>
                <a:effectLst/>
                <a:latin typeface="+mn-lt"/>
                <a:ea typeface="+mn-ea"/>
                <a:cs typeface="+mn-cs"/>
                <a:hlinkClick r:id="rId4"/>
              </a:rPr>
              <a:t>[49]</a:t>
            </a:r>
            <a:r>
              <a:rPr lang="en-NZ" sz="1200" kern="1200" dirty="0">
                <a:solidFill>
                  <a:schemeClr val="tx1"/>
                </a:solidFill>
                <a:effectLst/>
                <a:latin typeface="+mn-lt"/>
                <a:ea typeface="+mn-ea"/>
                <a:cs typeface="+mn-cs"/>
              </a:rPr>
              <a:t>. Thus, good security raises the bar rather than assuming attackers are unstoppable.</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39</a:t>
            </a:fld>
            <a:endParaRPr lang="en-NZ"/>
          </a:p>
        </p:txBody>
      </p:sp>
    </p:spTree>
    <p:extLst>
      <p:ext uri="{BB962C8B-B14F-4D97-AF65-F5344CB8AC3E}">
        <p14:creationId xmlns:p14="http://schemas.microsoft.com/office/powerpoint/2010/main" val="39922117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Engaging in threat </a:t>
            </a:r>
            <a:r>
              <a:rPr lang="en-NZ" sz="1200" kern="1200" dirty="0" err="1">
                <a:solidFill>
                  <a:schemeClr val="tx1"/>
                </a:solidFill>
                <a:effectLst/>
                <a:latin typeface="+mn-lt"/>
                <a:ea typeface="+mn-ea"/>
                <a:cs typeface="+mn-cs"/>
              </a:rPr>
              <a:t>modeling</a:t>
            </a:r>
            <a:r>
              <a:rPr lang="en-NZ" sz="1200" kern="1200" dirty="0">
                <a:solidFill>
                  <a:schemeClr val="tx1"/>
                </a:solidFill>
                <a:effectLst/>
                <a:latin typeface="+mn-lt"/>
                <a:ea typeface="+mn-ea"/>
                <a:cs typeface="+mn-cs"/>
              </a:rPr>
              <a:t> early in development can indeed prevent entire classes of security bugs from ever appearing. Threat </a:t>
            </a:r>
            <a:r>
              <a:rPr lang="en-NZ" sz="1200" kern="1200" dirty="0" err="1">
                <a:solidFill>
                  <a:schemeClr val="tx1"/>
                </a:solidFill>
                <a:effectLst/>
                <a:latin typeface="+mn-lt"/>
                <a:ea typeface="+mn-ea"/>
                <a:cs typeface="+mn-cs"/>
              </a:rPr>
              <a:t>modeling</a:t>
            </a:r>
            <a:r>
              <a:rPr lang="en-NZ" sz="1200" kern="1200" dirty="0">
                <a:solidFill>
                  <a:schemeClr val="tx1"/>
                </a:solidFill>
                <a:effectLst/>
                <a:latin typeface="+mn-lt"/>
                <a:ea typeface="+mn-ea"/>
                <a:cs typeface="+mn-cs"/>
              </a:rPr>
              <a:t> is the process of systematically identifying potential threats and weaknesses in a design </a:t>
            </a:r>
            <a:r>
              <a:rPr lang="en-NZ" sz="1200" i="1" kern="1200" dirty="0">
                <a:solidFill>
                  <a:schemeClr val="tx1"/>
                </a:solidFill>
                <a:effectLst/>
                <a:latin typeface="+mn-lt"/>
                <a:ea typeface="+mn-ea"/>
                <a:cs typeface="+mn-cs"/>
              </a:rPr>
              <a:t>before</a:t>
            </a:r>
            <a:r>
              <a:rPr lang="en-NZ" sz="1200" kern="1200" dirty="0">
                <a:solidFill>
                  <a:schemeClr val="tx1"/>
                </a:solidFill>
                <a:effectLst/>
                <a:latin typeface="+mn-lt"/>
                <a:ea typeface="+mn-ea"/>
                <a:cs typeface="+mn-cs"/>
              </a:rPr>
              <a:t> coding begins. By doing so, designers can build countermeasures into the architecture from the start. As one expert blog puts it, threat </a:t>
            </a:r>
            <a:r>
              <a:rPr lang="en-NZ" sz="1200" kern="1200" dirty="0" err="1">
                <a:solidFill>
                  <a:schemeClr val="tx1"/>
                </a:solidFill>
                <a:effectLst/>
                <a:latin typeface="+mn-lt"/>
                <a:ea typeface="+mn-ea"/>
                <a:cs typeface="+mn-cs"/>
              </a:rPr>
              <a:t>modeling</a:t>
            </a:r>
            <a:r>
              <a:rPr lang="en-NZ" sz="1200" kern="1200" dirty="0">
                <a:solidFill>
                  <a:schemeClr val="tx1"/>
                </a:solidFill>
                <a:effectLst/>
                <a:latin typeface="+mn-lt"/>
                <a:ea typeface="+mn-ea"/>
                <a:cs typeface="+mn-cs"/>
              </a:rPr>
              <a:t> is a “proactive security design process” that identifies and prioritizes threats before they become real attacks</a:t>
            </a:r>
            <a:r>
              <a:rPr lang="en-NZ" sz="1200" kern="1200" dirty="0">
                <a:solidFill>
                  <a:schemeClr val="tx1"/>
                </a:solidFill>
                <a:effectLst/>
                <a:latin typeface="+mn-lt"/>
                <a:ea typeface="+mn-ea"/>
                <a:cs typeface="+mn-cs"/>
                <a:hlinkClick r:id="rId3"/>
              </a:rPr>
              <a:t>[50]</a:t>
            </a:r>
            <a:r>
              <a:rPr lang="en-NZ" sz="1200" kern="1200" dirty="0">
                <a:solidFill>
                  <a:schemeClr val="tx1"/>
                </a:solidFill>
                <a:effectLst/>
                <a:latin typeface="+mn-lt"/>
                <a:ea typeface="+mn-ea"/>
                <a:cs typeface="+mn-cs"/>
              </a:rPr>
              <a:t>. In effect, this foresight helps teams think through how an attacker might misuse features and prevents certain missteps that would otherwise lead to bugs. The net result is fewer security flaws in the finished product.</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40</a:t>
            </a:fld>
            <a:endParaRPr lang="en-NZ"/>
          </a:p>
        </p:txBody>
      </p:sp>
    </p:spTree>
    <p:extLst>
      <p:ext uri="{BB962C8B-B14F-4D97-AF65-F5344CB8AC3E}">
        <p14:creationId xmlns:p14="http://schemas.microsoft.com/office/powerpoint/2010/main" val="29001359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Security measures often depend on the specific context – there is no one-size-fits-all solution. What makes sense in one environment may not be appropriate in another. For example, the right access controls, encryption, or monitoring depends on the kind of data you have, the threat environment, and business needs. In practice, this means evaluators should consider the context of the question (such as data sensitivity, user base, and risk priorities). No single answer is universally correct because security is situational. A flexible, risk-based approach – rather than a rigid rule – is the sound strategy.</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41</a:t>
            </a:fld>
            <a:endParaRPr lang="en-NZ"/>
          </a:p>
        </p:txBody>
      </p:sp>
    </p:spTree>
    <p:extLst>
      <p:ext uri="{BB962C8B-B14F-4D97-AF65-F5344CB8AC3E}">
        <p14:creationId xmlns:p14="http://schemas.microsoft.com/office/powerpoint/2010/main" val="16393394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An “assume breach” mindset means planning as if an attacker is already inside the network. Under this approach, the emphasis shifts to detecting and recovering from breaches rather than only trying to prevent them. In practice, systems are designed to be observable and recoverable: we put in place intrusion detection, logs, incident response plans, and automatic recovery mechanisms. As one discussion of this paradigm states, under “assume breach,” the focus turns to “detection of attack and penetration” and “recovery from data leakage, tampering or compromise”</a:t>
            </a:r>
            <a:r>
              <a:rPr lang="en-NZ" sz="1200" kern="1200" dirty="0">
                <a:solidFill>
                  <a:schemeClr val="tx1"/>
                </a:solidFill>
                <a:effectLst/>
                <a:latin typeface="+mn-lt"/>
                <a:ea typeface="+mn-ea"/>
                <a:cs typeface="+mn-cs"/>
                <a:hlinkClick r:id="rId3"/>
              </a:rPr>
              <a:t>[51]</a:t>
            </a:r>
            <a:r>
              <a:rPr lang="en-NZ" sz="1200" kern="1200" dirty="0">
                <a:solidFill>
                  <a:schemeClr val="tx1"/>
                </a:solidFill>
                <a:effectLst/>
                <a:latin typeface="+mn-lt"/>
                <a:ea typeface="+mn-ea"/>
                <a:cs typeface="+mn-cs"/>
              </a:rPr>
              <a:t>. In summary, assuming breach means building strong detection, alerting, and recovery processes into the design, so that if something does slip through, it can be found and contained quickly.</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42</a:t>
            </a:fld>
            <a:endParaRPr lang="en-NZ"/>
          </a:p>
        </p:txBody>
      </p:sp>
    </p:spTree>
    <p:extLst>
      <p:ext uri="{BB962C8B-B14F-4D97-AF65-F5344CB8AC3E}">
        <p14:creationId xmlns:p14="http://schemas.microsoft.com/office/powerpoint/2010/main" val="26516908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The idea of “perfect security” is a myth; no system can be 100% secure. Instead, security is about risk management – reducing and controlling risk to acceptable levels. Even those who insist on the strongest measures recognize that absolute security is impossible. As one source puts it, organizations must accept that “perfect security is impossible and unaffordable – the goal isn’t eliminating all [risk] but reducing it to acceptable levels”</a:t>
            </a:r>
            <a:r>
              <a:rPr lang="en-NZ" sz="1200" kern="1200" dirty="0">
                <a:solidFill>
                  <a:schemeClr val="tx1"/>
                </a:solidFill>
                <a:effectLst/>
                <a:latin typeface="+mn-lt"/>
                <a:ea typeface="+mn-ea"/>
                <a:cs typeface="+mn-cs"/>
                <a:hlinkClick r:id="rId3"/>
              </a:rPr>
              <a:t>[52]</a:t>
            </a:r>
            <a:r>
              <a:rPr lang="en-NZ" sz="1200" kern="1200" dirty="0">
                <a:solidFill>
                  <a:schemeClr val="tx1"/>
                </a:solidFill>
                <a:effectLst/>
                <a:latin typeface="+mn-lt"/>
                <a:ea typeface="+mn-ea"/>
                <a:cs typeface="+mn-cs"/>
              </a:rPr>
              <a:t>. In practice, this means investing in layers of </a:t>
            </a:r>
            <a:r>
              <a:rPr lang="en-NZ" sz="1200" kern="1200" dirty="0" err="1">
                <a:solidFill>
                  <a:schemeClr val="tx1"/>
                </a:solidFill>
                <a:effectLst/>
                <a:latin typeface="+mn-lt"/>
                <a:ea typeface="+mn-ea"/>
                <a:cs typeface="+mn-cs"/>
              </a:rPr>
              <a:t>defense</a:t>
            </a:r>
            <a:r>
              <a:rPr lang="en-NZ" sz="1200" kern="1200" dirty="0">
                <a:solidFill>
                  <a:schemeClr val="tx1"/>
                </a:solidFill>
                <a:effectLst/>
                <a:latin typeface="+mn-lt"/>
                <a:ea typeface="+mn-ea"/>
                <a:cs typeface="+mn-cs"/>
              </a:rPr>
              <a:t> and continuous improvement, while understanding that some residual risk always remains. The focus is on minimizing risk, not on an unattainable perfection.</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43</a:t>
            </a:fld>
            <a:endParaRPr lang="en-NZ"/>
          </a:p>
        </p:txBody>
      </p:sp>
    </p:spTree>
    <p:extLst>
      <p:ext uri="{BB962C8B-B14F-4D97-AF65-F5344CB8AC3E}">
        <p14:creationId xmlns:p14="http://schemas.microsoft.com/office/powerpoint/2010/main" val="38949667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FB6B0-F365-CF81-FFFA-B77BBC0589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192441-A0CD-4936-FB6B-A4F74F8046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A18E97-8D65-F9D7-864A-34021E5FE0C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Focusing only on critical fixes is a flawed strategy because attackers can link together multiple “lower-severity” vulnerabilities into a serious exploit chain. For example, security professionals have demonstrated cases where a medium-severity flaw and a couple of low-severity issues, when combined, gave an attacker full control of an account</a:t>
            </a:r>
            <a:r>
              <a:rPr lang="en-NZ" sz="1200" kern="1200" dirty="0">
                <a:solidFill>
                  <a:schemeClr val="tx1"/>
                </a:solidFill>
                <a:effectLst/>
                <a:latin typeface="+mn-lt"/>
                <a:ea typeface="+mn-ea"/>
                <a:cs typeface="+mn-cs"/>
                <a:hlinkClick r:id="rId3"/>
              </a:rPr>
              <a:t>[53]</a:t>
            </a:r>
            <a:r>
              <a:rPr lang="en-NZ" sz="1200" kern="1200" dirty="0">
                <a:solidFill>
                  <a:schemeClr val="tx1"/>
                </a:solidFill>
                <a:effectLst/>
                <a:latin typeface="+mn-lt"/>
                <a:ea typeface="+mn-ea"/>
                <a:cs typeface="+mn-cs"/>
              </a:rPr>
              <a:t>. In that example, an attacker used a moderate XSS vulnerability along with two minor logic issues to completely compromise an account. This shows that leaving low-priority bugs unpatched can create a path for a larger breach. Therefore, all identified vulnerabilities should be addressed according to a risk-based priority – not only the high-severity ones.</a:t>
            </a:r>
          </a:p>
          <a:p>
            <a:endParaRPr lang="en-NZ" dirty="0"/>
          </a:p>
        </p:txBody>
      </p:sp>
      <p:sp>
        <p:nvSpPr>
          <p:cNvPr id="4" name="Slide Number Placeholder 3">
            <a:extLst>
              <a:ext uri="{FF2B5EF4-FFF2-40B4-BE49-F238E27FC236}">
                <a16:creationId xmlns:a16="http://schemas.microsoft.com/office/drawing/2014/main" id="{8E4D2289-DA59-A8C9-88C8-F7D8289BBF50}"/>
              </a:ext>
            </a:extLst>
          </p:cNvPr>
          <p:cNvSpPr>
            <a:spLocks noGrp="1"/>
          </p:cNvSpPr>
          <p:nvPr>
            <p:ph type="sldNum" sz="quarter" idx="5"/>
          </p:nvPr>
        </p:nvSpPr>
        <p:spPr/>
        <p:txBody>
          <a:bodyPr/>
          <a:lstStyle/>
          <a:p>
            <a:fld id="{BC43C872-6BE8-4AA5-B137-2E076A2635D3}" type="slidenum">
              <a:rPr lang="en-NZ" smtClean="0"/>
              <a:t>44</a:t>
            </a:fld>
            <a:endParaRPr lang="en-NZ"/>
          </a:p>
        </p:txBody>
      </p:sp>
    </p:spTree>
    <p:extLst>
      <p:ext uri="{BB962C8B-B14F-4D97-AF65-F5344CB8AC3E}">
        <p14:creationId xmlns:p14="http://schemas.microsoft.com/office/powerpoint/2010/main" val="26168499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200" kern="1200" dirty="0">
                <a:solidFill>
                  <a:schemeClr val="tx1"/>
                </a:solidFill>
                <a:effectLst/>
                <a:latin typeface="+mn-lt"/>
                <a:ea typeface="+mn-ea"/>
                <a:cs typeface="+mn-cs"/>
              </a:rPr>
              <a:t>Explanation: True security is a continuous, ongoing process of managing risk – not a one-time effort. Organizations must constantly assess new threats, update </a:t>
            </a:r>
            <a:r>
              <a:rPr lang="en-NZ" sz="1200" kern="1200" dirty="0" err="1">
                <a:solidFill>
                  <a:schemeClr val="tx1"/>
                </a:solidFill>
                <a:effectLst/>
                <a:latin typeface="+mn-lt"/>
                <a:ea typeface="+mn-ea"/>
                <a:cs typeface="+mn-cs"/>
              </a:rPr>
              <a:t>defenses</a:t>
            </a:r>
            <a:r>
              <a:rPr lang="en-NZ" sz="1200" kern="1200" dirty="0">
                <a:solidFill>
                  <a:schemeClr val="tx1"/>
                </a:solidFill>
                <a:effectLst/>
                <a:latin typeface="+mn-lt"/>
                <a:ea typeface="+mn-ea"/>
                <a:cs typeface="+mn-cs"/>
              </a:rPr>
              <a:t>, and improve controls. This aligns with the risk-based approach, which emphasizes “continuous monitoring” and iterative improvement. As one security overview reminds us, “Security is not a one-time effort — it’s ongoing. … you’re continuously assessing, updating, and improving your </a:t>
            </a:r>
            <a:r>
              <a:rPr lang="en-NZ" sz="1200" kern="1200" dirty="0" err="1">
                <a:solidFill>
                  <a:schemeClr val="tx1"/>
                </a:solidFill>
                <a:effectLst/>
                <a:latin typeface="+mn-lt"/>
                <a:ea typeface="+mn-ea"/>
                <a:cs typeface="+mn-cs"/>
              </a:rPr>
              <a:t>defenses</a:t>
            </a:r>
            <a:r>
              <a:rPr lang="en-NZ" sz="1200" kern="1200" dirty="0">
                <a:solidFill>
                  <a:schemeClr val="tx1"/>
                </a:solidFill>
                <a:effectLst/>
                <a:latin typeface="+mn-lt"/>
                <a:ea typeface="+mn-ea"/>
                <a:cs typeface="+mn-cs"/>
              </a:rPr>
              <a:t>”</a:t>
            </a:r>
            <a:r>
              <a:rPr lang="en-NZ" sz="1200" kern="1200" dirty="0">
                <a:solidFill>
                  <a:schemeClr val="tx1"/>
                </a:solidFill>
                <a:effectLst/>
                <a:latin typeface="+mn-lt"/>
                <a:ea typeface="+mn-ea"/>
                <a:cs typeface="+mn-cs"/>
                <a:hlinkClick r:id="rId3"/>
              </a:rPr>
              <a:t>[54]</a:t>
            </a:r>
            <a:r>
              <a:rPr lang="en-NZ" sz="1200" kern="1200" dirty="0">
                <a:solidFill>
                  <a:schemeClr val="tx1"/>
                </a:solidFill>
                <a:effectLst/>
                <a:latin typeface="+mn-lt"/>
                <a:ea typeface="+mn-ea"/>
                <a:cs typeface="+mn-cs"/>
              </a:rPr>
              <a:t>. In practice, this means regular security reviews, patch management, audits, and training – an ongoing cycle of risk management. Only by treating security as a continuous process can organizations stay ahead of evolving threats.</a:t>
            </a:r>
          </a:p>
          <a:p>
            <a:endParaRPr lang="en-NZ" dirty="0"/>
          </a:p>
        </p:txBody>
      </p:sp>
      <p:sp>
        <p:nvSpPr>
          <p:cNvPr id="4" name="Slide Number Placeholder 3"/>
          <p:cNvSpPr>
            <a:spLocks noGrp="1"/>
          </p:cNvSpPr>
          <p:nvPr>
            <p:ph type="sldNum" sz="quarter" idx="5"/>
          </p:nvPr>
        </p:nvSpPr>
        <p:spPr/>
        <p:txBody>
          <a:bodyPr/>
          <a:lstStyle/>
          <a:p>
            <a:fld id="{BC43C872-6BE8-4AA5-B137-2E076A2635D3}" type="slidenum">
              <a:rPr lang="en-NZ" smtClean="0"/>
              <a:t>45</a:t>
            </a:fld>
            <a:endParaRPr lang="en-NZ"/>
          </a:p>
        </p:txBody>
      </p:sp>
    </p:spTree>
    <p:extLst>
      <p:ext uri="{BB962C8B-B14F-4D97-AF65-F5344CB8AC3E}">
        <p14:creationId xmlns:p14="http://schemas.microsoft.com/office/powerpoint/2010/main" val="2269075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28.xml"/><Relationship Id="rId7" Type="http://schemas.microsoft.com/office/2007/relationships/diagramDrawing" Target="../diagrams/drawing28.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28.xml"/><Relationship Id="rId5" Type="http://schemas.openxmlformats.org/officeDocument/2006/relationships/diagramQuickStyle" Target="../diagrams/quickStyle28.xml"/><Relationship Id="rId4" Type="http://schemas.openxmlformats.org/officeDocument/2006/relationships/diagramLayout" Target="../diagrams/layout28.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29.xml"/><Relationship Id="rId7" Type="http://schemas.microsoft.com/office/2007/relationships/diagramDrawing" Target="../diagrams/drawing29.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29.xml"/><Relationship Id="rId5" Type="http://schemas.openxmlformats.org/officeDocument/2006/relationships/diagramQuickStyle" Target="../diagrams/quickStyle29.xml"/><Relationship Id="rId4" Type="http://schemas.openxmlformats.org/officeDocument/2006/relationships/diagramLayout" Target="../diagrams/layout29.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30.xml"/><Relationship Id="rId7" Type="http://schemas.microsoft.com/office/2007/relationships/diagramDrawing" Target="../diagrams/drawing30.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30.xml"/><Relationship Id="rId5" Type="http://schemas.openxmlformats.org/officeDocument/2006/relationships/diagramQuickStyle" Target="../diagrams/quickStyle30.xml"/><Relationship Id="rId4" Type="http://schemas.openxmlformats.org/officeDocument/2006/relationships/diagramLayout" Target="../diagrams/layout30.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31.xml"/><Relationship Id="rId7" Type="http://schemas.microsoft.com/office/2007/relationships/diagramDrawing" Target="../diagrams/drawing31.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31.xml"/><Relationship Id="rId5" Type="http://schemas.openxmlformats.org/officeDocument/2006/relationships/diagramQuickStyle" Target="../diagrams/quickStyle31.xml"/><Relationship Id="rId4" Type="http://schemas.openxmlformats.org/officeDocument/2006/relationships/diagramLayout" Target="../diagrams/layout31.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32.xml"/><Relationship Id="rId7" Type="http://schemas.microsoft.com/office/2007/relationships/diagramDrawing" Target="../diagrams/drawing32.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32.xml"/><Relationship Id="rId5" Type="http://schemas.openxmlformats.org/officeDocument/2006/relationships/diagramQuickStyle" Target="../diagrams/quickStyle32.xml"/><Relationship Id="rId4" Type="http://schemas.openxmlformats.org/officeDocument/2006/relationships/diagramLayout" Target="../diagrams/layout3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33.xml"/><Relationship Id="rId7" Type="http://schemas.microsoft.com/office/2007/relationships/diagramDrawing" Target="../diagrams/drawing33.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33.xml"/><Relationship Id="rId5" Type="http://schemas.openxmlformats.org/officeDocument/2006/relationships/diagramQuickStyle" Target="../diagrams/quickStyle33.xml"/><Relationship Id="rId4" Type="http://schemas.openxmlformats.org/officeDocument/2006/relationships/diagramLayout" Target="../diagrams/layout33.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34.xml"/><Relationship Id="rId7" Type="http://schemas.microsoft.com/office/2007/relationships/diagramDrawing" Target="../diagrams/drawing34.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34.xml"/><Relationship Id="rId5" Type="http://schemas.openxmlformats.org/officeDocument/2006/relationships/diagramQuickStyle" Target="../diagrams/quickStyle34.xml"/><Relationship Id="rId4" Type="http://schemas.openxmlformats.org/officeDocument/2006/relationships/diagramLayout" Target="../diagrams/layout34.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35.xml"/><Relationship Id="rId7" Type="http://schemas.microsoft.com/office/2007/relationships/diagramDrawing" Target="../diagrams/drawing35.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35.xml"/><Relationship Id="rId5" Type="http://schemas.openxmlformats.org/officeDocument/2006/relationships/diagramQuickStyle" Target="../diagrams/quickStyle35.xml"/><Relationship Id="rId4" Type="http://schemas.openxmlformats.org/officeDocument/2006/relationships/diagramLayout" Target="../diagrams/layout35.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36.xml"/><Relationship Id="rId7" Type="http://schemas.microsoft.com/office/2007/relationships/diagramDrawing" Target="../diagrams/drawing36.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Colors" Target="../diagrams/colors36.xml"/><Relationship Id="rId5" Type="http://schemas.openxmlformats.org/officeDocument/2006/relationships/diagramQuickStyle" Target="../diagrams/quickStyle36.xml"/><Relationship Id="rId4" Type="http://schemas.openxmlformats.org/officeDocument/2006/relationships/diagramLayout" Target="../diagrams/layout36.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37.xml"/><Relationship Id="rId7" Type="http://schemas.microsoft.com/office/2007/relationships/diagramDrawing" Target="../diagrams/drawing37.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Colors" Target="../diagrams/colors37.xml"/><Relationship Id="rId5" Type="http://schemas.openxmlformats.org/officeDocument/2006/relationships/diagramQuickStyle" Target="../diagrams/quickStyle37.xml"/><Relationship Id="rId4" Type="http://schemas.openxmlformats.org/officeDocument/2006/relationships/diagramLayout" Target="../diagrams/layout37.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38.xml"/><Relationship Id="rId7" Type="http://schemas.microsoft.com/office/2007/relationships/diagramDrawing" Target="../diagrams/drawing38.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38.xml"/><Relationship Id="rId5" Type="http://schemas.openxmlformats.org/officeDocument/2006/relationships/diagramQuickStyle" Target="../diagrams/quickStyle38.xml"/><Relationship Id="rId4" Type="http://schemas.openxmlformats.org/officeDocument/2006/relationships/diagramLayout" Target="../diagrams/layout38.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39.xml"/><Relationship Id="rId7" Type="http://schemas.microsoft.com/office/2007/relationships/diagramDrawing" Target="../diagrams/drawing39.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39.xml"/><Relationship Id="rId5" Type="http://schemas.openxmlformats.org/officeDocument/2006/relationships/diagramQuickStyle" Target="../diagrams/quickStyle39.xml"/><Relationship Id="rId4" Type="http://schemas.openxmlformats.org/officeDocument/2006/relationships/diagramLayout" Target="../diagrams/layout39.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40.xml"/><Relationship Id="rId7" Type="http://schemas.microsoft.com/office/2007/relationships/diagramDrawing" Target="../diagrams/drawing40.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Colors" Target="../diagrams/colors40.xml"/><Relationship Id="rId5" Type="http://schemas.openxmlformats.org/officeDocument/2006/relationships/diagramQuickStyle" Target="../diagrams/quickStyle40.xml"/><Relationship Id="rId4" Type="http://schemas.openxmlformats.org/officeDocument/2006/relationships/diagramLayout" Target="../diagrams/layout40.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41.xml"/><Relationship Id="rId7" Type="http://schemas.microsoft.com/office/2007/relationships/diagramDrawing" Target="../diagrams/drawing41.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diagramColors" Target="../diagrams/colors41.xml"/><Relationship Id="rId5" Type="http://schemas.openxmlformats.org/officeDocument/2006/relationships/diagramQuickStyle" Target="../diagrams/quickStyle41.xml"/><Relationship Id="rId4" Type="http://schemas.openxmlformats.org/officeDocument/2006/relationships/diagramLayout" Target="../diagrams/layout41.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42.xml"/><Relationship Id="rId7" Type="http://schemas.microsoft.com/office/2007/relationships/diagramDrawing" Target="../diagrams/drawing42.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diagramColors" Target="../diagrams/colors42.xml"/><Relationship Id="rId5" Type="http://schemas.openxmlformats.org/officeDocument/2006/relationships/diagramQuickStyle" Target="../diagrams/quickStyle42.xml"/><Relationship Id="rId4" Type="http://schemas.openxmlformats.org/officeDocument/2006/relationships/diagramLayout" Target="../diagrams/layout42.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43.xml"/><Relationship Id="rId7" Type="http://schemas.microsoft.com/office/2007/relationships/diagramDrawing" Target="../diagrams/drawing43.xm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diagramColors" Target="../diagrams/colors43.xml"/><Relationship Id="rId5" Type="http://schemas.openxmlformats.org/officeDocument/2006/relationships/diagramQuickStyle" Target="../diagrams/quickStyle43.xml"/><Relationship Id="rId4" Type="http://schemas.openxmlformats.org/officeDocument/2006/relationships/diagramLayout" Target="../diagrams/layout43.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44.xml"/><Relationship Id="rId7" Type="http://schemas.microsoft.com/office/2007/relationships/diagramDrawing" Target="../diagrams/drawing44.xml"/><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diagramColors" Target="../diagrams/colors44.xml"/><Relationship Id="rId5" Type="http://schemas.openxmlformats.org/officeDocument/2006/relationships/diagramQuickStyle" Target="../diagrams/quickStyle44.xml"/><Relationship Id="rId4" Type="http://schemas.openxmlformats.org/officeDocument/2006/relationships/diagramLayout" Target="../diagrams/layout44.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45.xml"/><Relationship Id="rId7" Type="http://schemas.microsoft.com/office/2007/relationships/diagramDrawing" Target="../diagrams/drawing45.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diagramColors" Target="../diagrams/colors45.xml"/><Relationship Id="rId5" Type="http://schemas.openxmlformats.org/officeDocument/2006/relationships/diagramQuickStyle" Target="../diagrams/quickStyle45.xml"/><Relationship Id="rId4" Type="http://schemas.openxmlformats.org/officeDocument/2006/relationships/diagramLayout" Target="../diagrams/layout45.xml"/></Relationships>
</file>

<file path=ppt/slides/_rels/slide46.xml.rels><?xml version="1.0" encoding="UTF-8" standalone="yes"?>
<Relationships xmlns="http://schemas.openxmlformats.org/package/2006/relationships"><Relationship Id="rId8" Type="http://schemas.openxmlformats.org/officeDocument/2006/relationships/hyperlink" Target="https://stackoverflow.com/questions/1746369/is-forcing-complex-passwords-more-important-than-salting#:~:text=The%20point%20of%20a%20salt,generate%20a%20new%20random%20salt" TargetMode="External"/><Relationship Id="rId13" Type="http://schemas.openxmlformats.org/officeDocument/2006/relationships/hyperlink" Target="https://www.rsa.com/resources/blog/multi-factor-authentication/beware-mfa-fatigue/" TargetMode="External"/><Relationship Id="rId3" Type="http://schemas.openxmlformats.org/officeDocument/2006/relationships/hyperlink" Target="https://security.stackexchange.com/questions/1687/does-hashing-a-file-from-an-unsigned-website-give-a-false-sense-of-security" TargetMode="External"/><Relationship Id="rId7" Type="http://schemas.openxmlformats.org/officeDocument/2006/relationships/hyperlink" Target="https://pages.nist.gov/800-63-4/sp800-63b.html" TargetMode="External"/><Relationship Id="rId12" Type="http://schemas.openxmlformats.org/officeDocument/2006/relationships/hyperlink" Target="https://www.rsa.com/resources/blog/multi-factor-authentication/beware-mfa-fatigue/#:~:text=MFA%20fatigue%20is%20a%20type,%E2%80%9D" TargetMode="External"/><Relationship Id="rId17" Type="http://schemas.openxmlformats.org/officeDocument/2006/relationships/hyperlink" Target="https://www.infosecinstitute.com/resources/cryptography/the-dangers-of-rolling-your-own-encryption/" TargetMode="External"/><Relationship Id="rId2" Type="http://schemas.openxmlformats.org/officeDocument/2006/relationships/hyperlink" Target="https://security.stackexchange.com/questions/1687/does-hashing-a-file-from-an-unsigned-website-give-a-false-sense-of-security#:~:text=" TargetMode="External"/><Relationship Id="rId16" Type="http://schemas.openxmlformats.org/officeDocument/2006/relationships/hyperlink" Target="https://www.infosecinstitute.com/resources/cryptography/the-dangers-of-rolling-your-own-encryption/#:~:text=%E2%80%9CThe%20take,brewed%20encryption%20schemes.%E2%80%9D" TargetMode="External"/><Relationship Id="rId1" Type="http://schemas.openxmlformats.org/officeDocument/2006/relationships/slideLayout" Target="../slideLayouts/slideLayout2.xml"/><Relationship Id="rId6" Type="http://schemas.openxmlformats.org/officeDocument/2006/relationships/hyperlink" Target="https://pages.nist.gov/800-63-4/sp800-63b.html#:~:text=Verifiers%20SHALL%20store%20passwords%20in,The%20chosen%20cost%20factor" TargetMode="External"/><Relationship Id="rId11" Type="http://schemas.openxmlformats.org/officeDocument/2006/relationships/hyperlink" Target="https://blog.talosintelligence.com/state-of-the-art-phishing-mfa-bypass/" TargetMode="External"/><Relationship Id="rId5" Type="http://schemas.openxmlformats.org/officeDocument/2006/relationships/hyperlink" Target="https://cheatsheetseries.owasp.org/cheatsheets/Web_Service_Security_Cheat_Sheet.html" TargetMode="External"/><Relationship Id="rId15" Type="http://schemas.openxmlformats.org/officeDocument/2006/relationships/hyperlink" Target="https://owasp.org/www-project-top-10-infrastructure-security-risks/docs/2024/ISR05_2024-Insecure_Use_of_Cryptography" TargetMode="External"/><Relationship Id="rId10" Type="http://schemas.openxmlformats.org/officeDocument/2006/relationships/hyperlink" Target="https://blog.talosintelligence.com/state-of-the-art-phishing-mfa-bypass/#:~:text=%2A%20Cybercriminals%20are%20bypassing%20multi,intercepting%20credentials%20and%20authentication%20cookies" TargetMode="External"/><Relationship Id="rId4" Type="http://schemas.openxmlformats.org/officeDocument/2006/relationships/hyperlink" Target="https://cheatsheetseries.owasp.org/cheatsheets/Web_Service_Security_Cheat_Sheet.html#:~:text=Rule%3A%20Messages%20containing%20sensitive%20data,transport%20encryption%20or%20message%20encryption" TargetMode="External"/><Relationship Id="rId9" Type="http://schemas.openxmlformats.org/officeDocument/2006/relationships/hyperlink" Target="https://stackoverflow.com/questions/1746369/is-forcing-complex-passwords-more-important-than-salting" TargetMode="External"/><Relationship Id="rId14" Type="http://schemas.openxmlformats.org/officeDocument/2006/relationships/hyperlink" Target="https://owasp.org/www-project-top-10-infrastructure-security-risks/docs/2024/ISR05_2024-Insecure_Use_of_Cryptography#:~:text=recommendations,%E2%80%9CDon%E2%80%99t%20roll%20your%20own%20crypto%21%E2%80%9D" TargetMode="External"/></Relationships>
</file>

<file path=ppt/slides/_rels/slide47.xml.rels><?xml version="1.0" encoding="UTF-8" standalone="yes"?>
<Relationships xmlns="http://schemas.openxmlformats.org/package/2006/relationships"><Relationship Id="rId8" Type="http://schemas.openxmlformats.org/officeDocument/2006/relationships/hyperlink" Target="https://portswigger.net/web-security/logic-flaws#:~:text=Logic%20flaws%20are%20often%20invisible,ways%20that%20developers%20never%20intended" TargetMode="External"/><Relationship Id="rId13" Type="http://schemas.openxmlformats.org/officeDocument/2006/relationships/hyperlink" Target="https://www.kiuwan.com/blog/why-open-source-six-major-advantages-from-a-security-perspective/#:~:text=A%20good%20quote%20to%20remember,as%20Linus%E2%80%99s%20Law%2C%20he%20said" TargetMode="External"/><Relationship Id="rId18" Type="http://schemas.openxmlformats.org/officeDocument/2006/relationships/hyperlink" Target="https://cwe.mitre.org/data/definitions/602.html#:~:text=For%20any%20security%20checks%20that,be%20submitted%20to%20the%20server" TargetMode="External"/><Relationship Id="rId3" Type="http://schemas.openxmlformats.org/officeDocument/2006/relationships/hyperlink" Target="https://www.huntress.com/cybersecurity-101/topic/rainbow-table-defined" TargetMode="External"/><Relationship Id="rId21" Type="http://schemas.openxmlformats.org/officeDocument/2006/relationships/hyperlink" Target="https://www.onlinects.com/2024/10/21/businesses-of-any-size-are-vulnerable-to-cyberattacks/" TargetMode="External"/><Relationship Id="rId7" Type="http://schemas.openxmlformats.org/officeDocument/2006/relationships/hyperlink" Target="https://www.packetlabs.net/posts/the-security-through-obscurity-debate/" TargetMode="External"/><Relationship Id="rId12" Type="http://schemas.openxmlformats.org/officeDocument/2006/relationships/hyperlink" Target="https://www.manageengine.com/patch-management/risks-of-delayed-patching.html" TargetMode="External"/><Relationship Id="rId17" Type="http://schemas.openxmlformats.org/officeDocument/2006/relationships/hyperlink" Target="https://security.stackexchange.com/questions/74729/sql-injection-solutions" TargetMode="External"/><Relationship Id="rId2" Type="http://schemas.openxmlformats.org/officeDocument/2006/relationships/hyperlink" Target="https://www.huntress.com/cybersecurity-101/topic/rainbow-table-defined#:~:text=Rainbow%20tables%20are%20particularly%20effective,original%20password%20behind%20a%20hash" TargetMode="External"/><Relationship Id="rId16" Type="http://schemas.openxmlformats.org/officeDocument/2006/relationships/hyperlink" Target="https://security.stackexchange.com/questions/74729/sql-injection-solutions#:~:text=In%20order%20to%20properly%20secure,the%20language%20you%20are%20using" TargetMode="External"/><Relationship Id="rId20" Type="http://schemas.openxmlformats.org/officeDocument/2006/relationships/hyperlink" Target="https://www.onlinects.com/2024/10/21/businesses-of-any-size-are-vulnerable-to-cyberattacks/#:~:text=ImageCurrently%2C%20no%20business%20is%20immune,in%20many%20cases%2C%20even%20the" TargetMode="External"/><Relationship Id="rId1" Type="http://schemas.openxmlformats.org/officeDocument/2006/relationships/slideLayout" Target="../slideLayouts/slideLayout2.xml"/><Relationship Id="rId6" Type="http://schemas.openxmlformats.org/officeDocument/2006/relationships/hyperlink" Target="https://www.packetlabs.net/posts/the-security-through-obscurity-debate/#:~:text=True%20security%20is%20achieved%20through,monitoring%2C%20and%20internal%20auditing%20efforts" TargetMode="External"/><Relationship Id="rId11" Type="http://schemas.openxmlformats.org/officeDocument/2006/relationships/hyperlink" Target="https://www.manageengine.com/patch-management/risks-of-delayed-patching.html#:~:text=Delaying%20a%20patch%20doesn%27t%20just,risks%20associated%20with%20delaying%20patches" TargetMode="External"/><Relationship Id="rId24" Type="http://schemas.openxmlformats.org/officeDocument/2006/relationships/hyperlink" Target="https://blacksmithinfosec.com/why-security-culture-beats-security-tools-and-makes-them-worth-what-you-paid/" TargetMode="External"/><Relationship Id="rId5" Type="http://schemas.openxmlformats.org/officeDocument/2006/relationships/hyperlink" Target="https://www.packetlabs.net/posts/the-security-through-obscurity-debate/#:~:text=,level%20instructions%20or%20machine%20code" TargetMode="External"/><Relationship Id="rId15" Type="http://schemas.openxmlformats.org/officeDocument/2006/relationships/hyperlink" Target="https://www.kiuwan.com/blog/why-open-source-six-major-advantages-from-a-security-perspective/" TargetMode="External"/><Relationship Id="rId23" Type="http://schemas.openxmlformats.org/officeDocument/2006/relationships/hyperlink" Target="https://blacksmithinfosec.com/why-security-culture-beats-security-tools-and-makes-them-worth-what-you-paid/#:~:text=Security%20culture%20beats%20security%20tools,will%20almost%20always%20outperform%20it" TargetMode="External"/><Relationship Id="rId10" Type="http://schemas.openxmlformats.org/officeDocument/2006/relationships/hyperlink" Target="https://portswigger.net/web-security/logic-flaws" TargetMode="External"/><Relationship Id="rId19" Type="http://schemas.openxmlformats.org/officeDocument/2006/relationships/hyperlink" Target="https://cwe.mitre.org/data/definitions/602.html" TargetMode="External"/><Relationship Id="rId4" Type="http://schemas.openxmlformats.org/officeDocument/2006/relationships/hyperlink" Target="https://www.packetlabs.net/posts/the-security-through-obscurity-debate/#:~:text=security%20through%20obscurity%20has%20been,code%20and%20look%20for%20weaknesses" TargetMode="External"/><Relationship Id="rId9" Type="http://schemas.openxmlformats.org/officeDocument/2006/relationships/hyperlink" Target="https://portswigger.net/web-security/logic-flaws#:~:text=Logic,and%20manual%20testers%20in%20general" TargetMode="External"/><Relationship Id="rId14" Type="http://schemas.openxmlformats.org/officeDocument/2006/relationships/hyperlink" Target="https://www.kiuwan.com/blog/why-open-source-six-major-advantages-from-a-security-perspective/#:~:text=Thanks%20to%20open%20source%20communities%2C,you%E2%80%99ll%20find%20a%20quick%20fix" TargetMode="External"/><Relationship Id="rId22" Type="http://schemas.openxmlformats.org/officeDocument/2006/relationships/hyperlink" Target="https://blacksmithinfosec.com/why-security-culture-beats-security-tools-and-makes-them-worth-what-you-paid/#:~:text=%3E%20,a%20human%20system" TargetMode="External"/></Relationships>
</file>

<file path=ppt/slides/_rels/slide48.xml.rels><?xml version="1.0" encoding="UTF-8" standalone="yes"?>
<Relationships xmlns="http://schemas.openxmlformats.org/package/2006/relationships"><Relationship Id="rId8" Type="http://schemas.openxmlformats.org/officeDocument/2006/relationships/hyperlink" Target="https://www.opal.dev/glossary/authentication-(authn)" TargetMode="External"/><Relationship Id="rId13" Type="http://schemas.openxmlformats.org/officeDocument/2006/relationships/hyperlink" Target="https://cheatsheetseries.owasp.org/cheatsheets/Logging_Cheat_Sheet.html#:~:text=needed%20to%20track%20session%20specific,or%20payment%20card%20holder%20data" TargetMode="External"/><Relationship Id="rId18" Type="http://schemas.openxmlformats.org/officeDocument/2006/relationships/hyperlink" Target="https://teleco.ca/debunking-cybersecurity-myths-a-fresh-start-for-2025/#:~:text=Myth%207%3A%20%E2%80%9CWe%E2%80%99ve%20Never%20Been,Our%20Security%20Must%20Be%20Strong%E2%80%9D" TargetMode="External"/><Relationship Id="rId3" Type="http://schemas.openxmlformats.org/officeDocument/2006/relationships/hyperlink" Target="https://owasp.org/www-community/vulnerabilities/Use_of_hard-coded_password#:~:text=In%20systems%20which%20authenticate%20with,a%20binary%20is%20exceedingly%20simple" TargetMode="External"/><Relationship Id="rId21" Type="http://schemas.openxmlformats.org/officeDocument/2006/relationships/hyperlink" Target="https://medium.com/@chinazaObidike/your-firewall-cant-save-you-the-silent-crisis-in-api-security-10b8f18a70f6" TargetMode="External"/><Relationship Id="rId7" Type="http://schemas.openxmlformats.org/officeDocument/2006/relationships/hyperlink" Target="https://www.opal.dev/glossary/authentication-(authn)#:~:text=Authentication%20answers%20the%20question%3A%20Who,am%20I" TargetMode="External"/><Relationship Id="rId12" Type="http://schemas.openxmlformats.org/officeDocument/2006/relationships/hyperlink" Target="https://www.linkedin.com/posts/castlerockmanageditservicescompany_itmyths-cybersecurity-layeredsecurity-activity-7396472754465808384-upKr" TargetMode="External"/><Relationship Id="rId17" Type="http://schemas.openxmlformats.org/officeDocument/2006/relationships/hyperlink" Target="https://owasp.org/www-community/controls/Least_Privilege_Principle" TargetMode="External"/><Relationship Id="rId2" Type="http://schemas.openxmlformats.org/officeDocument/2006/relationships/hyperlink" Target="https://owasp.org/www-community/vulnerabilities/Use_of_hard-coded_password#:~:text=The%20use%20of%20a%20hard,possibility%20of%20password%20guessing%20tremendously" TargetMode="External"/><Relationship Id="rId16" Type="http://schemas.openxmlformats.org/officeDocument/2006/relationships/hyperlink" Target="https://owasp.org/www-community/controls/Least_Privilege_Principle#:~:text=,access%20critical%20data%20or%20systems" TargetMode="External"/><Relationship Id="rId20" Type="http://schemas.openxmlformats.org/officeDocument/2006/relationships/hyperlink" Target="https://medium.com/@chinazaObidike/your-firewall-cant-save-you-the-silent-crisis-in-api-security-10b8f18a70f6#:~:text=If%20you%20think%20your%20web,the%20front%20door%20wide%20open" TargetMode="External"/><Relationship Id="rId1" Type="http://schemas.openxmlformats.org/officeDocument/2006/relationships/slideLayout" Target="../slideLayouts/slideLayout2.xml"/><Relationship Id="rId6" Type="http://schemas.openxmlformats.org/officeDocument/2006/relationships/hyperlink" Target="https://blog.barracuda.com/2025/08/01/encryption-cryptography-difference" TargetMode="External"/><Relationship Id="rId11" Type="http://schemas.openxmlformats.org/officeDocument/2006/relationships/hyperlink" Target="https://www.linkedin.com/posts/castlerockmanageditservicescompany_itmyths-cybersecurity-layeredsecurity-activity-7396472754465808384-upKr#:~:text=%E2%9D%8C%20Myth%3A%20%E2%80%9CAntivirus%20is%20enough,ITMyths%20%20%2016" TargetMode="External"/><Relationship Id="rId5" Type="http://schemas.openxmlformats.org/officeDocument/2006/relationships/hyperlink" Target="https://blog.barracuda.com/2025/08/01/encryption-cryptography-difference#:~:text=Where%20the%20difference%20matters%20is,issues%20with%20integrity%20or%20authenticity" TargetMode="External"/><Relationship Id="rId15" Type="http://schemas.openxmlformats.org/officeDocument/2006/relationships/hyperlink" Target="https://owasp.org/www-community/controls/Least_Privilege_Principle#:~:text=The%20primary%20goal%20of%20PoLP,radius%E2%80%9D%20of%20a%20security%20breach" TargetMode="External"/><Relationship Id="rId10" Type="http://schemas.openxmlformats.org/officeDocument/2006/relationships/hyperlink" Target="https://www.microsoft.com/en-nz/security/business/security-101/what-is-insider-threat" TargetMode="External"/><Relationship Id="rId19" Type="http://schemas.openxmlformats.org/officeDocument/2006/relationships/hyperlink" Target="https://teleco.ca/debunking-cybersecurity-myths-a-fresh-start-for-2025/" TargetMode="External"/><Relationship Id="rId4" Type="http://schemas.openxmlformats.org/officeDocument/2006/relationships/hyperlink" Target="https://owasp.org/www-community/vulnerabilities/Use_of_hard-coded_password" TargetMode="External"/><Relationship Id="rId9" Type="http://schemas.openxmlformats.org/officeDocument/2006/relationships/hyperlink" Target="https://www.microsoft.com/en-nz/security/business/security-101/what-is-insider-threat#:~:text=Insider%20risks%20are%20trickier%20to,organizations%20better%20protect%20valuable%20assets" TargetMode="External"/><Relationship Id="rId14" Type="http://schemas.openxmlformats.org/officeDocument/2006/relationships/hyperlink" Target="https://cheatsheetseries.owasp.org/cheatsheets/Logging_Cheat_Sheet.html" TargetMode="External"/></Relationships>
</file>

<file path=ppt/slides/_rels/slide49.xml.rels><?xml version="1.0" encoding="UTF-8" standalone="yes"?>
<Relationships xmlns="http://schemas.openxmlformats.org/package/2006/relationships"><Relationship Id="rId8" Type="http://schemas.openxmlformats.org/officeDocument/2006/relationships/hyperlink" Target="https://www.mimecast.com/blog/verizon-60-of-breaches-involve-human-error/#:~:text=The%202025%20Verizon%20Data%20Breach,Risk%20Management%20no%20longer%20works" TargetMode="External"/><Relationship Id="rId13" Type="http://schemas.openxmlformats.org/officeDocument/2006/relationships/hyperlink" Target="https://sp6.io/blog/ransomware-assessments-vs-penetration-testing/" TargetMode="External"/><Relationship Id="rId18" Type="http://schemas.openxmlformats.org/officeDocument/2006/relationships/hyperlink" Target="https://www.onelogin.com/blog/user-enumeration-attacks-what-you-need-to-know#:~:text=User%20enumeration%20provides%20crucial%20information,users%20exist%20in%20a%20system" TargetMode="External"/><Relationship Id="rId3" Type="http://schemas.openxmlformats.org/officeDocument/2006/relationships/hyperlink" Target="https://owasp.org/Top10/2025/A03_2025-Software_Supply_Chain_Failures/" TargetMode="External"/><Relationship Id="rId7" Type="http://schemas.openxmlformats.org/officeDocument/2006/relationships/hyperlink" Target="https://stackoverflow.com/questions/3655516/does-encryption-guarantee-integrity" TargetMode="External"/><Relationship Id="rId12" Type="http://schemas.openxmlformats.org/officeDocument/2006/relationships/hyperlink" Target="https://sp6.io/blog/ransomware-assessments-vs-penetration-testing/#:~:text=,time" TargetMode="External"/><Relationship Id="rId17" Type="http://schemas.openxmlformats.org/officeDocument/2006/relationships/hyperlink" Target="https://devguide.owasp.org/en/02-foundations/03-security-principles/" TargetMode="External"/><Relationship Id="rId2" Type="http://schemas.openxmlformats.org/officeDocument/2006/relationships/hyperlink" Target="https://owasp.org/Top10/2025/A03_2025-Software_Supply_Chain_Failures/#:~:text=Software%20supply%20chain%20failures%20are,that%20the%20system%20relies%20on" TargetMode="External"/><Relationship Id="rId16" Type="http://schemas.openxmlformats.org/officeDocument/2006/relationships/hyperlink" Target="https://devguide.owasp.org/en/02-foundations/03-security-principles/#:~:text=Secure%20by%20default%20means%20that,of%20the%20system" TargetMode="External"/><Relationship Id="rId1" Type="http://schemas.openxmlformats.org/officeDocument/2006/relationships/slideLayout" Target="../slideLayouts/slideLayout2.xml"/><Relationship Id="rId6" Type="http://schemas.openxmlformats.org/officeDocument/2006/relationships/hyperlink" Target="https://stackoverflow.com/questions/3655516/does-encryption-guarantee-integrity#:~:text=If%20you%20change%20any%20bit,no%20way%20to%20detect%20this" TargetMode="External"/><Relationship Id="rId11" Type="http://schemas.openxmlformats.org/officeDocument/2006/relationships/hyperlink" Target="https://usa.kaspersky.com/resource-center/threats/ip-spoofing" TargetMode="External"/><Relationship Id="rId5" Type="http://schemas.openxmlformats.org/officeDocument/2006/relationships/hyperlink" Target="https://falconfeeds.io/blogs/zero-noise-attacks-silent-tactics-threat-actors" TargetMode="External"/><Relationship Id="rId15" Type="http://schemas.openxmlformats.org/officeDocument/2006/relationships/hyperlink" Target="https://www.paloaltonetworks.com/perspectives/why-resilience-not-prevention-should-be-your-cybersecurity-goal/" TargetMode="External"/><Relationship Id="rId10" Type="http://schemas.openxmlformats.org/officeDocument/2006/relationships/hyperlink" Target="https://usa.kaspersky.com/resource-center/threats/ip-spoofing#:~:text=In%20IP%20spoofing%2C%20a%20hacker,no%20external%20signs%20of%20tampering" TargetMode="External"/><Relationship Id="rId19" Type="http://schemas.openxmlformats.org/officeDocument/2006/relationships/hyperlink" Target="https://www.onelogin.com/blog/user-enumeration-attacks-what-you-need-to-know" TargetMode="External"/><Relationship Id="rId4" Type="http://schemas.openxmlformats.org/officeDocument/2006/relationships/hyperlink" Target="https://falconfeeds.io/blogs/zero-noise-attacks-silent-tactics-threat-actors#:~:text=The%20data%20exfiltration%20phase%20of,batches%20over%20an%20extended%20period" TargetMode="External"/><Relationship Id="rId9" Type="http://schemas.openxmlformats.org/officeDocument/2006/relationships/hyperlink" Target="https://www.mimecast.com/blog/verizon-60-of-breaches-involve-human-error/" TargetMode="External"/><Relationship Id="rId14" Type="http://schemas.openxmlformats.org/officeDocument/2006/relationships/hyperlink" Target="https://www.paloaltonetworks.com/perspectives/why-resilience-not-prevention-should-be-your-cybersecurity-goal/#:~:text=Third%2C%20resilience%20doesn%E2%80%99t%20mean%20you,Resilience%20doesn%E2%80%99t%20replace" TargetMode="External"/></Relationships>
</file>

<file path=ppt/slides/_rels/slide50.xml.rels><?xml version="1.0" encoding="UTF-8" standalone="yes"?>
<Relationships xmlns="http://schemas.openxmlformats.org/package/2006/relationships"><Relationship Id="rId8" Type="http://schemas.openxmlformats.org/officeDocument/2006/relationships/hyperlink" Target="https://navvia.com/blog/exploring-the-human-factors-in-cyber-security#:~:text=The%20human%20factor%20is%20a,digital%20systems%2C%20networks%2C%20and%20data" TargetMode="External"/><Relationship Id="rId13" Type="http://schemas.openxmlformats.org/officeDocument/2006/relationships/hyperlink" Target="https://medium.com/@nashamsee/secure-enough-if-the-cost-of-an-attack-is-higher-than-the-benefit-14ba30a9cf4a#:~:text=Cybersecurity%20isn%E2%80%99t%20about%20making%20systems,look%20for%20weaker%2C%20unprotected%20alternatives" TargetMode="External"/><Relationship Id="rId18" Type="http://schemas.openxmlformats.org/officeDocument/2006/relationships/hyperlink" Target="https://www.netsurion.com/articles/the-assume-breach-paradigm" TargetMode="External"/><Relationship Id="rId3" Type="http://schemas.openxmlformats.org/officeDocument/2006/relationships/hyperlink" Target="https://www.radware.com/cyberpedia/bot-management/rate-limiting/" TargetMode="External"/><Relationship Id="rId7" Type="http://schemas.openxmlformats.org/officeDocument/2006/relationships/hyperlink" Target="https://stackoverflow.com/questions/8280902/the-danger-of-disabling-certificate-validation-in-java" TargetMode="External"/><Relationship Id="rId12" Type="http://schemas.openxmlformats.org/officeDocument/2006/relationships/hyperlink" Target="https://medium.com/@nashamsee/secure-enough-if-the-cost-of-an-attack-is-higher-than-the-benefit-14ba30a9cf4a#:~:text=1,are%20rational" TargetMode="External"/><Relationship Id="rId17" Type="http://schemas.openxmlformats.org/officeDocument/2006/relationships/hyperlink" Target="https://www.netsurion.com/articles/the-assume-breach-paradigm#:~:text=With%20Assume%20Breach%2C%20security%20focus,identifying%20and%20addressing%20gaps%20in" TargetMode="External"/><Relationship Id="rId2" Type="http://schemas.openxmlformats.org/officeDocument/2006/relationships/hyperlink" Target="https://www.radware.com/cyberpedia/bot-management/rate-limiting/#:~:text=2.%20Brute%20force%20attacks%20,attackers%20to%20guess%20valid%20credentials" TargetMode="External"/><Relationship Id="rId16" Type="http://schemas.openxmlformats.org/officeDocument/2006/relationships/hyperlink" Target="https://www.isaca.org/resources/news-and-trends/isaca-now-blog/2025/threat-modeling-equals-proactive-security" TargetMode="External"/><Relationship Id="rId1" Type="http://schemas.openxmlformats.org/officeDocument/2006/relationships/slideLayout" Target="../slideLayouts/slideLayout2.xml"/><Relationship Id="rId6" Type="http://schemas.openxmlformats.org/officeDocument/2006/relationships/hyperlink" Target="https://stackoverflow.com/questions/8280902/the-danger-of-disabling-certificate-validation-in-java#:~:text=So%20that%27s%20that,middle%20attacks" TargetMode="External"/><Relationship Id="rId11" Type="http://schemas.openxmlformats.org/officeDocument/2006/relationships/hyperlink" Target="https://www.studocu.com/row/document/rift-valley-university/computer-science/secure-coding-standard/29743514" TargetMode="External"/><Relationship Id="rId5" Type="http://schemas.openxmlformats.org/officeDocument/2006/relationships/hyperlink" Target="https://www.splunk.com/en_us/blog/learn/mean-time-to-detect-mttd.html" TargetMode="External"/><Relationship Id="rId15" Type="http://schemas.openxmlformats.org/officeDocument/2006/relationships/hyperlink" Target="https://www.isaca.org/resources/news-and-trends/isaca-now-blog/2025/threat-modeling-equals-proactive-security#:~:text=That%20is%20where%20threat%20modeling,world%20attacks" TargetMode="External"/><Relationship Id="rId10" Type="http://schemas.openxmlformats.org/officeDocument/2006/relationships/hyperlink" Target="https://www.studocu.com/row/document/rift-valley-university/computer-science/secure-coding-standard/29743514#:~:text=implementing%20these%20coding%20standards%20throughout,information%20due%20to%20software%20vulnerabilities" TargetMode="External"/><Relationship Id="rId4" Type="http://schemas.openxmlformats.org/officeDocument/2006/relationships/hyperlink" Target="https://www.splunk.com/en_us/blog/learn/mean-time-to-detect-mttd.html#:~:text=Why%20is%20MTTD%20important%3F" TargetMode="External"/><Relationship Id="rId9" Type="http://schemas.openxmlformats.org/officeDocument/2006/relationships/hyperlink" Target="https://navvia.com/blog/exploring-the-human-factors-in-cyber-security" TargetMode="External"/><Relationship Id="rId14" Type="http://schemas.openxmlformats.org/officeDocument/2006/relationships/hyperlink" Target="https://medium.com/@nashamsee/secure-enough-if-the-cost-of-an-attack-is-higher-than-the-benefit-14ba30a9cf4a" TargetMode="External"/></Relationships>
</file>

<file path=ppt/slides/_rels/slide51.xml.rels><?xml version="1.0" encoding="UTF-8" standalone="yes"?>
<Relationships xmlns="http://schemas.openxmlformats.org/package/2006/relationships"><Relationship Id="rId3" Type="http://schemas.openxmlformats.org/officeDocument/2006/relationships/hyperlink" Target="https://safe.security/resources/blog/developing-an-effective-third-party-risk-management-policy/" TargetMode="External"/><Relationship Id="rId7" Type="http://schemas.openxmlformats.org/officeDocument/2006/relationships/hyperlink" Target="https://www.paramify.com/blog/risk-vs-compliance" TargetMode="External"/><Relationship Id="rId2" Type="http://schemas.openxmlformats.org/officeDocument/2006/relationships/hyperlink" Target="https://safe.security/resources/blog/developing-an-effective-third-party-risk-management-policy/#:~:text=compliance%20to%20risk%20also%20means,business%20value%20the%20vendor%20provides" TargetMode="External"/><Relationship Id="rId1" Type="http://schemas.openxmlformats.org/officeDocument/2006/relationships/slideLayout" Target="../slideLayouts/slideLayout2.xml"/><Relationship Id="rId6" Type="http://schemas.openxmlformats.org/officeDocument/2006/relationships/hyperlink" Target="https://www.paramify.com/blog/risk-vs-compliance#:~:text=Continuous%20Security" TargetMode="External"/><Relationship Id="rId5" Type="http://schemas.openxmlformats.org/officeDocument/2006/relationships/hyperlink" Target="https://www.praetorian.com/blog/multi-step-attack-vectors/" TargetMode="External"/><Relationship Id="rId4" Type="http://schemas.openxmlformats.org/officeDocument/2006/relationships/hyperlink" Target="https://www.praetorian.com/blog/multi-step-attack-vectors/#:~:text=CSRF%20tokens%20and%20then%20use,never%20knows%20that%20anything%E2%80%99s%20wro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NZ" sz="4700"/>
              <a:t>1. HTTPS ≠ Full Security</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AED74578-C131-42C2-6B9E-C13F41FFFFA8}"/>
              </a:ext>
            </a:extLst>
          </p:cNvPr>
          <p:cNvGraphicFramePr>
            <a:graphicFrameLocks noGrp="1"/>
          </p:cNvGraphicFramePr>
          <p:nvPr>
            <p:ph idx="1"/>
            <p:extLst>
              <p:ext uri="{D42A27DB-BD31-4B8C-83A1-F6EECF244321}">
                <p14:modId xmlns:p14="http://schemas.microsoft.com/office/powerpoint/2010/main" val="1383258409"/>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7188"/>
            <a:ext cx="7886700" cy="1133499"/>
          </a:xfrm>
        </p:spPr>
        <p:txBody>
          <a:bodyPr>
            <a:normAutofit/>
          </a:bodyPr>
          <a:lstStyle/>
          <a:p>
            <a:r>
              <a:rPr lang="en-NZ" sz="4500"/>
              <a:t>2. Password Security</a:t>
            </a:r>
          </a:p>
        </p:txBody>
      </p:sp>
      <p:graphicFrame>
        <p:nvGraphicFramePr>
          <p:cNvPr id="5" name="Content Placeholder 2">
            <a:extLst>
              <a:ext uri="{FF2B5EF4-FFF2-40B4-BE49-F238E27FC236}">
                <a16:creationId xmlns:a16="http://schemas.microsoft.com/office/drawing/2014/main" id="{1233A656-5FA2-D420-B449-EC00C8391296}"/>
              </a:ext>
            </a:extLst>
          </p:cNvPr>
          <p:cNvGraphicFramePr>
            <a:graphicFrameLocks noGrp="1"/>
          </p:cNvGraphicFramePr>
          <p:nvPr>
            <p:ph idx="1"/>
            <p:extLst>
              <p:ext uri="{D42A27DB-BD31-4B8C-83A1-F6EECF244321}">
                <p14:modId xmlns:p14="http://schemas.microsoft.com/office/powerpoint/2010/main" val="37165999"/>
              </p:ext>
            </p:extLst>
          </p:nvPr>
        </p:nvGraphicFramePr>
        <p:xfrm>
          <a:off x="628650" y="1828800"/>
          <a:ext cx="78867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NZ" sz="4700"/>
              <a:t>3. MFA</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81CDA32-7D21-41EE-9B7F-CA8B554200A9}"/>
              </a:ext>
            </a:extLst>
          </p:cNvPr>
          <p:cNvGraphicFramePr>
            <a:graphicFrameLocks noGrp="1"/>
          </p:cNvGraphicFramePr>
          <p:nvPr>
            <p:ph idx="1"/>
            <p:extLst>
              <p:ext uri="{D42A27DB-BD31-4B8C-83A1-F6EECF244321}">
                <p14:modId xmlns:p14="http://schemas.microsoft.com/office/powerpoint/2010/main" val="3533467624"/>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GB" sz="4200"/>
              <a:t>4. Rolling Your Own Crypto</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5918C678-F139-2DC4-AC85-26CDEB1CA284}"/>
              </a:ext>
            </a:extLst>
          </p:cNvPr>
          <p:cNvGraphicFramePr>
            <a:graphicFrameLocks noGrp="1"/>
          </p:cNvGraphicFramePr>
          <p:nvPr>
            <p:ph idx="1"/>
            <p:extLst>
              <p:ext uri="{D42A27DB-BD31-4B8C-83A1-F6EECF244321}">
                <p14:modId xmlns:p14="http://schemas.microsoft.com/office/powerpoint/2010/main" val="1956320672"/>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5. Unsalted Hashes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ABE84251-7FBB-6371-4F9B-43772DB7DC2A}"/>
              </a:ext>
            </a:extLst>
          </p:cNvPr>
          <p:cNvGraphicFramePr>
            <a:graphicFrameLocks noGrp="1"/>
          </p:cNvGraphicFramePr>
          <p:nvPr>
            <p:ph idx="1"/>
            <p:extLst>
              <p:ext uri="{D42A27DB-BD31-4B8C-83A1-F6EECF244321}">
                <p14:modId xmlns:p14="http://schemas.microsoft.com/office/powerpoint/2010/main" val="4142529324"/>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NZ" sz="4700"/>
              <a:t>6. Private Source Code</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416F074-3052-B7DF-DCE6-0B4A959D7960}"/>
              </a:ext>
            </a:extLst>
          </p:cNvPr>
          <p:cNvGraphicFramePr>
            <a:graphicFrameLocks noGrp="1"/>
          </p:cNvGraphicFramePr>
          <p:nvPr>
            <p:ph idx="1"/>
            <p:extLst>
              <p:ext uri="{D42A27DB-BD31-4B8C-83A1-F6EECF244321}">
                <p14:modId xmlns:p14="http://schemas.microsoft.com/office/powerpoint/2010/main" val="1116616286"/>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7. Logic Flaws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A0A7FE0E-D864-BD2A-9B5E-95594A02344B}"/>
              </a:ext>
            </a:extLst>
          </p:cNvPr>
          <p:cNvGraphicFramePr>
            <a:graphicFrameLocks noGrp="1"/>
          </p:cNvGraphicFramePr>
          <p:nvPr>
            <p:ph idx="1"/>
            <p:extLst>
              <p:ext uri="{D42A27DB-BD31-4B8C-83A1-F6EECF244321}">
                <p14:modId xmlns:p14="http://schemas.microsoft.com/office/powerpoint/2010/main" val="3144729492"/>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8. Updates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011CD8D-5C7D-D595-6578-35E469782D95}"/>
              </a:ext>
            </a:extLst>
          </p:cNvPr>
          <p:cNvGraphicFramePr>
            <a:graphicFrameLocks noGrp="1"/>
          </p:cNvGraphicFramePr>
          <p:nvPr>
            <p:ph idx="1"/>
            <p:extLst>
              <p:ext uri="{D42A27DB-BD31-4B8C-83A1-F6EECF244321}">
                <p14:modId xmlns:p14="http://schemas.microsoft.com/office/powerpoint/2010/main" val="375058965"/>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NZ" sz="4700"/>
              <a:t>9. Open Source</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6EC799F-C05B-2B81-3697-5D2905E71EAE}"/>
              </a:ext>
            </a:extLst>
          </p:cNvPr>
          <p:cNvGraphicFramePr>
            <a:graphicFrameLocks noGrp="1"/>
          </p:cNvGraphicFramePr>
          <p:nvPr>
            <p:ph idx="1"/>
            <p:extLst>
              <p:ext uri="{D42A27DB-BD31-4B8C-83A1-F6EECF244321}">
                <p14:modId xmlns:p14="http://schemas.microsoft.com/office/powerpoint/2010/main" val="4005194909"/>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10. Security Through Obscurity</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91EF3745-F3D0-B1CB-88BB-0E5BEE132C5E}"/>
              </a:ext>
            </a:extLst>
          </p:cNvPr>
          <p:cNvGraphicFramePr>
            <a:graphicFrameLocks noGrp="1"/>
          </p:cNvGraphicFramePr>
          <p:nvPr>
            <p:ph idx="1"/>
            <p:extLst>
              <p:ext uri="{D42A27DB-BD31-4B8C-83A1-F6EECF244321}">
                <p14:modId xmlns:p14="http://schemas.microsoft.com/office/powerpoint/2010/main" val="2976953651"/>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NZ" sz="4700"/>
              <a:t>11. SQL Keyword Blocking</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54EBEB4B-BB49-3622-05A8-79D73599370A}"/>
              </a:ext>
            </a:extLst>
          </p:cNvPr>
          <p:cNvGraphicFramePr>
            <a:graphicFrameLocks noGrp="1"/>
          </p:cNvGraphicFramePr>
          <p:nvPr>
            <p:ph idx="1"/>
            <p:extLst>
              <p:ext uri="{D42A27DB-BD31-4B8C-83A1-F6EECF244321}">
                <p14:modId xmlns:p14="http://schemas.microsoft.com/office/powerpoint/2010/main" val="330853157"/>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NZ" sz="4300"/>
              <a:t>12. Client-side Validation</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CFCE0E03-D8EE-3535-3D8B-3ED37AF5CE7D}"/>
              </a:ext>
            </a:extLst>
          </p:cNvPr>
          <p:cNvGraphicFramePr>
            <a:graphicFrameLocks noGrp="1"/>
          </p:cNvGraphicFramePr>
          <p:nvPr>
            <p:ph idx="1"/>
            <p:extLst>
              <p:ext uri="{D42A27DB-BD31-4B8C-83A1-F6EECF244321}">
                <p14:modId xmlns:p14="http://schemas.microsoft.com/office/powerpoint/2010/main" val="518470922"/>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13. Dangerous Assumption</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B9A8124F-7E28-25A1-C14A-13CDC7543B64}"/>
              </a:ext>
            </a:extLst>
          </p:cNvPr>
          <p:cNvGraphicFramePr>
            <a:graphicFrameLocks noGrp="1"/>
          </p:cNvGraphicFramePr>
          <p:nvPr>
            <p:ph idx="1"/>
            <p:extLst>
              <p:ext uri="{D42A27DB-BD31-4B8C-83A1-F6EECF244321}">
                <p14:modId xmlns:p14="http://schemas.microsoft.com/office/powerpoint/2010/main" val="587154541"/>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14. Security Influence</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FA9828D0-0CEC-741A-AAA0-5F61D91C52D7}"/>
              </a:ext>
            </a:extLst>
          </p:cNvPr>
          <p:cNvGraphicFramePr>
            <a:graphicFrameLocks noGrp="1"/>
          </p:cNvGraphicFramePr>
          <p:nvPr>
            <p:ph idx="1"/>
            <p:extLst>
              <p:ext uri="{D42A27DB-BD31-4B8C-83A1-F6EECF244321}">
                <p14:modId xmlns:p14="http://schemas.microsoft.com/office/powerpoint/2010/main" val="2688594932"/>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15. Hard-coded Keys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143A1A53-C3ED-8549-ABC3-49B92C3DFED4}"/>
              </a:ext>
            </a:extLst>
          </p:cNvPr>
          <p:cNvGraphicFramePr>
            <a:graphicFrameLocks noGrp="1"/>
          </p:cNvGraphicFramePr>
          <p:nvPr>
            <p:ph idx="1"/>
            <p:extLst>
              <p:ext uri="{D42A27DB-BD31-4B8C-83A1-F6EECF244321}">
                <p14:modId xmlns:p14="http://schemas.microsoft.com/office/powerpoint/2010/main" val="2085329439"/>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NZ" sz="4300"/>
              <a:t>16. Encrypted Data</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8BD4ABC-D6DE-144F-7516-3700F932808D}"/>
              </a:ext>
            </a:extLst>
          </p:cNvPr>
          <p:cNvGraphicFramePr>
            <a:graphicFrameLocks noGrp="1"/>
          </p:cNvGraphicFramePr>
          <p:nvPr>
            <p:ph idx="1"/>
            <p:extLst>
              <p:ext uri="{D42A27DB-BD31-4B8C-83A1-F6EECF244321}">
                <p14:modId xmlns:p14="http://schemas.microsoft.com/office/powerpoint/2010/main" val="3026565621"/>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17. Authentication</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6B3C5A2B-E3FD-CC46-CFBF-40C6FD331C28}"/>
              </a:ext>
            </a:extLst>
          </p:cNvPr>
          <p:cNvGraphicFramePr>
            <a:graphicFrameLocks noGrp="1"/>
          </p:cNvGraphicFramePr>
          <p:nvPr>
            <p:ph idx="1"/>
            <p:extLst>
              <p:ext uri="{D42A27DB-BD31-4B8C-83A1-F6EECF244321}">
                <p14:modId xmlns:p14="http://schemas.microsoft.com/office/powerpoint/2010/main" val="4182661766"/>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18. Underestimated Threat</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7F648DB1-175A-A803-1F89-047C129D27EF}"/>
              </a:ext>
            </a:extLst>
          </p:cNvPr>
          <p:cNvGraphicFramePr>
            <a:graphicFrameLocks noGrp="1"/>
          </p:cNvGraphicFramePr>
          <p:nvPr>
            <p:ph idx="1"/>
            <p:extLst>
              <p:ext uri="{D42A27DB-BD31-4B8C-83A1-F6EECF244321}">
                <p14:modId xmlns:p14="http://schemas.microsoft.com/office/powerpoint/2010/main" val="25757862"/>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NZ" sz="4700"/>
              <a:t>19. Antivirus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A7BD2CAE-49EE-157A-10C0-66C4FE117EE4}"/>
              </a:ext>
            </a:extLst>
          </p:cNvPr>
          <p:cNvGraphicFramePr>
            <a:graphicFrameLocks noGrp="1"/>
          </p:cNvGraphicFramePr>
          <p:nvPr>
            <p:ph idx="1"/>
            <p:extLst>
              <p:ext uri="{D42A27DB-BD31-4B8C-83A1-F6EECF244321}">
                <p14:modId xmlns:p14="http://schemas.microsoft.com/office/powerpoint/2010/main" val="1218515892"/>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20. Logging Passwords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D5416C6F-4BE0-1165-996F-B1970088BB74}"/>
              </a:ext>
            </a:extLst>
          </p:cNvPr>
          <p:cNvGraphicFramePr>
            <a:graphicFrameLocks noGrp="1"/>
          </p:cNvGraphicFramePr>
          <p:nvPr>
            <p:ph idx="1"/>
            <p:extLst>
              <p:ext uri="{D42A27DB-BD31-4B8C-83A1-F6EECF244321}">
                <p14:modId xmlns:p14="http://schemas.microsoft.com/office/powerpoint/2010/main" val="2195814217"/>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21. Least Privilege</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AB878F65-26E5-49AD-3199-15B8E08FFAB0}"/>
              </a:ext>
            </a:extLst>
          </p:cNvPr>
          <p:cNvGraphicFramePr>
            <a:graphicFrameLocks noGrp="1"/>
          </p:cNvGraphicFramePr>
          <p:nvPr>
            <p:ph idx="1"/>
            <p:extLst>
              <p:ext uri="{D42A27DB-BD31-4B8C-83A1-F6EECF244321}">
                <p14:modId xmlns:p14="http://schemas.microsoft.com/office/powerpoint/2010/main" val="1624243777"/>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NZ" sz="4700"/>
              <a:t>22. Never Attacked</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1B3AEAB-3DDA-DA1D-56E7-10E36955B141}"/>
              </a:ext>
            </a:extLst>
          </p:cNvPr>
          <p:cNvGraphicFramePr>
            <a:graphicFrameLocks noGrp="1"/>
          </p:cNvGraphicFramePr>
          <p:nvPr>
            <p:ph idx="1"/>
            <p:extLst>
              <p:ext uri="{D42A27DB-BD31-4B8C-83A1-F6EECF244321}">
                <p14:modId xmlns:p14="http://schemas.microsoft.com/office/powerpoint/2010/main" val="1880313902"/>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23. Firewalls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9ECD4EF2-18C1-304A-25CD-A4D9BE6A3306}"/>
              </a:ext>
            </a:extLst>
          </p:cNvPr>
          <p:cNvGraphicFramePr>
            <a:graphicFrameLocks noGrp="1"/>
          </p:cNvGraphicFramePr>
          <p:nvPr>
            <p:ph idx="1"/>
            <p:extLst>
              <p:ext uri="{D42A27DB-BD31-4B8C-83A1-F6EECF244321}">
                <p14:modId xmlns:p14="http://schemas.microsoft.com/office/powerpoint/2010/main" val="131892823"/>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24. Supply Chain</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F87E4FDA-CC5C-341D-EF22-74078DF44134}"/>
              </a:ext>
            </a:extLst>
          </p:cNvPr>
          <p:cNvGraphicFramePr>
            <a:graphicFrameLocks noGrp="1"/>
          </p:cNvGraphicFramePr>
          <p:nvPr>
            <p:ph idx="1"/>
            <p:extLst>
              <p:ext uri="{D42A27DB-BD31-4B8C-83A1-F6EECF244321}">
                <p14:modId xmlns:p14="http://schemas.microsoft.com/office/powerpoint/2010/main" val="471938449"/>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25. Silent Leakage</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C66CB603-087B-1383-00E2-15B7B53640CB}"/>
              </a:ext>
            </a:extLst>
          </p:cNvPr>
          <p:cNvGraphicFramePr>
            <a:graphicFrameLocks noGrp="1"/>
          </p:cNvGraphicFramePr>
          <p:nvPr>
            <p:ph idx="1"/>
            <p:extLst>
              <p:ext uri="{D42A27DB-BD31-4B8C-83A1-F6EECF244321}">
                <p14:modId xmlns:p14="http://schemas.microsoft.com/office/powerpoint/2010/main" val="2330699631"/>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NZ" sz="4000"/>
              <a:t>26. Encryption Integrity</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71A0BDD-506B-8C81-93E4-57CC8419C236}"/>
              </a:ext>
            </a:extLst>
          </p:cNvPr>
          <p:cNvGraphicFramePr>
            <a:graphicFrameLocks noGrp="1"/>
          </p:cNvGraphicFramePr>
          <p:nvPr>
            <p:ph idx="1"/>
            <p:extLst>
              <p:ext uri="{D42A27DB-BD31-4B8C-83A1-F6EECF244321}">
                <p14:modId xmlns:p14="http://schemas.microsoft.com/office/powerpoint/2010/main" val="3582198111"/>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27. Root Cause</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8107EC83-522F-EDB9-7BAA-5BB2D21B835F}"/>
              </a:ext>
            </a:extLst>
          </p:cNvPr>
          <p:cNvGraphicFramePr>
            <a:graphicFrameLocks noGrp="1"/>
          </p:cNvGraphicFramePr>
          <p:nvPr>
            <p:ph idx="1"/>
            <p:extLst>
              <p:ext uri="{D42A27DB-BD31-4B8C-83A1-F6EECF244321}">
                <p14:modId xmlns:p14="http://schemas.microsoft.com/office/powerpoint/2010/main" val="987754270"/>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28. IP Trust</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3B73BC68-FD5D-D8BD-0968-049909E2FD25}"/>
              </a:ext>
            </a:extLst>
          </p:cNvPr>
          <p:cNvGraphicFramePr>
            <a:graphicFrameLocks noGrp="1"/>
          </p:cNvGraphicFramePr>
          <p:nvPr>
            <p:ph idx="1"/>
            <p:extLst>
              <p:ext uri="{D42A27DB-BD31-4B8C-83A1-F6EECF244321}">
                <p14:modId xmlns:p14="http://schemas.microsoft.com/office/powerpoint/2010/main" val="4078437549"/>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NZ" sz="4700"/>
              <a:t>29. Pen Testing</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B3D1A18-3BC8-F247-FF56-70A3E58A81DF}"/>
              </a:ext>
            </a:extLst>
          </p:cNvPr>
          <p:cNvGraphicFramePr>
            <a:graphicFrameLocks noGrp="1"/>
          </p:cNvGraphicFramePr>
          <p:nvPr>
            <p:ph idx="1"/>
            <p:extLst>
              <p:ext uri="{D42A27DB-BD31-4B8C-83A1-F6EECF244321}">
                <p14:modId xmlns:p14="http://schemas.microsoft.com/office/powerpoint/2010/main" val="3998462064"/>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30. Backups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77546A2C-78FB-1DD9-40B4-7CDD4CAD1D02}"/>
              </a:ext>
            </a:extLst>
          </p:cNvPr>
          <p:cNvGraphicFramePr>
            <a:graphicFrameLocks noGrp="1"/>
          </p:cNvGraphicFramePr>
          <p:nvPr>
            <p:ph idx="1"/>
            <p:extLst>
              <p:ext uri="{D42A27DB-BD31-4B8C-83A1-F6EECF244321}">
                <p14:modId xmlns:p14="http://schemas.microsoft.com/office/powerpoint/2010/main" val="1144102829"/>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31. Secure by Default</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0AC3C395-181D-1FAA-ACA7-1F7375ADBF96}"/>
              </a:ext>
            </a:extLst>
          </p:cNvPr>
          <p:cNvGraphicFramePr>
            <a:graphicFrameLocks noGrp="1"/>
          </p:cNvGraphicFramePr>
          <p:nvPr>
            <p:ph idx="1"/>
            <p:extLst>
              <p:ext uri="{D42A27DB-BD31-4B8C-83A1-F6EECF244321}">
                <p14:modId xmlns:p14="http://schemas.microsoft.com/office/powerpoint/2010/main" val="607128750"/>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926" y="1371600"/>
            <a:ext cx="3396984"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p:cNvSpPr>
            <a:spLocks noGrp="1"/>
          </p:cNvSpPr>
          <p:nvPr>
            <p:ph type="title"/>
          </p:nvPr>
        </p:nvSpPr>
        <p:spPr>
          <a:xfrm>
            <a:off x="750705" y="685801"/>
            <a:ext cx="2621145" cy="5491162"/>
          </a:xfrm>
        </p:spPr>
        <p:txBody>
          <a:bodyPr>
            <a:normAutofit/>
          </a:bodyPr>
          <a:lstStyle/>
          <a:p>
            <a:r>
              <a:t>32. Username Errors</a:t>
            </a:r>
          </a:p>
        </p:txBody>
      </p:sp>
      <p:graphicFrame>
        <p:nvGraphicFramePr>
          <p:cNvPr id="5" name="Content Placeholder 2">
            <a:extLst>
              <a:ext uri="{FF2B5EF4-FFF2-40B4-BE49-F238E27FC236}">
                <a16:creationId xmlns:a16="http://schemas.microsoft.com/office/drawing/2014/main" id="{EEB267D5-3C3B-426D-6343-C07EFF48250B}"/>
              </a:ext>
            </a:extLst>
          </p:cNvPr>
          <p:cNvGraphicFramePr>
            <a:graphicFrameLocks noGrp="1"/>
          </p:cNvGraphicFramePr>
          <p:nvPr>
            <p:ph idx="1"/>
            <p:extLst>
              <p:ext uri="{D42A27DB-BD31-4B8C-83A1-F6EECF244321}">
                <p14:modId xmlns:p14="http://schemas.microsoft.com/office/powerpoint/2010/main" val="3436699678"/>
              </p:ext>
            </p:extLst>
          </p:nvPr>
        </p:nvGraphicFramePr>
        <p:xfrm>
          <a:off x="3526910" y="838199"/>
          <a:ext cx="4988440" cy="53387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33. Rate Limiting</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ADEC4FAA-5A39-396E-0E2E-50F9642162FE}"/>
              </a:ext>
            </a:extLst>
          </p:cNvPr>
          <p:cNvGraphicFramePr>
            <a:graphicFrameLocks noGrp="1"/>
          </p:cNvGraphicFramePr>
          <p:nvPr>
            <p:ph idx="1"/>
            <p:extLst>
              <p:ext uri="{D42A27DB-BD31-4B8C-83A1-F6EECF244321}">
                <p14:modId xmlns:p14="http://schemas.microsoft.com/office/powerpoint/2010/main" val="1729262719"/>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34. Maturity Metric</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B668D284-CDC7-5173-DA06-A0A205F9F3BE}"/>
              </a:ext>
            </a:extLst>
          </p:cNvPr>
          <p:cNvGraphicFramePr>
            <a:graphicFrameLocks noGrp="1"/>
          </p:cNvGraphicFramePr>
          <p:nvPr>
            <p:ph idx="1"/>
            <p:extLst>
              <p:ext uri="{D42A27DB-BD31-4B8C-83A1-F6EECF244321}">
                <p14:modId xmlns:p14="http://schemas.microsoft.com/office/powerpoint/2010/main" val="3778938444"/>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780022" cy="5583148"/>
          </a:xfrm>
        </p:spPr>
        <p:txBody>
          <a:bodyPr anchor="ctr">
            <a:normAutofit/>
          </a:bodyPr>
          <a:lstStyle/>
          <a:p>
            <a:r>
              <a:rPr lang="en-NZ" sz="4700" dirty="0"/>
              <a:t>35. </a:t>
            </a:r>
            <a:r>
              <a:rPr lang="en-NZ" sz="4800" dirty="0"/>
              <a:t>Disabled TLS Validation</a:t>
            </a:r>
            <a:endParaRPr lang="en-NZ" sz="4700" dirty="0"/>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5FEB1673-F23E-EFA7-9346-24CFA26543E5}"/>
              </a:ext>
            </a:extLst>
          </p:cNvPr>
          <p:cNvGraphicFramePr>
            <a:graphicFrameLocks noGrp="1"/>
          </p:cNvGraphicFramePr>
          <p:nvPr>
            <p:ph idx="1"/>
            <p:extLst>
              <p:ext uri="{D42A27DB-BD31-4B8C-83A1-F6EECF244321}">
                <p14:modId xmlns:p14="http://schemas.microsoft.com/office/powerpoint/2010/main" val="459862085"/>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FF246E-5A4F-C98A-B4FD-A71009F48DC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77F20DB-6DB4-9034-466F-A72B0D3663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4A8E3E-BC8D-21EE-7378-14145BC6ADFF}"/>
              </a:ext>
            </a:extLst>
          </p:cNvPr>
          <p:cNvSpPr>
            <a:spLocks noGrp="1"/>
          </p:cNvSpPr>
          <p:nvPr>
            <p:ph type="title"/>
          </p:nvPr>
        </p:nvSpPr>
        <p:spPr>
          <a:xfrm>
            <a:off x="476250" y="640823"/>
            <a:ext cx="2563994" cy="5583148"/>
          </a:xfrm>
        </p:spPr>
        <p:txBody>
          <a:bodyPr anchor="ctr">
            <a:normAutofit/>
          </a:bodyPr>
          <a:lstStyle/>
          <a:p>
            <a:r>
              <a:rPr lang="en-NZ" sz="4700"/>
              <a:t>36. Technical Problem</a:t>
            </a:r>
          </a:p>
        </p:txBody>
      </p:sp>
      <p:sp>
        <p:nvSpPr>
          <p:cNvPr id="11" name="sketch line">
            <a:extLst>
              <a:ext uri="{FF2B5EF4-FFF2-40B4-BE49-F238E27FC236}">
                <a16:creationId xmlns:a16="http://schemas.microsoft.com/office/drawing/2014/main" id="{4B791811-75BD-2879-5123-00A3ECF05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C65EECD6-517A-B55F-0937-A600BDCC5F71}"/>
              </a:ext>
            </a:extLst>
          </p:cNvPr>
          <p:cNvGraphicFramePr>
            <a:graphicFrameLocks noGrp="1"/>
          </p:cNvGraphicFramePr>
          <p:nvPr>
            <p:ph idx="1"/>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442252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37. Coding Standards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D3AC410E-7AD3-D9CF-E19A-4900FB39DE27}"/>
              </a:ext>
            </a:extLst>
          </p:cNvPr>
          <p:cNvGraphicFramePr>
            <a:graphicFrameLocks noGrp="1"/>
          </p:cNvGraphicFramePr>
          <p:nvPr>
            <p:ph idx="1"/>
            <p:extLst>
              <p:ext uri="{D42A27DB-BD31-4B8C-83A1-F6EECF244321}">
                <p14:modId xmlns:p14="http://schemas.microsoft.com/office/powerpoint/2010/main" val="2068285710"/>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926" y="1371600"/>
            <a:ext cx="3396984"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p:cNvSpPr>
            <a:spLocks noGrp="1"/>
          </p:cNvSpPr>
          <p:nvPr>
            <p:ph type="title"/>
          </p:nvPr>
        </p:nvSpPr>
        <p:spPr>
          <a:xfrm>
            <a:off x="750705" y="685801"/>
            <a:ext cx="2621145" cy="5491162"/>
          </a:xfrm>
        </p:spPr>
        <p:txBody>
          <a:bodyPr>
            <a:normAutofit/>
          </a:bodyPr>
          <a:lstStyle/>
          <a:p>
            <a:r>
              <a:rPr lang="en-NZ" sz="3700"/>
              <a:t>38. Logic Vulnerability</a:t>
            </a:r>
          </a:p>
        </p:txBody>
      </p:sp>
      <p:graphicFrame>
        <p:nvGraphicFramePr>
          <p:cNvPr id="5" name="Content Placeholder 2">
            <a:extLst>
              <a:ext uri="{FF2B5EF4-FFF2-40B4-BE49-F238E27FC236}">
                <a16:creationId xmlns:a16="http://schemas.microsoft.com/office/drawing/2014/main" id="{E37A0234-08C9-C528-DE17-783E0EAE475F}"/>
              </a:ext>
            </a:extLst>
          </p:cNvPr>
          <p:cNvGraphicFramePr>
            <a:graphicFrameLocks noGrp="1"/>
          </p:cNvGraphicFramePr>
          <p:nvPr>
            <p:ph idx="1"/>
            <p:extLst>
              <p:ext uri="{D42A27DB-BD31-4B8C-83A1-F6EECF244321}">
                <p14:modId xmlns:p14="http://schemas.microsoft.com/office/powerpoint/2010/main" val="382163128"/>
              </p:ext>
            </p:extLst>
          </p:nvPr>
        </p:nvGraphicFramePr>
        <p:xfrm>
          <a:off x="3526910" y="838199"/>
          <a:ext cx="4988440" cy="53387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NZ" sz="4700"/>
              <a:t>39. Skilled Attackers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A13C615-C102-5E1D-F892-31DD506C5D36}"/>
              </a:ext>
            </a:extLst>
          </p:cNvPr>
          <p:cNvGraphicFramePr>
            <a:graphicFrameLocks noGrp="1"/>
          </p:cNvGraphicFramePr>
          <p:nvPr>
            <p:ph idx="1"/>
            <p:extLst>
              <p:ext uri="{D42A27DB-BD31-4B8C-83A1-F6EECF244321}">
                <p14:modId xmlns:p14="http://schemas.microsoft.com/office/powerpoint/2010/main" val="454867644"/>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40. Early Value</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78B12F74-E67A-5FD1-F7E1-AAD10CD26CA1}"/>
              </a:ext>
            </a:extLst>
          </p:cNvPr>
          <p:cNvGraphicFramePr>
            <a:graphicFrameLocks noGrp="1"/>
          </p:cNvGraphicFramePr>
          <p:nvPr>
            <p:ph idx="1"/>
            <p:extLst>
              <p:ext uri="{D42A27DB-BD31-4B8C-83A1-F6EECF244321}">
                <p14:modId xmlns:p14="http://schemas.microsoft.com/office/powerpoint/2010/main" val="831748160"/>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41. Trick Question</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0F903F6E-ECD2-DB7E-F72F-386FC607CB38}"/>
              </a:ext>
            </a:extLst>
          </p:cNvPr>
          <p:cNvGraphicFramePr>
            <a:graphicFrameLocks noGrp="1"/>
          </p:cNvGraphicFramePr>
          <p:nvPr>
            <p:ph idx="1"/>
            <p:extLst>
              <p:ext uri="{D42A27DB-BD31-4B8C-83A1-F6EECF244321}">
                <p14:modId xmlns:p14="http://schemas.microsoft.com/office/powerpoint/2010/main" val="2717481577"/>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42. Assume Breach</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BF35E1E6-A766-3AD3-8D20-DD9129AE5B57}"/>
              </a:ext>
            </a:extLst>
          </p:cNvPr>
          <p:cNvGraphicFramePr>
            <a:graphicFrameLocks noGrp="1"/>
          </p:cNvGraphicFramePr>
          <p:nvPr>
            <p:ph idx="1"/>
            <p:extLst>
              <p:ext uri="{D42A27DB-BD31-4B8C-83A1-F6EECF244321}">
                <p14:modId xmlns:p14="http://schemas.microsoft.com/office/powerpoint/2010/main" val="1464424017"/>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NZ" sz="4700"/>
              <a:t>43. Perfect Security</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F338A90-203A-6A5A-C63F-F53289C9449E}"/>
              </a:ext>
            </a:extLst>
          </p:cNvPr>
          <p:cNvGraphicFramePr>
            <a:graphicFrameLocks noGrp="1"/>
          </p:cNvGraphicFramePr>
          <p:nvPr>
            <p:ph idx="1"/>
            <p:extLst>
              <p:ext uri="{D42A27DB-BD31-4B8C-83A1-F6EECF244321}">
                <p14:modId xmlns:p14="http://schemas.microsoft.com/office/powerpoint/2010/main" val="807417224"/>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6E8D8F-4115-3855-9794-01A56E58E70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C4E6B67-C84D-3B61-73C8-7A3BD46C71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A5FA4E-2FF5-5AB9-D981-A17A1F89DD15}"/>
              </a:ext>
            </a:extLst>
          </p:cNvPr>
          <p:cNvSpPr>
            <a:spLocks noGrp="1"/>
          </p:cNvSpPr>
          <p:nvPr>
            <p:ph type="title"/>
          </p:nvPr>
        </p:nvSpPr>
        <p:spPr>
          <a:xfrm>
            <a:off x="476250" y="640823"/>
            <a:ext cx="2563994" cy="5583148"/>
          </a:xfrm>
        </p:spPr>
        <p:txBody>
          <a:bodyPr anchor="ctr">
            <a:normAutofit/>
          </a:bodyPr>
          <a:lstStyle/>
          <a:p>
            <a:r>
              <a:rPr lang="en-NZ" sz="4700" dirty="0"/>
              <a:t>44. Only Critical Fixes</a:t>
            </a:r>
          </a:p>
        </p:txBody>
      </p:sp>
      <p:sp>
        <p:nvSpPr>
          <p:cNvPr id="11" name="sketch line">
            <a:extLst>
              <a:ext uri="{FF2B5EF4-FFF2-40B4-BE49-F238E27FC236}">
                <a16:creationId xmlns:a16="http://schemas.microsoft.com/office/drawing/2014/main" id="{7D167D90-4BAA-7FD6-5332-823135F0D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62AEB38-A806-D473-0971-3A281F40FD63}"/>
              </a:ext>
            </a:extLst>
          </p:cNvPr>
          <p:cNvGraphicFramePr>
            <a:graphicFrameLocks noGrp="1"/>
          </p:cNvGraphicFramePr>
          <p:nvPr>
            <p:ph idx="1"/>
            <p:extLst>
              <p:ext uri="{D42A27DB-BD31-4B8C-83A1-F6EECF244321}">
                <p14:modId xmlns:p14="http://schemas.microsoft.com/office/powerpoint/2010/main" val="200463664"/>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560636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NZ" sz="4200"/>
              <a:t>45. Real Security</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1F61E13-01B5-4C5E-932B-5C068AF82813}"/>
              </a:ext>
            </a:extLst>
          </p:cNvPr>
          <p:cNvGraphicFramePr>
            <a:graphicFrameLocks noGrp="1"/>
          </p:cNvGraphicFramePr>
          <p:nvPr>
            <p:ph idx="1"/>
            <p:extLst>
              <p:ext uri="{D42A27DB-BD31-4B8C-83A1-F6EECF244321}">
                <p14:modId xmlns:p14="http://schemas.microsoft.com/office/powerpoint/2010/main" val="3378038066"/>
              </p:ext>
            </p:extLst>
          </p:nvPr>
        </p:nvGraphicFramePr>
        <p:xfrm>
          <a:off x="678451" y="3017519"/>
          <a:ext cx="778383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DA99D5-F98E-3454-EB40-CA492D6BA0C1}"/>
              </a:ext>
            </a:extLst>
          </p:cNvPr>
          <p:cNvSpPr>
            <a:spLocks noGrp="1"/>
          </p:cNvSpPr>
          <p:nvPr>
            <p:ph type="title"/>
          </p:nvPr>
        </p:nvSpPr>
        <p:spPr>
          <a:xfrm>
            <a:off x="515125" y="1153572"/>
            <a:ext cx="2400300" cy="4461163"/>
          </a:xfrm>
        </p:spPr>
        <p:txBody>
          <a:bodyPr>
            <a:normAutofit/>
          </a:bodyPr>
          <a:lstStyle/>
          <a:p>
            <a:r>
              <a:rPr lang="en-NZ" sz="3700">
                <a:solidFill>
                  <a:srgbClr val="FFFFFF"/>
                </a:solidFill>
              </a:rPr>
              <a:t>References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38C189B-7C61-D367-4053-ABEB4B8779FD}"/>
              </a:ext>
            </a:extLst>
          </p:cNvPr>
          <p:cNvSpPr>
            <a:spLocks noGrp="1"/>
          </p:cNvSpPr>
          <p:nvPr>
            <p:ph idx="1"/>
          </p:nvPr>
        </p:nvSpPr>
        <p:spPr>
          <a:xfrm>
            <a:off x="3335481" y="591344"/>
            <a:ext cx="5179868" cy="5585619"/>
          </a:xfrm>
        </p:spPr>
        <p:txBody>
          <a:bodyPr anchor="ctr">
            <a:normAutofit lnSpcReduction="10000"/>
          </a:bodyPr>
          <a:lstStyle/>
          <a:p>
            <a:pPr>
              <a:lnSpc>
                <a:spcPct val="90000"/>
              </a:lnSpc>
              <a:spcBef>
                <a:spcPts val="900"/>
              </a:spcBef>
              <a:spcAft>
                <a:spcPts val="900"/>
              </a:spcAft>
              <a:buNone/>
            </a:pPr>
            <a:r>
              <a:rPr lang="en-NZ" sz="800">
                <a:effectLst/>
                <a:latin typeface="Aptos" panose="020B0004020202020204" pitchFamily="34" charset="0"/>
                <a:ea typeface="Aptos" panose="020B0004020202020204" pitchFamily="34" charset="0"/>
                <a:cs typeface="Times New Roman" panose="02020603050405020304" pitchFamily="18" charset="0"/>
                <a:hlinkClick r:id="rId2"/>
              </a:rPr>
              <a:t>[1]</a:t>
            </a:r>
            <a:r>
              <a:rPr lang="en-NZ" sz="800">
                <a:effectLst/>
                <a:latin typeface="Aptos" panose="020B0004020202020204" pitchFamily="34" charset="0"/>
                <a:ea typeface="Aptos" panose="020B0004020202020204" pitchFamily="34" charset="0"/>
                <a:cs typeface="Times New Roman" panose="02020603050405020304" pitchFamily="18" charset="0"/>
              </a:rPr>
              <a:t> </a:t>
            </a:r>
            <a:r>
              <a:rPr lang="en-NZ" sz="800" err="1">
                <a:effectLst/>
                <a:latin typeface="Aptos" panose="020B0004020202020204" pitchFamily="34" charset="0"/>
                <a:ea typeface="Aptos" panose="020B0004020202020204" pitchFamily="34" charset="0"/>
                <a:cs typeface="Times New Roman" panose="02020603050405020304" pitchFamily="18" charset="0"/>
              </a:rPr>
              <a:t>tls</a:t>
            </a:r>
            <a:r>
              <a:rPr lang="en-NZ" sz="800">
                <a:effectLst/>
                <a:latin typeface="Aptos" panose="020B0004020202020204" pitchFamily="34" charset="0"/>
                <a:ea typeface="Aptos" panose="020B0004020202020204" pitchFamily="34" charset="0"/>
                <a:cs typeface="Times New Roman" panose="02020603050405020304" pitchFamily="18" charset="0"/>
              </a:rPr>
              <a:t> - Does hashing a file from an unsigned website give a false sense of security? - Information Security Stack Exchange</a:t>
            </a:r>
          </a:p>
          <a:p>
            <a:pPr>
              <a:lnSpc>
                <a:spcPct val="90000"/>
              </a:lnSpc>
              <a:spcBef>
                <a:spcPts val="900"/>
              </a:spcBef>
              <a:spcAft>
                <a:spcPts val="900"/>
              </a:spcAft>
              <a:buNone/>
            </a:pPr>
            <a:r>
              <a:rPr lang="en-NZ" sz="800">
                <a:effectLst/>
                <a:latin typeface="Aptos" panose="020B0004020202020204" pitchFamily="34" charset="0"/>
                <a:ea typeface="Aptos" panose="020B0004020202020204" pitchFamily="34" charset="0"/>
                <a:cs typeface="Times New Roman" panose="02020603050405020304" pitchFamily="18" charset="0"/>
                <a:hlinkClick r:id="rId3"/>
              </a:rPr>
              <a:t>https://security.stackexchange.com/questions/1687/does-hashing-a-file-from-an-unsigned-website-give-a-false-sense-of-security</a:t>
            </a:r>
            <a:endParaRPr lang="en-NZ" sz="800">
              <a:effectLst/>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effectLst/>
                <a:latin typeface="Aptos" panose="020B0004020202020204" pitchFamily="34" charset="0"/>
                <a:ea typeface="Aptos" panose="020B0004020202020204" pitchFamily="34" charset="0"/>
                <a:cs typeface="Times New Roman" panose="02020603050405020304" pitchFamily="18" charset="0"/>
                <a:hlinkClick r:id="rId4"/>
              </a:rPr>
              <a:t>[2]</a:t>
            </a:r>
            <a:r>
              <a:rPr lang="en-NZ" sz="800">
                <a:effectLst/>
                <a:latin typeface="Aptos" panose="020B0004020202020204" pitchFamily="34" charset="0"/>
                <a:ea typeface="Aptos" panose="020B0004020202020204" pitchFamily="34" charset="0"/>
                <a:cs typeface="Times New Roman" panose="02020603050405020304" pitchFamily="18" charset="0"/>
              </a:rPr>
              <a:t> Web Service Security - OWASP Cheat Sheet Series</a:t>
            </a:r>
          </a:p>
          <a:p>
            <a:pPr>
              <a:lnSpc>
                <a:spcPct val="90000"/>
              </a:lnSpc>
              <a:spcBef>
                <a:spcPts val="900"/>
              </a:spcBef>
              <a:spcAft>
                <a:spcPts val="900"/>
              </a:spcAft>
              <a:buNone/>
            </a:pPr>
            <a:r>
              <a:rPr lang="en-NZ" sz="800">
                <a:effectLst/>
                <a:latin typeface="Aptos" panose="020B0004020202020204" pitchFamily="34" charset="0"/>
                <a:ea typeface="Aptos" panose="020B0004020202020204" pitchFamily="34" charset="0"/>
                <a:cs typeface="Times New Roman" panose="02020603050405020304" pitchFamily="18" charset="0"/>
                <a:hlinkClick r:id="rId5"/>
              </a:rPr>
              <a:t>https://cheatsheetseries.owasp.org/cheatsheets/Web_Service_Security_Cheat_Sheet.html</a:t>
            </a:r>
            <a:endParaRPr lang="en-NZ" sz="800">
              <a:effectLst/>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effectLst/>
                <a:latin typeface="Aptos" panose="020B0004020202020204" pitchFamily="34" charset="0"/>
                <a:ea typeface="Aptos" panose="020B0004020202020204" pitchFamily="34" charset="0"/>
                <a:cs typeface="Times New Roman" panose="02020603050405020304" pitchFamily="18" charset="0"/>
                <a:hlinkClick r:id="rId6"/>
              </a:rPr>
              <a:t>[3]</a:t>
            </a:r>
            <a:r>
              <a:rPr lang="en-NZ" sz="800">
                <a:effectLst/>
                <a:latin typeface="Aptos" panose="020B0004020202020204" pitchFamily="34" charset="0"/>
                <a:ea typeface="Aptos" panose="020B0004020202020204" pitchFamily="34" charset="0"/>
                <a:cs typeface="Times New Roman" panose="02020603050405020304" pitchFamily="18" charset="0"/>
              </a:rPr>
              <a:t> NIST Special Publication 800-63B</a:t>
            </a:r>
          </a:p>
          <a:p>
            <a:pPr>
              <a:lnSpc>
                <a:spcPct val="90000"/>
              </a:lnSpc>
              <a:spcBef>
                <a:spcPts val="900"/>
              </a:spcBef>
              <a:spcAft>
                <a:spcPts val="900"/>
              </a:spcAft>
              <a:buNone/>
            </a:pPr>
            <a:r>
              <a:rPr lang="en-NZ" sz="800">
                <a:effectLst/>
                <a:latin typeface="Aptos" panose="020B0004020202020204" pitchFamily="34" charset="0"/>
                <a:ea typeface="Aptos" panose="020B0004020202020204" pitchFamily="34" charset="0"/>
                <a:cs typeface="Times New Roman" panose="02020603050405020304" pitchFamily="18" charset="0"/>
                <a:hlinkClick r:id="rId7"/>
              </a:rPr>
              <a:t>https://pages.nist.gov/800-63-4/sp800-63b.html</a:t>
            </a:r>
            <a:endParaRPr lang="en-NZ" sz="800">
              <a:effectLst/>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effectLst/>
                <a:latin typeface="Aptos" panose="020B0004020202020204" pitchFamily="34" charset="0"/>
                <a:ea typeface="Aptos" panose="020B0004020202020204" pitchFamily="34" charset="0"/>
                <a:cs typeface="Times New Roman" panose="02020603050405020304" pitchFamily="18" charset="0"/>
                <a:hlinkClick r:id="rId8"/>
              </a:rPr>
              <a:t>[4]</a:t>
            </a:r>
            <a:r>
              <a:rPr lang="en-NZ" sz="800">
                <a:effectLst/>
                <a:latin typeface="Aptos" panose="020B0004020202020204" pitchFamily="34" charset="0"/>
                <a:ea typeface="Aptos" panose="020B0004020202020204" pitchFamily="34" charset="0"/>
                <a:cs typeface="Times New Roman" panose="02020603050405020304" pitchFamily="18" charset="0"/>
              </a:rPr>
              <a:t> hash - Is forcing complex passwords "more important" than salting? - Stack Overflow</a:t>
            </a:r>
          </a:p>
          <a:p>
            <a:pPr>
              <a:lnSpc>
                <a:spcPct val="90000"/>
              </a:lnSpc>
              <a:spcBef>
                <a:spcPts val="900"/>
              </a:spcBef>
              <a:spcAft>
                <a:spcPts val="900"/>
              </a:spcAft>
              <a:buNone/>
            </a:pPr>
            <a:r>
              <a:rPr lang="en-NZ" sz="800">
                <a:effectLst/>
                <a:latin typeface="Aptos" panose="020B0004020202020204" pitchFamily="34" charset="0"/>
                <a:ea typeface="Aptos" panose="020B0004020202020204" pitchFamily="34" charset="0"/>
                <a:cs typeface="Times New Roman" panose="02020603050405020304" pitchFamily="18" charset="0"/>
                <a:hlinkClick r:id="rId9"/>
              </a:rPr>
              <a:t>https://stackoverflow.com/questions/1746369/is-forcing-complex-passwords-more-important-than-salting</a:t>
            </a:r>
            <a:endParaRPr lang="en-NZ" sz="800">
              <a:effectLst/>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effectLst/>
                <a:latin typeface="Aptos" panose="020B0004020202020204" pitchFamily="34" charset="0"/>
                <a:ea typeface="Aptos" panose="020B0004020202020204" pitchFamily="34" charset="0"/>
                <a:cs typeface="Times New Roman" panose="02020603050405020304" pitchFamily="18" charset="0"/>
                <a:hlinkClick r:id="rId10"/>
              </a:rPr>
              <a:t>[5]</a:t>
            </a:r>
            <a:r>
              <a:rPr lang="en-NZ" sz="800">
                <a:effectLst/>
                <a:latin typeface="Aptos" panose="020B0004020202020204" pitchFamily="34" charset="0"/>
                <a:ea typeface="Aptos" panose="020B0004020202020204" pitchFamily="34" charset="0"/>
                <a:cs typeface="Times New Roman" panose="02020603050405020304" pitchFamily="18" charset="0"/>
              </a:rPr>
              <a:t> State-of-the-art phishing: MFA bypass</a:t>
            </a:r>
          </a:p>
          <a:p>
            <a:pPr>
              <a:lnSpc>
                <a:spcPct val="90000"/>
              </a:lnSpc>
              <a:spcBef>
                <a:spcPts val="900"/>
              </a:spcBef>
              <a:spcAft>
                <a:spcPts val="900"/>
              </a:spcAft>
              <a:buNone/>
            </a:pPr>
            <a:r>
              <a:rPr lang="en-NZ" sz="800">
                <a:effectLst/>
                <a:latin typeface="Aptos" panose="020B0004020202020204" pitchFamily="34" charset="0"/>
                <a:ea typeface="Aptos" panose="020B0004020202020204" pitchFamily="34" charset="0"/>
                <a:cs typeface="Times New Roman" panose="02020603050405020304" pitchFamily="18" charset="0"/>
                <a:hlinkClick r:id="rId11"/>
              </a:rPr>
              <a:t>https://blog.talosintelligence.com/state-of-the-art-phishing-mfa-bypass/</a:t>
            </a:r>
            <a:endParaRPr lang="en-NZ" sz="800">
              <a:effectLst/>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effectLst/>
                <a:latin typeface="Aptos" panose="020B0004020202020204" pitchFamily="34" charset="0"/>
                <a:ea typeface="Aptos" panose="020B0004020202020204" pitchFamily="34" charset="0"/>
                <a:cs typeface="Times New Roman" panose="02020603050405020304" pitchFamily="18" charset="0"/>
                <a:hlinkClick r:id="rId12"/>
              </a:rPr>
              <a:t>[6]</a:t>
            </a:r>
            <a:r>
              <a:rPr lang="en-NZ" sz="800">
                <a:effectLst/>
                <a:latin typeface="Aptos" panose="020B0004020202020204" pitchFamily="34" charset="0"/>
                <a:ea typeface="Aptos" panose="020B0004020202020204" pitchFamily="34" charset="0"/>
                <a:cs typeface="Times New Roman" panose="02020603050405020304" pitchFamily="18" charset="0"/>
              </a:rPr>
              <a:t> What is MFA Fatigue &amp; How To Avoid It - RSA</a:t>
            </a:r>
          </a:p>
          <a:p>
            <a:pPr>
              <a:lnSpc>
                <a:spcPct val="90000"/>
              </a:lnSpc>
              <a:spcBef>
                <a:spcPts val="900"/>
              </a:spcBef>
              <a:spcAft>
                <a:spcPts val="900"/>
              </a:spcAft>
              <a:buNone/>
            </a:pPr>
            <a:r>
              <a:rPr lang="en-NZ" sz="800">
                <a:effectLst/>
                <a:latin typeface="Aptos" panose="020B0004020202020204" pitchFamily="34" charset="0"/>
                <a:ea typeface="Aptos" panose="020B0004020202020204" pitchFamily="34" charset="0"/>
                <a:cs typeface="Times New Roman" panose="02020603050405020304" pitchFamily="18" charset="0"/>
                <a:hlinkClick r:id="rId13"/>
              </a:rPr>
              <a:t>https://www.rsa.com/resources/blog/multi-factor-authentication/beware-mfa-fatigue/</a:t>
            </a:r>
            <a:endParaRPr lang="en-NZ" sz="800">
              <a:effectLst/>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effectLst/>
                <a:latin typeface="Aptos" panose="020B0004020202020204" pitchFamily="34" charset="0"/>
                <a:ea typeface="Aptos" panose="020B0004020202020204" pitchFamily="34" charset="0"/>
                <a:cs typeface="Times New Roman" panose="02020603050405020304" pitchFamily="18" charset="0"/>
                <a:hlinkClick r:id="rId14"/>
              </a:rPr>
              <a:t>[7]</a:t>
            </a:r>
            <a:r>
              <a:rPr lang="en-NZ" sz="800">
                <a:effectLst/>
                <a:latin typeface="Aptos" panose="020B0004020202020204" pitchFamily="34" charset="0"/>
                <a:ea typeface="Aptos" panose="020B0004020202020204" pitchFamily="34" charset="0"/>
                <a:cs typeface="Times New Roman" panose="02020603050405020304" pitchFamily="18" charset="0"/>
              </a:rPr>
              <a:t> Insecure Use of Cryptography | OWASP Foundation</a:t>
            </a:r>
          </a:p>
          <a:p>
            <a:pPr>
              <a:lnSpc>
                <a:spcPct val="90000"/>
              </a:lnSpc>
              <a:spcBef>
                <a:spcPts val="900"/>
              </a:spcBef>
              <a:spcAft>
                <a:spcPts val="900"/>
              </a:spcAft>
              <a:buNone/>
            </a:pPr>
            <a:r>
              <a:rPr lang="en-NZ" sz="800">
                <a:effectLst/>
                <a:latin typeface="Aptos" panose="020B0004020202020204" pitchFamily="34" charset="0"/>
                <a:ea typeface="Aptos" panose="020B0004020202020204" pitchFamily="34" charset="0"/>
                <a:cs typeface="Times New Roman" panose="02020603050405020304" pitchFamily="18" charset="0"/>
                <a:hlinkClick r:id="rId15"/>
              </a:rPr>
              <a:t>https://owasp.org/www-project-top-10-infrastructure-security-risks/docs/2024/ISR05_2024-Insecure_Use_of_Cryptography</a:t>
            </a:r>
            <a:endParaRPr lang="en-NZ" sz="800">
              <a:effectLst/>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effectLst/>
                <a:latin typeface="Aptos" panose="020B0004020202020204" pitchFamily="34" charset="0"/>
                <a:ea typeface="Aptos" panose="020B0004020202020204" pitchFamily="34" charset="0"/>
                <a:cs typeface="Times New Roman" panose="02020603050405020304" pitchFamily="18" charset="0"/>
                <a:hlinkClick r:id="rId16"/>
              </a:rPr>
              <a:t>[8]</a:t>
            </a:r>
            <a:r>
              <a:rPr lang="en-NZ" sz="800">
                <a:effectLst/>
                <a:latin typeface="Aptos" panose="020B0004020202020204" pitchFamily="34" charset="0"/>
                <a:ea typeface="Aptos" panose="020B0004020202020204" pitchFamily="34" charset="0"/>
                <a:cs typeface="Times New Roman" panose="02020603050405020304" pitchFamily="18" charset="0"/>
              </a:rPr>
              <a:t> The Dangers of “Rolling Your Own” Encryption | Infosec</a:t>
            </a:r>
          </a:p>
          <a:p>
            <a:pPr>
              <a:lnSpc>
                <a:spcPct val="90000"/>
              </a:lnSpc>
              <a:spcBef>
                <a:spcPts val="900"/>
              </a:spcBef>
              <a:spcAft>
                <a:spcPts val="900"/>
              </a:spcAft>
              <a:buNone/>
            </a:pPr>
            <a:r>
              <a:rPr lang="en-NZ" sz="800">
                <a:effectLst/>
                <a:latin typeface="Aptos" panose="020B0004020202020204" pitchFamily="34" charset="0"/>
                <a:ea typeface="Aptos" panose="020B0004020202020204" pitchFamily="34" charset="0"/>
                <a:cs typeface="Times New Roman" panose="02020603050405020304" pitchFamily="18" charset="0"/>
                <a:hlinkClick r:id="rId17"/>
              </a:rPr>
              <a:t>https://www.infosecinstitute.com/resources/cryptography/the-dangers-of-rolling-your-own-encryption/</a:t>
            </a:r>
            <a:endParaRPr lang="en-NZ" sz="80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365305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EB4D461-B8FC-C307-2C0E-9387814C2635}"/>
              </a:ext>
            </a:extLst>
          </p:cNvPr>
          <p:cNvSpPr>
            <a:spLocks noGrp="1"/>
          </p:cNvSpPr>
          <p:nvPr>
            <p:ph idx="1"/>
          </p:nvPr>
        </p:nvSpPr>
        <p:spPr>
          <a:xfrm>
            <a:off x="3335481" y="591344"/>
            <a:ext cx="5179868" cy="5585619"/>
          </a:xfrm>
        </p:spPr>
        <p:txBody>
          <a:bodyPr anchor="ctr">
            <a:normAutofit fontScale="92500" lnSpcReduction="20000"/>
          </a:bodyPr>
          <a:lstStyle/>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2"/>
              </a:rPr>
              <a:t>[9]</a:t>
            </a:r>
            <a:r>
              <a:rPr lang="en-NZ" sz="800">
                <a:latin typeface="Aptos" panose="020B0004020202020204" pitchFamily="34" charset="0"/>
                <a:ea typeface="Aptos" panose="020B0004020202020204" pitchFamily="34" charset="0"/>
                <a:cs typeface="Times New Roman" panose="02020603050405020304" pitchFamily="18" charset="0"/>
              </a:rPr>
              <a:t> Rainbow Table Defined | Rainbow Table Attacks &amp; How to Preven | Huntress</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3"/>
              </a:rPr>
              <a:t>https://www.huntress.com/cybersecurity-101/topic/rainbow-table-defined</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4"/>
              </a:rPr>
              <a:t>[10]</a:t>
            </a:r>
            <a:r>
              <a:rPr lang="en-NZ" sz="800">
                <a:latin typeface="Aptos" panose="020B0004020202020204" pitchFamily="34" charset="0"/>
                <a:ea typeface="Aptos" panose="020B0004020202020204" pitchFamily="34" charset="0"/>
                <a:cs typeface="Times New Roman" panose="02020603050405020304" pitchFamily="18" charset="0"/>
              </a:rPr>
              <a:t> </a:t>
            </a:r>
            <a:r>
              <a:rPr lang="en-NZ" sz="800">
                <a:latin typeface="Aptos" panose="020B0004020202020204" pitchFamily="34" charset="0"/>
                <a:ea typeface="Aptos" panose="020B0004020202020204" pitchFamily="34" charset="0"/>
                <a:cs typeface="Times New Roman" panose="02020603050405020304" pitchFamily="18" charset="0"/>
                <a:hlinkClick r:id="rId5"/>
              </a:rPr>
              <a:t>[11]</a:t>
            </a:r>
            <a:r>
              <a:rPr lang="en-NZ" sz="800">
                <a:latin typeface="Aptos" panose="020B0004020202020204" pitchFamily="34" charset="0"/>
                <a:ea typeface="Aptos" panose="020B0004020202020204" pitchFamily="34" charset="0"/>
                <a:cs typeface="Times New Roman" panose="02020603050405020304" pitchFamily="18" charset="0"/>
              </a:rPr>
              <a:t> </a:t>
            </a:r>
            <a:r>
              <a:rPr lang="en-NZ" sz="800">
                <a:latin typeface="Aptos" panose="020B0004020202020204" pitchFamily="34" charset="0"/>
                <a:ea typeface="Aptos" panose="020B0004020202020204" pitchFamily="34" charset="0"/>
                <a:cs typeface="Times New Roman" panose="02020603050405020304" pitchFamily="18" charset="0"/>
                <a:hlinkClick r:id="rId6"/>
              </a:rPr>
              <a:t>[17]</a:t>
            </a:r>
            <a:r>
              <a:rPr lang="en-NZ" sz="800">
                <a:latin typeface="Aptos" panose="020B0004020202020204" pitchFamily="34" charset="0"/>
                <a:ea typeface="Aptos" panose="020B0004020202020204" pitchFamily="34" charset="0"/>
                <a:cs typeface="Times New Roman" panose="02020603050405020304" pitchFamily="18" charset="0"/>
              </a:rPr>
              <a:t> The Security Through Obscurity Debate</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7"/>
              </a:rPr>
              <a:t>https://www.packetlabs.net/posts/the-security-through-obscurity-debate/</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8"/>
              </a:rPr>
              <a:t>[12]</a:t>
            </a:r>
            <a:r>
              <a:rPr lang="en-NZ" sz="800">
                <a:latin typeface="Aptos" panose="020B0004020202020204" pitchFamily="34" charset="0"/>
                <a:ea typeface="Aptos" panose="020B0004020202020204" pitchFamily="34" charset="0"/>
                <a:cs typeface="Times New Roman" panose="02020603050405020304" pitchFamily="18" charset="0"/>
              </a:rPr>
              <a:t> </a:t>
            </a:r>
            <a:r>
              <a:rPr lang="en-NZ" sz="800">
                <a:latin typeface="Aptos" panose="020B0004020202020204" pitchFamily="34" charset="0"/>
                <a:ea typeface="Aptos" panose="020B0004020202020204" pitchFamily="34" charset="0"/>
                <a:cs typeface="Times New Roman" panose="02020603050405020304" pitchFamily="18" charset="0"/>
                <a:hlinkClick r:id="rId9"/>
              </a:rPr>
              <a:t>[13]</a:t>
            </a:r>
            <a:r>
              <a:rPr lang="en-NZ" sz="800">
                <a:latin typeface="Aptos" panose="020B0004020202020204" pitchFamily="34" charset="0"/>
                <a:ea typeface="Aptos" panose="020B0004020202020204" pitchFamily="34" charset="0"/>
                <a:cs typeface="Times New Roman" panose="02020603050405020304" pitchFamily="18" charset="0"/>
              </a:rPr>
              <a:t> Business logic vulnerabilities | Web Security Academy</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0"/>
              </a:rPr>
              <a:t>https://portswigger.net/web-security/logic-flaws</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1"/>
              </a:rPr>
              <a:t>[14]</a:t>
            </a:r>
            <a:r>
              <a:rPr lang="en-NZ" sz="800">
                <a:latin typeface="Aptos" panose="020B0004020202020204" pitchFamily="34" charset="0"/>
                <a:ea typeface="Aptos" panose="020B0004020202020204" pitchFamily="34" charset="0"/>
                <a:cs typeface="Times New Roman" panose="02020603050405020304" pitchFamily="18" charset="0"/>
              </a:rPr>
              <a:t> Risks of Delayed Patching | Why Timely Patch Updates Matter</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2"/>
              </a:rPr>
              <a:t>https://www.manageengine.com/patch-management/risks-of-delayed-patching.html</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3"/>
              </a:rPr>
              <a:t>[15]</a:t>
            </a:r>
            <a:r>
              <a:rPr lang="en-NZ" sz="800">
                <a:latin typeface="Aptos" panose="020B0004020202020204" pitchFamily="34" charset="0"/>
                <a:ea typeface="Aptos" panose="020B0004020202020204" pitchFamily="34" charset="0"/>
                <a:cs typeface="Times New Roman" panose="02020603050405020304" pitchFamily="18" charset="0"/>
              </a:rPr>
              <a:t> </a:t>
            </a:r>
            <a:r>
              <a:rPr lang="en-NZ" sz="800">
                <a:latin typeface="Aptos" panose="020B0004020202020204" pitchFamily="34" charset="0"/>
                <a:ea typeface="Aptos" panose="020B0004020202020204" pitchFamily="34" charset="0"/>
                <a:cs typeface="Times New Roman" panose="02020603050405020304" pitchFamily="18" charset="0"/>
                <a:hlinkClick r:id="rId14"/>
              </a:rPr>
              <a:t>[16]</a:t>
            </a:r>
            <a:r>
              <a:rPr lang="en-NZ" sz="800">
                <a:latin typeface="Aptos" panose="020B0004020202020204" pitchFamily="34" charset="0"/>
                <a:ea typeface="Aptos" panose="020B0004020202020204" pitchFamily="34" charset="0"/>
                <a:cs typeface="Times New Roman" panose="02020603050405020304" pitchFamily="18" charset="0"/>
              </a:rPr>
              <a:t> 6 Major Security Advantages of Open Source | </a:t>
            </a:r>
            <a:r>
              <a:rPr lang="en-NZ" sz="800" err="1">
                <a:latin typeface="Aptos" panose="020B0004020202020204" pitchFamily="34" charset="0"/>
                <a:ea typeface="Aptos" panose="020B0004020202020204" pitchFamily="34" charset="0"/>
                <a:cs typeface="Times New Roman" panose="02020603050405020304" pitchFamily="18" charset="0"/>
              </a:rPr>
              <a:t>Kiuwan</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5"/>
              </a:rPr>
              <a:t>https://www.kiuwan.com/blog/why-open-source-six-major-advantages-from-a-security-perspective/</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6"/>
              </a:rPr>
              <a:t>[18]</a:t>
            </a:r>
            <a:r>
              <a:rPr lang="en-NZ" sz="800">
                <a:latin typeface="Aptos" panose="020B0004020202020204" pitchFamily="34" charset="0"/>
                <a:ea typeface="Aptos" panose="020B0004020202020204" pitchFamily="34" charset="0"/>
                <a:cs typeface="Times New Roman" panose="02020603050405020304" pitchFamily="18" charset="0"/>
              </a:rPr>
              <a:t> validation - SQL Injection solutions - Information Security Stack Exchange</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7"/>
              </a:rPr>
              <a:t>https://security.stackexchange.com/questions/74729/sql-injection-solutions</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8"/>
              </a:rPr>
              <a:t>[19]</a:t>
            </a:r>
            <a:r>
              <a:rPr lang="en-NZ" sz="800">
                <a:latin typeface="Aptos" panose="020B0004020202020204" pitchFamily="34" charset="0"/>
                <a:ea typeface="Aptos" panose="020B0004020202020204" pitchFamily="34" charset="0"/>
                <a:cs typeface="Times New Roman" panose="02020603050405020304" pitchFamily="18" charset="0"/>
              </a:rPr>
              <a:t> CWE - CWE-602: Client-Side Enforcement of Server-Side Security (4.19.1) </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9"/>
              </a:rPr>
              <a:t>https://cwe.mitre.org/data/definitions/602.html</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20"/>
              </a:rPr>
              <a:t>[20]</a:t>
            </a:r>
            <a:r>
              <a:rPr lang="en-NZ" sz="800">
                <a:latin typeface="Aptos" panose="020B0004020202020204" pitchFamily="34" charset="0"/>
                <a:ea typeface="Aptos" panose="020B0004020202020204" pitchFamily="34" charset="0"/>
                <a:cs typeface="Times New Roman" panose="02020603050405020304" pitchFamily="18" charset="0"/>
              </a:rPr>
              <a:t> Businesses of Any Size Are Vulnerable to Cyberattacks - CTS</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21"/>
              </a:rPr>
              <a:t>https://www.onlinects.com/2024/10/21/businesses-of-any-size-are-vulnerable-to-cyberattacks/</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22"/>
              </a:rPr>
              <a:t>[21]</a:t>
            </a:r>
            <a:r>
              <a:rPr lang="en-NZ" sz="800">
                <a:latin typeface="Aptos" panose="020B0004020202020204" pitchFamily="34" charset="0"/>
                <a:ea typeface="Aptos" panose="020B0004020202020204" pitchFamily="34" charset="0"/>
                <a:cs typeface="Times New Roman" panose="02020603050405020304" pitchFamily="18" charset="0"/>
              </a:rPr>
              <a:t> </a:t>
            </a:r>
            <a:r>
              <a:rPr lang="en-NZ" sz="800">
                <a:latin typeface="Aptos" panose="020B0004020202020204" pitchFamily="34" charset="0"/>
                <a:ea typeface="Aptos" panose="020B0004020202020204" pitchFamily="34" charset="0"/>
                <a:cs typeface="Times New Roman" panose="02020603050405020304" pitchFamily="18" charset="0"/>
                <a:hlinkClick r:id="rId23"/>
              </a:rPr>
              <a:t>[22]</a:t>
            </a:r>
            <a:r>
              <a:rPr lang="en-NZ" sz="800">
                <a:latin typeface="Aptos" panose="020B0004020202020204" pitchFamily="34" charset="0"/>
                <a:ea typeface="Aptos" panose="020B0004020202020204" pitchFamily="34" charset="0"/>
                <a:cs typeface="Times New Roman" panose="02020603050405020304" pitchFamily="18" charset="0"/>
              </a:rPr>
              <a:t> Why Security Culture Beats Security Tools (And Makes Them Worth What You Paid) – Blacksmith Infosec | Compliance-as-a-Service for MSPs</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24"/>
              </a:rPr>
              <a:t>https://blacksmithinfosec.com/why-security-culture-beats-security-tools-and-makes-them-worth-what-you-paid/</a:t>
            </a:r>
            <a:endParaRPr lang="en-NZ" sz="800">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4273203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B1D69BA-9D88-45EC-0EB4-932F463AF5F0}"/>
              </a:ext>
            </a:extLst>
          </p:cNvPr>
          <p:cNvSpPr>
            <a:spLocks noGrp="1"/>
          </p:cNvSpPr>
          <p:nvPr>
            <p:ph idx="1"/>
          </p:nvPr>
        </p:nvSpPr>
        <p:spPr>
          <a:xfrm>
            <a:off x="3335481" y="591344"/>
            <a:ext cx="5179868" cy="5585619"/>
          </a:xfrm>
        </p:spPr>
        <p:txBody>
          <a:bodyPr anchor="ctr">
            <a:normAutofit fontScale="92500" lnSpcReduction="20000"/>
          </a:bodyPr>
          <a:lstStyle/>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2"/>
              </a:rPr>
              <a:t>[23]</a:t>
            </a:r>
            <a:r>
              <a:rPr lang="en-NZ" sz="800">
                <a:latin typeface="Aptos" panose="020B0004020202020204" pitchFamily="34" charset="0"/>
                <a:ea typeface="Aptos" panose="020B0004020202020204" pitchFamily="34" charset="0"/>
                <a:cs typeface="Times New Roman" panose="02020603050405020304" pitchFamily="18" charset="0"/>
              </a:rPr>
              <a:t> </a:t>
            </a:r>
            <a:r>
              <a:rPr lang="en-NZ" sz="800">
                <a:latin typeface="Aptos" panose="020B0004020202020204" pitchFamily="34" charset="0"/>
                <a:ea typeface="Aptos" panose="020B0004020202020204" pitchFamily="34" charset="0"/>
                <a:cs typeface="Times New Roman" panose="02020603050405020304" pitchFamily="18" charset="0"/>
                <a:hlinkClick r:id="rId3"/>
              </a:rPr>
              <a:t>[24]</a:t>
            </a:r>
            <a:r>
              <a:rPr lang="en-NZ" sz="800">
                <a:latin typeface="Aptos" panose="020B0004020202020204" pitchFamily="34" charset="0"/>
                <a:ea typeface="Aptos" panose="020B0004020202020204" pitchFamily="34" charset="0"/>
                <a:cs typeface="Times New Roman" panose="02020603050405020304" pitchFamily="18" charset="0"/>
              </a:rPr>
              <a:t> Use of hard-coded password | OWASP Foundation</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4"/>
              </a:rPr>
              <a:t>https://owasp.org/www-community/vulnerabilities/Use_of_hard-coded_password</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5"/>
              </a:rPr>
              <a:t>[25]</a:t>
            </a:r>
            <a:r>
              <a:rPr lang="en-NZ" sz="800">
                <a:latin typeface="Aptos" panose="020B0004020202020204" pitchFamily="34" charset="0"/>
                <a:ea typeface="Aptos" panose="020B0004020202020204" pitchFamily="34" charset="0"/>
                <a:cs typeface="Times New Roman" panose="02020603050405020304" pitchFamily="18" charset="0"/>
              </a:rPr>
              <a:t> Encryption vs. cryptography: What's the difference (and why does it matter?) | Barracuda Networks Blog</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6"/>
              </a:rPr>
              <a:t>https://blog.barracuda.com/2025/08/01/encryption-cryptography-difference</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7"/>
              </a:rPr>
              <a:t>[26]</a:t>
            </a:r>
            <a:r>
              <a:rPr lang="en-NZ" sz="800">
                <a:latin typeface="Aptos" panose="020B0004020202020204" pitchFamily="34" charset="0"/>
                <a:ea typeface="Aptos" panose="020B0004020202020204" pitchFamily="34" charset="0"/>
                <a:cs typeface="Times New Roman" panose="02020603050405020304" pitchFamily="18" charset="0"/>
              </a:rPr>
              <a:t> Authentication (AuthN) | Glossary | Opal Security</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8"/>
              </a:rPr>
              <a:t>https://www.opal.dev/glossary/authentication-(authn)</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9"/>
              </a:rPr>
              <a:t>[27]</a:t>
            </a:r>
            <a:r>
              <a:rPr lang="en-NZ" sz="800">
                <a:latin typeface="Aptos" panose="020B0004020202020204" pitchFamily="34" charset="0"/>
                <a:ea typeface="Aptos" panose="020B0004020202020204" pitchFamily="34" charset="0"/>
                <a:cs typeface="Times New Roman" panose="02020603050405020304" pitchFamily="18" charset="0"/>
              </a:rPr>
              <a:t> What Is Insider Threat? </a:t>
            </a:r>
            <a:r>
              <a:rPr lang="en-NZ" sz="800" err="1">
                <a:latin typeface="Aptos" panose="020B0004020202020204" pitchFamily="34" charset="0"/>
                <a:ea typeface="Aptos" panose="020B0004020202020204" pitchFamily="34" charset="0"/>
                <a:cs typeface="Times New Roman" panose="02020603050405020304" pitchFamily="18" charset="0"/>
              </a:rPr>
              <a:t>Unraveling</a:t>
            </a:r>
            <a:r>
              <a:rPr lang="en-NZ" sz="800">
                <a:latin typeface="Aptos" panose="020B0004020202020204" pitchFamily="34" charset="0"/>
                <a:ea typeface="Aptos" panose="020B0004020202020204" pitchFamily="34" charset="0"/>
                <a:cs typeface="Times New Roman" panose="02020603050405020304" pitchFamily="18" charset="0"/>
              </a:rPr>
              <a:t> Insider Risks | Microsoft Security</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0"/>
              </a:rPr>
              <a:t>https://www.microsoft.com/en-nz/security/business/security-101/what-is-insider-threat</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1"/>
              </a:rPr>
              <a:t>[28]</a:t>
            </a:r>
            <a:r>
              <a:rPr lang="en-NZ" sz="800">
                <a:latin typeface="Aptos" panose="020B0004020202020204" pitchFamily="34" charset="0"/>
                <a:ea typeface="Aptos" panose="020B0004020202020204" pitchFamily="34" charset="0"/>
                <a:cs typeface="Times New Roman" panose="02020603050405020304" pitchFamily="18" charset="0"/>
              </a:rPr>
              <a:t> "Antivirus is not enough: The truth about layered security" | Castlerock Managed IT Services Company posted on the topic | LinkedIn</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2"/>
              </a:rPr>
              <a:t>https://www.linkedin.com/posts/castlerockmanageditservicescompany_itmyths-cybersecurity-layeredsecurity-activity-7396472754465808384-upKr</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3"/>
              </a:rPr>
              <a:t>[29]</a:t>
            </a:r>
            <a:r>
              <a:rPr lang="en-NZ" sz="800">
                <a:latin typeface="Aptos" panose="020B0004020202020204" pitchFamily="34" charset="0"/>
                <a:ea typeface="Aptos" panose="020B0004020202020204" pitchFamily="34" charset="0"/>
                <a:cs typeface="Times New Roman" panose="02020603050405020304" pitchFamily="18" charset="0"/>
              </a:rPr>
              <a:t> Logging - OWASP Cheat Sheet Series</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4"/>
              </a:rPr>
              <a:t>https://cheatsheetseries.owasp.org/cheatsheets/Logging_Cheat_Sheet.html</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5"/>
              </a:rPr>
              <a:t>[30]</a:t>
            </a:r>
            <a:r>
              <a:rPr lang="en-NZ" sz="800">
                <a:latin typeface="Aptos" panose="020B0004020202020204" pitchFamily="34" charset="0"/>
                <a:ea typeface="Aptos" panose="020B0004020202020204" pitchFamily="34" charset="0"/>
                <a:cs typeface="Times New Roman" panose="02020603050405020304" pitchFamily="18" charset="0"/>
              </a:rPr>
              <a:t> </a:t>
            </a:r>
            <a:r>
              <a:rPr lang="en-NZ" sz="800">
                <a:latin typeface="Aptos" panose="020B0004020202020204" pitchFamily="34" charset="0"/>
                <a:ea typeface="Aptos" panose="020B0004020202020204" pitchFamily="34" charset="0"/>
                <a:cs typeface="Times New Roman" panose="02020603050405020304" pitchFamily="18" charset="0"/>
                <a:hlinkClick r:id="rId16"/>
              </a:rPr>
              <a:t>[31]</a:t>
            </a:r>
            <a:r>
              <a:rPr lang="en-NZ" sz="800">
                <a:latin typeface="Aptos" panose="020B0004020202020204" pitchFamily="34" charset="0"/>
                <a:ea typeface="Aptos" panose="020B0004020202020204" pitchFamily="34" charset="0"/>
                <a:cs typeface="Times New Roman" panose="02020603050405020304" pitchFamily="18" charset="0"/>
              </a:rPr>
              <a:t> Least Privilege Principle | OWASP Foundation</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7"/>
              </a:rPr>
              <a:t>https://owasp.org/www-community/controls/Least_Privilege_Principle</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8"/>
              </a:rPr>
              <a:t>[32]</a:t>
            </a:r>
            <a:r>
              <a:rPr lang="en-NZ" sz="800">
                <a:latin typeface="Aptos" panose="020B0004020202020204" pitchFamily="34" charset="0"/>
                <a:ea typeface="Aptos" panose="020B0004020202020204" pitchFamily="34" charset="0"/>
                <a:cs typeface="Times New Roman" panose="02020603050405020304" pitchFamily="18" charset="0"/>
              </a:rPr>
              <a:t> Debunking Cybersecurity Myths: A Fresh Start for 2025 - </a:t>
            </a:r>
            <a:r>
              <a:rPr lang="en-NZ" sz="800" err="1">
                <a:latin typeface="Aptos" panose="020B0004020202020204" pitchFamily="34" charset="0"/>
                <a:ea typeface="Aptos" panose="020B0004020202020204" pitchFamily="34" charset="0"/>
                <a:cs typeface="Times New Roman" panose="02020603050405020304" pitchFamily="18" charset="0"/>
              </a:rPr>
              <a:t>Teleco</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9"/>
              </a:rPr>
              <a:t>https://teleco.ca/debunking-cybersecurity-myths-a-fresh-start-for-2025/</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20"/>
              </a:rPr>
              <a:t>[33]</a:t>
            </a:r>
            <a:r>
              <a:rPr lang="en-NZ" sz="800">
                <a:latin typeface="Aptos" panose="020B0004020202020204" pitchFamily="34" charset="0"/>
                <a:ea typeface="Aptos" panose="020B0004020202020204" pitchFamily="34" charset="0"/>
                <a:cs typeface="Times New Roman" panose="02020603050405020304" pitchFamily="18" charset="0"/>
              </a:rPr>
              <a:t> Your Firewall Can’t Save You: The Silent Crisis in API Security | by Chinaza Emmanuela </a:t>
            </a:r>
            <a:r>
              <a:rPr lang="en-NZ" sz="800" err="1">
                <a:latin typeface="Aptos" panose="020B0004020202020204" pitchFamily="34" charset="0"/>
                <a:ea typeface="Aptos" panose="020B0004020202020204" pitchFamily="34" charset="0"/>
                <a:cs typeface="Times New Roman" panose="02020603050405020304" pitchFamily="18" charset="0"/>
              </a:rPr>
              <a:t>Obidike</a:t>
            </a:r>
            <a:r>
              <a:rPr lang="en-NZ" sz="800">
                <a:latin typeface="Aptos" panose="020B0004020202020204" pitchFamily="34" charset="0"/>
                <a:ea typeface="Aptos" panose="020B0004020202020204" pitchFamily="34" charset="0"/>
                <a:cs typeface="Times New Roman" panose="02020603050405020304" pitchFamily="18" charset="0"/>
              </a:rPr>
              <a:t> | Medium</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21"/>
              </a:rPr>
              <a:t>https://medium.com/@chinazaObidike/your-firewall-cant-save-you-the-silent-crisis-in-api-security-10b8f18a70f6</a:t>
            </a:r>
            <a:endParaRPr lang="en-NZ" sz="800">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5413553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BDE2B17-823A-267E-2194-29BCF38C91CA}"/>
              </a:ext>
            </a:extLst>
          </p:cNvPr>
          <p:cNvSpPr>
            <a:spLocks noGrp="1"/>
          </p:cNvSpPr>
          <p:nvPr>
            <p:ph idx="1"/>
          </p:nvPr>
        </p:nvSpPr>
        <p:spPr>
          <a:xfrm>
            <a:off x="3335481" y="591344"/>
            <a:ext cx="5179868" cy="5585619"/>
          </a:xfrm>
        </p:spPr>
        <p:txBody>
          <a:bodyPr anchor="ctr">
            <a:normAutofit fontScale="92500" lnSpcReduction="10000"/>
          </a:bodyPr>
          <a:lstStyle/>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2"/>
              </a:rPr>
              <a:t>[34]</a:t>
            </a:r>
            <a:r>
              <a:rPr lang="en-NZ" sz="800">
                <a:latin typeface="Aptos" panose="020B0004020202020204" pitchFamily="34" charset="0"/>
                <a:ea typeface="Aptos" panose="020B0004020202020204" pitchFamily="34" charset="0"/>
                <a:cs typeface="Times New Roman" panose="02020603050405020304" pitchFamily="18" charset="0"/>
              </a:rPr>
              <a:t> A03 Software Supply Chain Failures - OWASP Top 10:2025</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3"/>
              </a:rPr>
              <a:t>https://owasp.org/Top10/2025/A03_2025-Software_Supply_Chain_Failures/</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4"/>
              </a:rPr>
              <a:t>[35]</a:t>
            </a:r>
            <a:r>
              <a:rPr lang="en-NZ" sz="800">
                <a:latin typeface="Aptos" panose="020B0004020202020204" pitchFamily="34" charset="0"/>
                <a:ea typeface="Aptos" panose="020B0004020202020204" pitchFamily="34" charset="0"/>
                <a:cs typeface="Times New Roman" panose="02020603050405020304" pitchFamily="18" charset="0"/>
              </a:rPr>
              <a:t> FalconFeeds.io Blog | Latest Cyber Threat Intelligence &amp; Security Insights</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5"/>
              </a:rPr>
              <a:t>https://falconfeeds.io/blogs/zero-noise-attacks-silent-tactics-threat-actors</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6"/>
              </a:rPr>
              <a:t>[36]</a:t>
            </a:r>
            <a:r>
              <a:rPr lang="en-NZ" sz="800">
                <a:latin typeface="Aptos" panose="020B0004020202020204" pitchFamily="34" charset="0"/>
                <a:ea typeface="Aptos" panose="020B0004020202020204" pitchFamily="34" charset="0"/>
                <a:cs typeface="Times New Roman" panose="02020603050405020304" pitchFamily="18" charset="0"/>
              </a:rPr>
              <a:t> security - Does encryption guarantee integrity? - Stack Overflow</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7"/>
              </a:rPr>
              <a:t>https://stackoverflow.com/questions/3655516/does-encryption-guarantee-integrity</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8"/>
              </a:rPr>
              <a:t>[37]</a:t>
            </a:r>
            <a:r>
              <a:rPr lang="en-NZ" sz="800">
                <a:latin typeface="Aptos" panose="020B0004020202020204" pitchFamily="34" charset="0"/>
                <a:ea typeface="Aptos" panose="020B0004020202020204" pitchFamily="34" charset="0"/>
                <a:cs typeface="Times New Roman" panose="02020603050405020304" pitchFamily="18" charset="0"/>
              </a:rPr>
              <a:t> Verizon 60 of breaches involve human error | Mimecast</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9"/>
              </a:rPr>
              <a:t>https://www.mimecast.com/blog/verizon-60-of-breaches-involve-human-error/</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0"/>
              </a:rPr>
              <a:t>[38]</a:t>
            </a:r>
            <a:r>
              <a:rPr lang="en-NZ" sz="800">
                <a:latin typeface="Aptos" panose="020B0004020202020204" pitchFamily="34" charset="0"/>
                <a:ea typeface="Aptos" panose="020B0004020202020204" pitchFamily="34" charset="0"/>
                <a:cs typeface="Times New Roman" panose="02020603050405020304" pitchFamily="18" charset="0"/>
              </a:rPr>
              <a:t> IP Spoofing &amp; Spoof Attacks</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1"/>
              </a:rPr>
              <a:t>https://usa.kaspersky.com/resource-center/threats/ip-spoofing</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2"/>
              </a:rPr>
              <a:t>[39]</a:t>
            </a:r>
            <a:r>
              <a:rPr lang="en-NZ" sz="800">
                <a:latin typeface="Aptos" panose="020B0004020202020204" pitchFamily="34" charset="0"/>
                <a:ea typeface="Aptos" panose="020B0004020202020204" pitchFamily="34" charset="0"/>
                <a:cs typeface="Times New Roman" panose="02020603050405020304" pitchFamily="18" charset="0"/>
              </a:rPr>
              <a:t> Ransomware Assessments vs. Penetration Testing - sp6.io</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3"/>
              </a:rPr>
              <a:t>https://sp6.io/blog/ransomware-assessments-vs-penetration-testing/</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4"/>
              </a:rPr>
              <a:t>[40]</a:t>
            </a:r>
            <a:r>
              <a:rPr lang="en-NZ" sz="800">
                <a:latin typeface="Aptos" panose="020B0004020202020204" pitchFamily="34" charset="0"/>
                <a:ea typeface="Aptos" panose="020B0004020202020204" pitchFamily="34" charset="0"/>
                <a:cs typeface="Times New Roman" panose="02020603050405020304" pitchFamily="18" charset="0"/>
              </a:rPr>
              <a:t> Why Resilience—Not Prevention—Should Be Your Cybersecurity Goal - Perspectives</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5"/>
              </a:rPr>
              <a:t>https://www.paloaltonetworks.com/perspectives/why-resilience-not-prevention-should-be-your-cybersecurity-goal/</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6"/>
              </a:rPr>
              <a:t>[41]</a:t>
            </a:r>
            <a:r>
              <a:rPr lang="en-NZ" sz="800">
                <a:latin typeface="Aptos" panose="020B0004020202020204" pitchFamily="34" charset="0"/>
                <a:ea typeface="Aptos" panose="020B0004020202020204" pitchFamily="34" charset="0"/>
                <a:cs typeface="Times New Roman" panose="02020603050405020304" pitchFamily="18" charset="0"/>
              </a:rPr>
              <a:t> Principles of security - OWASP Developer Guide</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7"/>
              </a:rPr>
              <a:t>https://devguide.owasp.org/en/02-foundations/03-security-principles/</a:t>
            </a:r>
            <a:endParaRPr lang="en-NZ" sz="800">
              <a:latin typeface="Aptos" panose="020B0004020202020204" pitchFamily="34" charset="0"/>
              <a:ea typeface="Aptos" panose="020B0004020202020204" pitchFamily="34" charset="0"/>
              <a:cs typeface="Times New Roman" panose="02020603050405020304" pitchFamily="18" charset="0"/>
            </a:endParaRP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8"/>
              </a:rPr>
              <a:t>[42]</a:t>
            </a:r>
            <a:r>
              <a:rPr lang="en-NZ" sz="800">
                <a:latin typeface="Aptos" panose="020B0004020202020204" pitchFamily="34" charset="0"/>
                <a:ea typeface="Aptos" panose="020B0004020202020204" pitchFamily="34" charset="0"/>
                <a:cs typeface="Times New Roman" panose="02020603050405020304" pitchFamily="18" charset="0"/>
              </a:rPr>
              <a:t> User enumeration attacks: What you need to know</a:t>
            </a:r>
          </a:p>
          <a:p>
            <a:pPr>
              <a:lnSpc>
                <a:spcPct val="90000"/>
              </a:lnSpc>
              <a:spcBef>
                <a:spcPts val="900"/>
              </a:spcBef>
              <a:spcAft>
                <a:spcPts val="900"/>
              </a:spcAft>
              <a:buNone/>
            </a:pPr>
            <a:r>
              <a:rPr lang="en-NZ" sz="800">
                <a:latin typeface="Aptos" panose="020B0004020202020204" pitchFamily="34" charset="0"/>
                <a:ea typeface="Aptos" panose="020B0004020202020204" pitchFamily="34" charset="0"/>
                <a:cs typeface="Times New Roman" panose="02020603050405020304" pitchFamily="18" charset="0"/>
                <a:hlinkClick r:id="rId19"/>
              </a:rPr>
              <a:t>https://www.onelogin.com/blog/user-enumeration-attacks-what-you-need-to-know</a:t>
            </a:r>
            <a:endParaRPr lang="en-NZ" sz="800">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7611462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B9A94B9-CE8D-7D8E-54B5-98C9A1EAD8DE}"/>
              </a:ext>
            </a:extLst>
          </p:cNvPr>
          <p:cNvSpPr>
            <a:spLocks noGrp="1"/>
          </p:cNvSpPr>
          <p:nvPr>
            <p:ph idx="1"/>
          </p:nvPr>
        </p:nvSpPr>
        <p:spPr>
          <a:xfrm>
            <a:off x="3335481" y="591344"/>
            <a:ext cx="5179868" cy="5585619"/>
          </a:xfrm>
        </p:spPr>
        <p:txBody>
          <a:bodyPr anchor="ctr">
            <a:normAutofit lnSpcReduction="10000"/>
          </a:bodyPr>
          <a:lstStyle/>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2"/>
              </a:rPr>
              <a:t>[43]</a:t>
            </a: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rPr>
              <a:t>  What is rate limiting and how does it work? | Radware </a:t>
            </a:r>
          </a:p>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3"/>
              </a:rPr>
              <a:t>https://www.radware.com/cyberpedia/bot-management/rate-limiting/</a:t>
            </a:r>
            <a:endPar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4"/>
              </a:rPr>
              <a:t>[44]</a:t>
            </a: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rPr>
              <a:t> What Is MTTD? The Mean Time to Detect Metric, Explained | Splunk</a:t>
            </a:r>
          </a:p>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5"/>
              </a:rPr>
              <a:t>https://www.splunk.com/en_us/blog/learn/mean-time-to-detect-mttd.html</a:t>
            </a:r>
            <a:endPar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6"/>
              </a:rPr>
              <a:t>[45]</a:t>
            </a: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rPr>
              <a:t> security - The danger of disabling certificate validation in Java - Stack Overflow</a:t>
            </a:r>
          </a:p>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7"/>
              </a:rPr>
              <a:t>https://stackoverflow.com/questions/8280902/the-danger-of-disabling-certificate-validation-in-java</a:t>
            </a:r>
            <a:endPar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8"/>
              </a:rPr>
              <a:t>[46]</a:t>
            </a: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rPr>
              <a:t> The Human Factors in Cyber Security: Strategies for Effective </a:t>
            </a:r>
            <a:r>
              <a:rPr kumimoji="0" lang="en-NZ" sz="800" b="0" i="0" u="none" strike="noStrike" kern="1200" cap="none" spc="0" normalizeH="0" baseline="0" noProof="0" err="1">
                <a:ln>
                  <a:noFill/>
                </a:ln>
                <a:effectLst/>
                <a:uLnTx/>
                <a:uFillTx/>
                <a:latin typeface="Aptos" panose="020B0004020202020204" pitchFamily="34" charset="0"/>
                <a:ea typeface="Aptos" panose="020B0004020202020204" pitchFamily="34" charset="0"/>
                <a:cs typeface="Times New Roman" panose="02020603050405020304" pitchFamily="18" charset="0"/>
              </a:rPr>
              <a:t>Defense</a:t>
            </a:r>
            <a:endPar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9"/>
              </a:rPr>
              <a:t>https://navvia.com/blog/exploring-the-human-factors-in-cyber-security</a:t>
            </a:r>
            <a:endPar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10"/>
              </a:rPr>
              <a:t>[47]</a:t>
            </a: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rPr>
              <a:t> Secure Coding Standard Guidelines for Enhanced Application Security - </a:t>
            </a:r>
            <a:r>
              <a:rPr kumimoji="0" lang="en-NZ" sz="800" b="0" i="0" u="none" strike="noStrike" kern="1200" cap="none" spc="0" normalizeH="0" baseline="0" noProof="0" err="1">
                <a:ln>
                  <a:noFill/>
                </a:ln>
                <a:effectLst/>
                <a:uLnTx/>
                <a:uFillTx/>
                <a:latin typeface="Aptos" panose="020B0004020202020204" pitchFamily="34" charset="0"/>
                <a:ea typeface="Aptos" panose="020B0004020202020204" pitchFamily="34" charset="0"/>
                <a:cs typeface="Times New Roman" panose="02020603050405020304" pitchFamily="18" charset="0"/>
              </a:rPr>
              <a:t>Studocu</a:t>
            </a:r>
            <a:endPar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11"/>
              </a:rPr>
              <a:t>https://www.studocu.com/row/document/rift-valley-university/computer-science/secure-coding-standard/29743514</a:t>
            </a:r>
            <a:endPar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12"/>
              </a:rPr>
              <a:t>[48]</a:t>
            </a: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rPr>
              <a:t> </a:t>
            </a: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13"/>
              </a:rPr>
              <a:t>[49]</a:t>
            </a: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rPr>
              <a:t> “secure enough” if the cost of an attack is higher than the benefit | by </a:t>
            </a:r>
            <a:r>
              <a:rPr kumimoji="0" lang="en-NZ" sz="800" b="0" i="0" u="none" strike="noStrike" kern="1200" cap="none" spc="0" normalizeH="0" baseline="0" noProof="0" err="1">
                <a:ln>
                  <a:noFill/>
                </a:ln>
                <a:effectLst/>
                <a:uLnTx/>
                <a:uFillTx/>
                <a:latin typeface="Aptos" panose="020B0004020202020204" pitchFamily="34" charset="0"/>
                <a:ea typeface="Aptos" panose="020B0004020202020204" pitchFamily="34" charset="0"/>
                <a:cs typeface="Times New Roman" panose="02020603050405020304" pitchFamily="18" charset="0"/>
              </a:rPr>
              <a:t>shamseena</a:t>
            </a: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rPr>
              <a:t> | Medium</a:t>
            </a:r>
          </a:p>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14"/>
              </a:rPr>
              <a:t>https://medium.com/@nashamsee/secure-enough-if-the-cost-of-an-attack-is-higher-than-the-benefit-14ba30a9cf4a</a:t>
            </a:r>
            <a:endPar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15"/>
              </a:rPr>
              <a:t>[50]</a:t>
            </a: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rPr>
              <a:t> ISACA Now Blog 2025 Threat </a:t>
            </a:r>
            <a:r>
              <a:rPr kumimoji="0" lang="en-NZ" sz="800" b="0" i="0" u="none" strike="noStrike" kern="1200" cap="none" spc="0" normalizeH="0" baseline="0" noProof="0" err="1">
                <a:ln>
                  <a:noFill/>
                </a:ln>
                <a:effectLst/>
                <a:uLnTx/>
                <a:uFillTx/>
                <a:latin typeface="Aptos" panose="020B0004020202020204" pitchFamily="34" charset="0"/>
                <a:ea typeface="Aptos" panose="020B0004020202020204" pitchFamily="34" charset="0"/>
                <a:cs typeface="Times New Roman" panose="02020603050405020304" pitchFamily="18" charset="0"/>
              </a:rPr>
              <a:t>Modeling</a:t>
            </a: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rPr>
              <a:t> Equals Proactive Security</a:t>
            </a:r>
          </a:p>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16"/>
              </a:rPr>
              <a:t>https://www.isaca.org/resources/news-and-trends/isaca-now-blog/2025/threat-modeling-equals-proactive-security</a:t>
            </a:r>
            <a:endPar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17"/>
              </a:rPr>
              <a:t>[51]</a:t>
            </a: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rPr>
              <a:t> The Assume Breach Paradigm | </a:t>
            </a:r>
            <a:r>
              <a:rPr kumimoji="0" lang="en-NZ" sz="800" b="0" i="0" u="none" strike="noStrike" kern="1200" cap="none" spc="0" normalizeH="0" baseline="0" noProof="0" err="1">
                <a:ln>
                  <a:noFill/>
                </a:ln>
                <a:effectLst/>
                <a:uLnTx/>
                <a:uFillTx/>
                <a:latin typeface="Aptos" panose="020B0004020202020204" pitchFamily="34" charset="0"/>
                <a:ea typeface="Aptos" panose="020B0004020202020204" pitchFamily="34" charset="0"/>
                <a:cs typeface="Times New Roman" panose="02020603050405020304" pitchFamily="18" charset="0"/>
              </a:rPr>
              <a:t>Netsurion</a:t>
            </a:r>
            <a:endPar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18"/>
              </a:rPr>
              <a:t>https://www.netsurion.com/articles/the-assume-breach-paradigm</a:t>
            </a:r>
            <a:endParaRPr kumimoji="0" lang="en-NZ" sz="8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8481489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8C92C30-D3A0-D35A-CB63-E191030FBDA4}"/>
              </a:ext>
            </a:extLst>
          </p:cNvPr>
          <p:cNvSpPr>
            <a:spLocks noGrp="1"/>
          </p:cNvSpPr>
          <p:nvPr>
            <p:ph idx="1"/>
          </p:nvPr>
        </p:nvSpPr>
        <p:spPr>
          <a:xfrm>
            <a:off x="3335481" y="591344"/>
            <a:ext cx="5179868" cy="5585619"/>
          </a:xfrm>
        </p:spPr>
        <p:txBody>
          <a:bodyPr anchor="ctr">
            <a:normAutofit/>
          </a:bodyPr>
          <a:lstStyle/>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22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2"/>
              </a:rPr>
              <a:t>[52]</a:t>
            </a:r>
            <a:r>
              <a:rPr kumimoji="0" lang="en-NZ" sz="22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rPr>
              <a:t> Developing An Effective Third-Party Risk Management Policy - Safe Security</a:t>
            </a:r>
          </a:p>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22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3"/>
              </a:rPr>
              <a:t>https://safe.security/resources/blog/developing-an-effective-third-party-risk-management-policy/</a:t>
            </a:r>
            <a:endParaRPr kumimoji="0" lang="en-NZ" sz="22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22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4"/>
              </a:rPr>
              <a:t>[53]</a:t>
            </a:r>
            <a:r>
              <a:rPr kumimoji="0" lang="en-NZ" sz="22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rPr>
              <a:t> Multi-Step Attack Vectors: When Vulnerabilities Form an Attack Chain | Praetorian</a:t>
            </a:r>
          </a:p>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22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5"/>
              </a:rPr>
              <a:t>https://www.praetorian.com/blog/multi-step-attack-vectors/</a:t>
            </a:r>
            <a:endParaRPr kumimoji="0" lang="en-NZ" sz="22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22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6"/>
              </a:rPr>
              <a:t>[54]</a:t>
            </a:r>
            <a:r>
              <a:rPr kumimoji="0" lang="en-NZ" sz="22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rPr>
              <a:t> Risk vs Compliance-Based Security</a:t>
            </a:r>
          </a:p>
          <a:p>
            <a:pPr marL="342900" marR="0" lvl="0" indent="-342900" defTabSz="457200" rtl="0" eaLnBrk="1" fontAlgn="auto" latinLnBrk="0" hangingPunct="1">
              <a:lnSpc>
                <a:spcPct val="90000"/>
              </a:lnSpc>
              <a:spcBef>
                <a:spcPts val="900"/>
              </a:spcBef>
              <a:spcAft>
                <a:spcPts val="900"/>
              </a:spcAft>
              <a:buClrTx/>
              <a:buSzTx/>
              <a:buFont typeface="Arial"/>
              <a:buNone/>
              <a:tabLst/>
              <a:defRPr/>
            </a:pPr>
            <a:r>
              <a:rPr kumimoji="0" lang="en-NZ" sz="22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hlinkClick r:id="rId7"/>
              </a:rPr>
              <a:t>https://www.paramify.com/blog/risk-vs-compliance</a:t>
            </a:r>
            <a:endParaRPr kumimoji="0" lang="en-NZ" sz="2200" b="0" i="0" u="none" strike="noStrike" kern="1200" cap="none" spc="0" normalizeH="0" baseline="0" noProof="0">
              <a:ln>
                <a:noFill/>
              </a:ln>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defTabSz="457200" rtl="0" eaLnBrk="1" fontAlgn="auto" latinLnBrk="0" hangingPunct="1">
              <a:lnSpc>
                <a:spcPct val="90000"/>
              </a:lnSpc>
              <a:spcBef>
                <a:spcPct val="20000"/>
              </a:spcBef>
              <a:spcAft>
                <a:spcPts val="0"/>
              </a:spcAft>
              <a:buClrTx/>
              <a:buSzTx/>
              <a:buFont typeface="Arial"/>
              <a:buChar char="•"/>
              <a:tabLst/>
              <a:defRPr/>
            </a:pPr>
            <a:endParaRPr kumimoji="0" lang="en-NZ" sz="2200" b="0" i="0" u="none" strike="noStrike" kern="1200" cap="none" spc="0" normalizeH="0" baseline="0" noProof="0">
              <a:ln>
                <a:noFill/>
              </a:ln>
              <a:effectLst/>
              <a:uLnTx/>
              <a:uFillTx/>
              <a:latin typeface="Calibri"/>
              <a:ea typeface="+mn-ea"/>
              <a:cs typeface="+mn-cs"/>
            </a:endParaRPr>
          </a:p>
          <a:p>
            <a:pPr marL="342900" marR="0" lvl="0" indent="-342900" defTabSz="457200" rtl="0" eaLnBrk="1" fontAlgn="auto" latinLnBrk="0" hangingPunct="1">
              <a:lnSpc>
                <a:spcPct val="90000"/>
              </a:lnSpc>
              <a:spcBef>
                <a:spcPct val="20000"/>
              </a:spcBef>
              <a:spcAft>
                <a:spcPts val="0"/>
              </a:spcAft>
              <a:buClrTx/>
              <a:buSzTx/>
              <a:buFont typeface="Arial"/>
              <a:buChar char="•"/>
              <a:tabLst/>
              <a:defRPr/>
            </a:pPr>
            <a:endParaRPr kumimoji="0" lang="en-NZ" sz="2200" b="0" i="0" u="none" strike="noStrike" kern="1200" cap="none" spc="0" normalizeH="0" baseline="0" noProof="0">
              <a:ln>
                <a:noFill/>
              </a:ln>
              <a:effectLst/>
              <a:uLnTx/>
              <a:uFillTx/>
              <a:latin typeface="Calibri"/>
              <a:ea typeface="+mn-ea"/>
              <a:cs typeface="+mn-cs"/>
            </a:endParaRPr>
          </a:p>
          <a:p>
            <a:pPr marL="342900" marR="0" lvl="0" indent="-342900" defTabSz="457200" rtl="0" eaLnBrk="1" fontAlgn="auto" latinLnBrk="0" hangingPunct="1">
              <a:lnSpc>
                <a:spcPct val="90000"/>
              </a:lnSpc>
              <a:spcBef>
                <a:spcPct val="20000"/>
              </a:spcBef>
              <a:spcAft>
                <a:spcPts val="0"/>
              </a:spcAft>
              <a:buClrTx/>
              <a:buSzTx/>
              <a:buFont typeface="Arial"/>
              <a:buChar char="•"/>
              <a:tabLst/>
              <a:defRPr/>
            </a:pPr>
            <a:endParaRPr kumimoji="0" lang="en-NZ" sz="2200" b="0" i="0" u="none" strike="noStrike" kern="1200" cap="none" spc="0" normalizeH="0" baseline="0" noProof="0">
              <a:ln>
                <a:noFill/>
              </a:ln>
              <a:effectLst/>
              <a:uLnTx/>
              <a:uFillTx/>
              <a:latin typeface="Calibri"/>
              <a:ea typeface="+mn-ea"/>
              <a:cs typeface="+mn-cs"/>
            </a:endParaRPr>
          </a:p>
          <a:p>
            <a:pPr marL="342900" marR="0" lvl="0" indent="-342900" defTabSz="457200" rtl="0" eaLnBrk="1" fontAlgn="auto" latinLnBrk="0" hangingPunct="1">
              <a:lnSpc>
                <a:spcPct val="90000"/>
              </a:lnSpc>
              <a:spcBef>
                <a:spcPct val="20000"/>
              </a:spcBef>
              <a:spcAft>
                <a:spcPts val="0"/>
              </a:spcAft>
              <a:buClrTx/>
              <a:buSzTx/>
              <a:buFont typeface="Arial"/>
              <a:buChar char="•"/>
              <a:tabLst/>
              <a:defRPr/>
            </a:pPr>
            <a:endParaRPr kumimoji="0" lang="en-NZ" sz="2200" b="0" i="0" u="none" strike="noStrike" kern="1200" cap="none" spc="0" normalizeH="0" baseline="0" noProof="0">
              <a:ln>
                <a:noFill/>
              </a:ln>
              <a:effectLst/>
              <a:uLnTx/>
              <a:uFillTx/>
              <a:latin typeface="Calibri"/>
              <a:ea typeface="+mn-ea"/>
              <a:cs typeface="+mn-cs"/>
            </a:endParaRPr>
          </a:p>
          <a:p>
            <a:pPr marL="342900" marR="0" lvl="0" indent="-342900" defTabSz="457200" rtl="0" eaLnBrk="1" fontAlgn="auto" latinLnBrk="0" hangingPunct="1">
              <a:lnSpc>
                <a:spcPct val="90000"/>
              </a:lnSpc>
              <a:spcBef>
                <a:spcPct val="20000"/>
              </a:spcBef>
              <a:spcAft>
                <a:spcPts val="0"/>
              </a:spcAft>
              <a:buClrTx/>
              <a:buSzTx/>
              <a:buFont typeface="Arial"/>
              <a:buChar char="•"/>
              <a:tabLst/>
              <a:defRPr/>
            </a:pPr>
            <a:endParaRPr kumimoji="0" lang="en-NZ" sz="2200" b="0" i="0" u="none" strike="noStrike" kern="1200" cap="none" spc="0" normalizeH="0" baseline="0" noProof="0">
              <a:ln>
                <a:noFill/>
              </a:ln>
              <a:effectLst/>
              <a:uLnTx/>
              <a:uFillTx/>
              <a:latin typeface="Calibri"/>
              <a:ea typeface="+mn-ea"/>
              <a:cs typeface="+mn-cs"/>
            </a:endParaRPr>
          </a:p>
          <a:p>
            <a:pPr>
              <a:lnSpc>
                <a:spcPct val="90000"/>
              </a:lnSpc>
            </a:pPr>
            <a:endParaRPr lang="en-NZ" sz="2200"/>
          </a:p>
        </p:txBody>
      </p:sp>
    </p:spTree>
    <p:extLst>
      <p:ext uri="{BB962C8B-B14F-4D97-AF65-F5344CB8AC3E}">
        <p14:creationId xmlns:p14="http://schemas.microsoft.com/office/powerpoint/2010/main" val="10145954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TotalTime>
  <Words>8111</Words>
  <Application>Microsoft Office PowerPoint</Application>
  <PresentationFormat>On-screen Show (4:3)</PresentationFormat>
  <Paragraphs>322</Paragraphs>
  <Slides>51</Slides>
  <Notes>45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Aptos</vt:lpstr>
      <vt:lpstr>Arial</vt:lpstr>
      <vt:lpstr>Calibri</vt:lpstr>
      <vt:lpstr>Office Theme</vt:lpstr>
      <vt:lpstr>1. HTTPS ≠ Full Security</vt:lpstr>
      <vt:lpstr>2. Password Security</vt:lpstr>
      <vt:lpstr>3. MFA</vt:lpstr>
      <vt:lpstr>4. Rolling Your Own Crypto</vt:lpstr>
      <vt:lpstr>5. Unsalted Hashes</vt:lpstr>
      <vt:lpstr>6. Private Source Code</vt:lpstr>
      <vt:lpstr>7. Logic Flaws</vt:lpstr>
      <vt:lpstr>8. Updates</vt:lpstr>
      <vt:lpstr>9. Open Source</vt:lpstr>
      <vt:lpstr>10. Security Through Obscurity</vt:lpstr>
      <vt:lpstr>11. SQL Keyword Blocking</vt:lpstr>
      <vt:lpstr>12. Client-side Validation</vt:lpstr>
      <vt:lpstr>13. Dangerous Assumption</vt:lpstr>
      <vt:lpstr>14. Security Influence</vt:lpstr>
      <vt:lpstr>15. Hard-coded Keys</vt:lpstr>
      <vt:lpstr>16. Encrypted Data</vt:lpstr>
      <vt:lpstr>17. Authentication</vt:lpstr>
      <vt:lpstr>18. Underestimated Threat</vt:lpstr>
      <vt:lpstr>19. Antivirus</vt:lpstr>
      <vt:lpstr>20. Logging Passwords</vt:lpstr>
      <vt:lpstr>21. Least Privilege</vt:lpstr>
      <vt:lpstr>22. Never Attacked</vt:lpstr>
      <vt:lpstr>23. Firewalls</vt:lpstr>
      <vt:lpstr>24. Supply Chain</vt:lpstr>
      <vt:lpstr>25. Silent Leakage</vt:lpstr>
      <vt:lpstr>26. Encryption Integrity</vt:lpstr>
      <vt:lpstr>27. Root Cause</vt:lpstr>
      <vt:lpstr>28. IP Trust</vt:lpstr>
      <vt:lpstr>29. Pen Testing</vt:lpstr>
      <vt:lpstr>30. Backups</vt:lpstr>
      <vt:lpstr>31. Secure by Default</vt:lpstr>
      <vt:lpstr>32. Username Errors</vt:lpstr>
      <vt:lpstr>33. Rate Limiting</vt:lpstr>
      <vt:lpstr>34. Maturity Metric</vt:lpstr>
      <vt:lpstr>35. Disabled TLS Validation</vt:lpstr>
      <vt:lpstr>36. Technical Problem</vt:lpstr>
      <vt:lpstr>37. Coding Standards</vt:lpstr>
      <vt:lpstr>38. Logic Vulnerability</vt:lpstr>
      <vt:lpstr>39. Skilled Attackers</vt:lpstr>
      <vt:lpstr>40. Early Value</vt:lpstr>
      <vt:lpstr>41. Trick Question</vt:lpstr>
      <vt:lpstr>42. Assume Breach</vt:lpstr>
      <vt:lpstr>43. Perfect Security</vt:lpstr>
      <vt:lpstr>44. Only Critical Fixes</vt:lpstr>
      <vt:lpstr>45. Real Security</vt:lpstr>
      <vt:lpstr>References</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Lorraine Skelton</dc:creator>
  <cp:keywords/>
  <dc:description>generated using python-pptx</dc:description>
  <cp:lastModifiedBy>Lorraine Skelton</cp:lastModifiedBy>
  <cp:revision>3</cp:revision>
  <dcterms:created xsi:type="dcterms:W3CDTF">2013-01-27T09:14:16Z</dcterms:created>
  <dcterms:modified xsi:type="dcterms:W3CDTF">2026-01-29T03:13:27Z</dcterms:modified>
  <cp:category/>
</cp:coreProperties>
</file>