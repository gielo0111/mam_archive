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6F55EE-A8A6-4C0D-8A62-8E4230700F72}" v="27" dt="2026-01-26T07:21:04.7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1068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62B54F-2F23-43A5-AA7A-181BE1E85CF6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02C1988-C77F-416F-81FF-68A74721490A}">
      <dgm:prSet/>
      <dgm:spPr/>
      <dgm:t>
        <a:bodyPr/>
        <a:lstStyle/>
        <a:p>
          <a:r>
            <a:rPr lang="en-US"/>
            <a:t>1. YES / NO</a:t>
          </a:r>
        </a:p>
      </dgm:t>
    </dgm:pt>
    <dgm:pt modelId="{CD45DAE2-4FE0-4C84-A09A-3FBA88C30EFA}" type="parTrans" cxnId="{BA88BDD1-2BC1-4846-A451-E2D622D2494D}">
      <dgm:prSet/>
      <dgm:spPr/>
      <dgm:t>
        <a:bodyPr/>
        <a:lstStyle/>
        <a:p>
          <a:endParaRPr lang="en-US"/>
        </a:p>
      </dgm:t>
    </dgm:pt>
    <dgm:pt modelId="{3FB96FD7-FC78-46B0-8099-F5011A92BF6F}" type="sibTrans" cxnId="{BA88BDD1-2BC1-4846-A451-E2D622D2494D}">
      <dgm:prSet/>
      <dgm:spPr/>
      <dgm:t>
        <a:bodyPr/>
        <a:lstStyle/>
        <a:p>
          <a:endParaRPr lang="en-US"/>
        </a:p>
      </dgm:t>
    </dgm:pt>
    <dgm:pt modelId="{77F9253A-9FEF-413A-AFFE-8737A3F0BC99}">
      <dgm:prSet/>
      <dgm:spPr/>
      <dgm:t>
        <a:bodyPr/>
        <a:lstStyle/>
        <a:p>
          <a:r>
            <a:rPr lang="en-US"/>
            <a:t>“If software uses HTTPS, the data is secure.”</a:t>
          </a:r>
        </a:p>
      </dgm:t>
    </dgm:pt>
    <dgm:pt modelId="{DBEC76AC-9E79-44D4-8A39-7EC885CB49C6}" type="parTrans" cxnId="{F272AFB8-439F-4DD8-AD31-D966E5250655}">
      <dgm:prSet/>
      <dgm:spPr/>
      <dgm:t>
        <a:bodyPr/>
        <a:lstStyle/>
        <a:p>
          <a:endParaRPr lang="en-US"/>
        </a:p>
      </dgm:t>
    </dgm:pt>
    <dgm:pt modelId="{0B5BE248-F32D-4CC7-A2F4-80B01E483AE8}" type="sibTrans" cxnId="{F272AFB8-439F-4DD8-AD31-D966E5250655}">
      <dgm:prSet/>
      <dgm:spPr/>
      <dgm:t>
        <a:bodyPr/>
        <a:lstStyle/>
        <a:p>
          <a:endParaRPr lang="en-US"/>
        </a:p>
      </dgm:t>
    </dgm:pt>
    <dgm:pt modelId="{24DF2034-C720-408B-8AE5-839092C5260B}" type="pres">
      <dgm:prSet presAssocID="{7B62B54F-2F23-43A5-AA7A-181BE1E85CF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882884C-64B4-4041-8C4A-2B84840BC7E3}" type="pres">
      <dgm:prSet presAssocID="{D02C1988-C77F-416F-81FF-68A74721490A}" presName="hierRoot1" presStyleCnt="0"/>
      <dgm:spPr/>
    </dgm:pt>
    <dgm:pt modelId="{20487670-98D4-475C-A825-65A47A54D325}" type="pres">
      <dgm:prSet presAssocID="{D02C1988-C77F-416F-81FF-68A74721490A}" presName="composite" presStyleCnt="0"/>
      <dgm:spPr/>
    </dgm:pt>
    <dgm:pt modelId="{B0EB3D6B-FDB9-4A5C-AD7C-41022E3D2193}" type="pres">
      <dgm:prSet presAssocID="{D02C1988-C77F-416F-81FF-68A74721490A}" presName="background" presStyleLbl="node0" presStyleIdx="0" presStyleCnt="2"/>
      <dgm:spPr/>
    </dgm:pt>
    <dgm:pt modelId="{2353AAF1-39D0-48CD-881B-7E17F50DAE57}" type="pres">
      <dgm:prSet presAssocID="{D02C1988-C77F-416F-81FF-68A74721490A}" presName="text" presStyleLbl="fgAcc0" presStyleIdx="0" presStyleCnt="2">
        <dgm:presLayoutVars>
          <dgm:chPref val="3"/>
        </dgm:presLayoutVars>
      </dgm:prSet>
      <dgm:spPr/>
    </dgm:pt>
    <dgm:pt modelId="{66070971-5282-478D-BE3C-720307D4BF23}" type="pres">
      <dgm:prSet presAssocID="{D02C1988-C77F-416F-81FF-68A74721490A}" presName="hierChild2" presStyleCnt="0"/>
      <dgm:spPr/>
    </dgm:pt>
    <dgm:pt modelId="{CD20C0BA-C63A-4690-8F02-AC44BF7B96AE}" type="pres">
      <dgm:prSet presAssocID="{77F9253A-9FEF-413A-AFFE-8737A3F0BC99}" presName="hierRoot1" presStyleCnt="0"/>
      <dgm:spPr/>
    </dgm:pt>
    <dgm:pt modelId="{CD5FB1B6-B308-4FF6-ACD6-ACD6C2052442}" type="pres">
      <dgm:prSet presAssocID="{77F9253A-9FEF-413A-AFFE-8737A3F0BC99}" presName="composite" presStyleCnt="0"/>
      <dgm:spPr/>
    </dgm:pt>
    <dgm:pt modelId="{AB2C8F71-70A6-4C6C-A9CE-43495382B963}" type="pres">
      <dgm:prSet presAssocID="{77F9253A-9FEF-413A-AFFE-8737A3F0BC99}" presName="background" presStyleLbl="node0" presStyleIdx="1" presStyleCnt="2"/>
      <dgm:spPr/>
    </dgm:pt>
    <dgm:pt modelId="{6FA3C5F4-3657-46D7-85A9-117FC92BDF87}" type="pres">
      <dgm:prSet presAssocID="{77F9253A-9FEF-413A-AFFE-8737A3F0BC99}" presName="text" presStyleLbl="fgAcc0" presStyleIdx="1" presStyleCnt="2">
        <dgm:presLayoutVars>
          <dgm:chPref val="3"/>
        </dgm:presLayoutVars>
      </dgm:prSet>
      <dgm:spPr/>
    </dgm:pt>
    <dgm:pt modelId="{329C3870-D2C1-4255-9E9F-9A26C5D04640}" type="pres">
      <dgm:prSet presAssocID="{77F9253A-9FEF-413A-AFFE-8737A3F0BC99}" presName="hierChild2" presStyleCnt="0"/>
      <dgm:spPr/>
    </dgm:pt>
  </dgm:ptLst>
  <dgm:cxnLst>
    <dgm:cxn modelId="{440DCE4A-4475-42CF-8239-D09BAEAE2102}" type="presOf" srcId="{77F9253A-9FEF-413A-AFFE-8737A3F0BC99}" destId="{6FA3C5F4-3657-46D7-85A9-117FC92BDF87}" srcOrd="0" destOrd="0" presId="urn:microsoft.com/office/officeart/2005/8/layout/hierarchy1"/>
    <dgm:cxn modelId="{E711605A-0C02-4AC6-B049-EA6F2EC09203}" type="presOf" srcId="{7B62B54F-2F23-43A5-AA7A-181BE1E85CF6}" destId="{24DF2034-C720-408B-8AE5-839092C5260B}" srcOrd="0" destOrd="0" presId="urn:microsoft.com/office/officeart/2005/8/layout/hierarchy1"/>
    <dgm:cxn modelId="{F272AFB8-439F-4DD8-AD31-D966E5250655}" srcId="{7B62B54F-2F23-43A5-AA7A-181BE1E85CF6}" destId="{77F9253A-9FEF-413A-AFFE-8737A3F0BC99}" srcOrd="1" destOrd="0" parTransId="{DBEC76AC-9E79-44D4-8A39-7EC885CB49C6}" sibTransId="{0B5BE248-F32D-4CC7-A2F4-80B01E483AE8}"/>
    <dgm:cxn modelId="{6B906CBD-A7A3-42EF-B97E-6B77C2880D02}" type="presOf" srcId="{D02C1988-C77F-416F-81FF-68A74721490A}" destId="{2353AAF1-39D0-48CD-881B-7E17F50DAE57}" srcOrd="0" destOrd="0" presId="urn:microsoft.com/office/officeart/2005/8/layout/hierarchy1"/>
    <dgm:cxn modelId="{BA88BDD1-2BC1-4846-A451-E2D622D2494D}" srcId="{7B62B54F-2F23-43A5-AA7A-181BE1E85CF6}" destId="{D02C1988-C77F-416F-81FF-68A74721490A}" srcOrd="0" destOrd="0" parTransId="{CD45DAE2-4FE0-4C84-A09A-3FBA88C30EFA}" sibTransId="{3FB96FD7-FC78-46B0-8099-F5011A92BF6F}"/>
    <dgm:cxn modelId="{A16750E9-CA6A-440F-B6D8-E4DBA04FD46D}" type="presParOf" srcId="{24DF2034-C720-408B-8AE5-839092C5260B}" destId="{E882884C-64B4-4041-8C4A-2B84840BC7E3}" srcOrd="0" destOrd="0" presId="urn:microsoft.com/office/officeart/2005/8/layout/hierarchy1"/>
    <dgm:cxn modelId="{80DE7476-2335-48EC-BF3A-C90E3217AF2E}" type="presParOf" srcId="{E882884C-64B4-4041-8C4A-2B84840BC7E3}" destId="{20487670-98D4-475C-A825-65A47A54D325}" srcOrd="0" destOrd="0" presId="urn:microsoft.com/office/officeart/2005/8/layout/hierarchy1"/>
    <dgm:cxn modelId="{77E834D6-2FA8-4D57-80CE-157618640EC8}" type="presParOf" srcId="{20487670-98D4-475C-A825-65A47A54D325}" destId="{B0EB3D6B-FDB9-4A5C-AD7C-41022E3D2193}" srcOrd="0" destOrd="0" presId="urn:microsoft.com/office/officeart/2005/8/layout/hierarchy1"/>
    <dgm:cxn modelId="{D13164B2-D530-4D56-A2EE-B6546379C09E}" type="presParOf" srcId="{20487670-98D4-475C-A825-65A47A54D325}" destId="{2353AAF1-39D0-48CD-881B-7E17F50DAE57}" srcOrd="1" destOrd="0" presId="urn:microsoft.com/office/officeart/2005/8/layout/hierarchy1"/>
    <dgm:cxn modelId="{D70B1944-62EA-4F8D-B7F1-10C296B0C62B}" type="presParOf" srcId="{E882884C-64B4-4041-8C4A-2B84840BC7E3}" destId="{66070971-5282-478D-BE3C-720307D4BF23}" srcOrd="1" destOrd="0" presId="urn:microsoft.com/office/officeart/2005/8/layout/hierarchy1"/>
    <dgm:cxn modelId="{589CFACE-77E4-40CB-8B62-D13FBFF5FB78}" type="presParOf" srcId="{24DF2034-C720-408B-8AE5-839092C5260B}" destId="{CD20C0BA-C63A-4690-8F02-AC44BF7B96AE}" srcOrd="1" destOrd="0" presId="urn:microsoft.com/office/officeart/2005/8/layout/hierarchy1"/>
    <dgm:cxn modelId="{561DBDE5-BEF9-4245-85E4-799F2545F0A2}" type="presParOf" srcId="{CD20C0BA-C63A-4690-8F02-AC44BF7B96AE}" destId="{CD5FB1B6-B308-4FF6-ACD6-ACD6C2052442}" srcOrd="0" destOrd="0" presId="urn:microsoft.com/office/officeart/2005/8/layout/hierarchy1"/>
    <dgm:cxn modelId="{6A5CA3CC-122A-4AB9-9E48-B72783AA183C}" type="presParOf" srcId="{CD5FB1B6-B308-4FF6-ACD6-ACD6C2052442}" destId="{AB2C8F71-70A6-4C6C-A9CE-43495382B963}" srcOrd="0" destOrd="0" presId="urn:microsoft.com/office/officeart/2005/8/layout/hierarchy1"/>
    <dgm:cxn modelId="{5B382103-707E-48CE-BBA1-C3515A7A7FAD}" type="presParOf" srcId="{CD5FB1B6-B308-4FF6-ACD6-ACD6C2052442}" destId="{6FA3C5F4-3657-46D7-85A9-117FC92BDF87}" srcOrd="1" destOrd="0" presId="urn:microsoft.com/office/officeart/2005/8/layout/hierarchy1"/>
    <dgm:cxn modelId="{2A25AB4C-54EB-4D9F-A295-E5BB203B98ED}" type="presParOf" srcId="{CD20C0BA-C63A-4690-8F02-AC44BF7B96AE}" destId="{329C3870-D2C1-4255-9E9F-9A26C5D0464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9F31DB7-92C1-4452-914B-0BDC84B431F5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6C32529-5C4F-441D-9F7F-8D02FE3221EE}">
      <dgm:prSet/>
      <dgm:spPr/>
      <dgm:t>
        <a:bodyPr/>
        <a:lstStyle/>
        <a:p>
          <a:r>
            <a:rPr lang="en-US"/>
            <a:t>3. YES / NO</a:t>
          </a:r>
        </a:p>
      </dgm:t>
    </dgm:pt>
    <dgm:pt modelId="{BA4FFE56-7D04-4D6F-AC90-339D70344D13}" type="parTrans" cxnId="{53C2E3AE-5C75-43E3-9CF1-506A096DC472}">
      <dgm:prSet/>
      <dgm:spPr/>
      <dgm:t>
        <a:bodyPr/>
        <a:lstStyle/>
        <a:p>
          <a:endParaRPr lang="en-US"/>
        </a:p>
      </dgm:t>
    </dgm:pt>
    <dgm:pt modelId="{50AFD49A-8FC1-4CBF-ACBB-764618A31898}" type="sibTrans" cxnId="{53C2E3AE-5C75-43E3-9CF1-506A096DC472}">
      <dgm:prSet/>
      <dgm:spPr/>
      <dgm:t>
        <a:bodyPr/>
        <a:lstStyle/>
        <a:p>
          <a:endParaRPr lang="en-US"/>
        </a:p>
      </dgm:t>
    </dgm:pt>
    <dgm:pt modelId="{21E6B286-7257-4162-B196-C6CA1D7EB471}">
      <dgm:prSet/>
      <dgm:spPr/>
      <dgm:t>
        <a:bodyPr/>
        <a:lstStyle/>
        <a:p>
          <a:r>
            <a:rPr lang="en-US"/>
            <a:t>“Multi-factor authentication (MFA) completely prevents account compromise.”</a:t>
          </a:r>
        </a:p>
      </dgm:t>
    </dgm:pt>
    <dgm:pt modelId="{4A6EC00B-E3A6-4612-B1D1-65A61A412A5E}" type="parTrans" cxnId="{5D44EA1D-2927-47E8-AE44-B3C60B29B100}">
      <dgm:prSet/>
      <dgm:spPr/>
      <dgm:t>
        <a:bodyPr/>
        <a:lstStyle/>
        <a:p>
          <a:endParaRPr lang="en-US"/>
        </a:p>
      </dgm:t>
    </dgm:pt>
    <dgm:pt modelId="{A1499FF2-0855-49A8-AE66-7D93AB4D6B10}" type="sibTrans" cxnId="{5D44EA1D-2927-47E8-AE44-B3C60B29B100}">
      <dgm:prSet/>
      <dgm:spPr/>
      <dgm:t>
        <a:bodyPr/>
        <a:lstStyle/>
        <a:p>
          <a:endParaRPr lang="en-US"/>
        </a:p>
      </dgm:t>
    </dgm:pt>
    <dgm:pt modelId="{863417AB-6312-417B-95B8-5A5795DEE5E1}" type="pres">
      <dgm:prSet presAssocID="{A9F31DB7-92C1-4452-914B-0BDC84B431F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29366C3-3B0E-45ED-8AFB-0E4229F73BFF}" type="pres">
      <dgm:prSet presAssocID="{B6C32529-5C4F-441D-9F7F-8D02FE3221EE}" presName="hierRoot1" presStyleCnt="0"/>
      <dgm:spPr/>
    </dgm:pt>
    <dgm:pt modelId="{D1D0A5D3-6995-45BA-8C83-0775548CB33A}" type="pres">
      <dgm:prSet presAssocID="{B6C32529-5C4F-441D-9F7F-8D02FE3221EE}" presName="composite" presStyleCnt="0"/>
      <dgm:spPr/>
    </dgm:pt>
    <dgm:pt modelId="{DC132762-0094-40FB-ACEB-EE89A27D42B4}" type="pres">
      <dgm:prSet presAssocID="{B6C32529-5C4F-441D-9F7F-8D02FE3221EE}" presName="background" presStyleLbl="node0" presStyleIdx="0" presStyleCnt="2"/>
      <dgm:spPr/>
    </dgm:pt>
    <dgm:pt modelId="{7AE02C18-BC12-4A1D-AA0C-2F883DAA3EBD}" type="pres">
      <dgm:prSet presAssocID="{B6C32529-5C4F-441D-9F7F-8D02FE3221EE}" presName="text" presStyleLbl="fgAcc0" presStyleIdx="0" presStyleCnt="2">
        <dgm:presLayoutVars>
          <dgm:chPref val="3"/>
        </dgm:presLayoutVars>
      </dgm:prSet>
      <dgm:spPr/>
    </dgm:pt>
    <dgm:pt modelId="{019300D0-2930-414C-94A6-F23C6B831572}" type="pres">
      <dgm:prSet presAssocID="{B6C32529-5C4F-441D-9F7F-8D02FE3221EE}" presName="hierChild2" presStyleCnt="0"/>
      <dgm:spPr/>
    </dgm:pt>
    <dgm:pt modelId="{39068573-E193-4A4D-9FDD-D851C049D45D}" type="pres">
      <dgm:prSet presAssocID="{21E6B286-7257-4162-B196-C6CA1D7EB471}" presName="hierRoot1" presStyleCnt="0"/>
      <dgm:spPr/>
    </dgm:pt>
    <dgm:pt modelId="{0577617E-5CCE-446D-84AC-376FDC2AFF77}" type="pres">
      <dgm:prSet presAssocID="{21E6B286-7257-4162-B196-C6CA1D7EB471}" presName="composite" presStyleCnt="0"/>
      <dgm:spPr/>
    </dgm:pt>
    <dgm:pt modelId="{6FD21193-276F-467A-8C58-4CDC47B63C59}" type="pres">
      <dgm:prSet presAssocID="{21E6B286-7257-4162-B196-C6CA1D7EB471}" presName="background" presStyleLbl="node0" presStyleIdx="1" presStyleCnt="2"/>
      <dgm:spPr/>
    </dgm:pt>
    <dgm:pt modelId="{316919C2-27E3-4374-9C59-66B806BFAD04}" type="pres">
      <dgm:prSet presAssocID="{21E6B286-7257-4162-B196-C6CA1D7EB471}" presName="text" presStyleLbl="fgAcc0" presStyleIdx="1" presStyleCnt="2">
        <dgm:presLayoutVars>
          <dgm:chPref val="3"/>
        </dgm:presLayoutVars>
      </dgm:prSet>
      <dgm:spPr/>
    </dgm:pt>
    <dgm:pt modelId="{134FBED7-2888-4EF1-BB0D-35229F736841}" type="pres">
      <dgm:prSet presAssocID="{21E6B286-7257-4162-B196-C6CA1D7EB471}" presName="hierChild2" presStyleCnt="0"/>
      <dgm:spPr/>
    </dgm:pt>
  </dgm:ptLst>
  <dgm:cxnLst>
    <dgm:cxn modelId="{5D44EA1D-2927-47E8-AE44-B3C60B29B100}" srcId="{A9F31DB7-92C1-4452-914B-0BDC84B431F5}" destId="{21E6B286-7257-4162-B196-C6CA1D7EB471}" srcOrd="1" destOrd="0" parTransId="{4A6EC00B-E3A6-4612-B1D1-65A61A412A5E}" sibTransId="{A1499FF2-0855-49A8-AE66-7D93AB4D6B10}"/>
    <dgm:cxn modelId="{C719444E-88C3-480F-9B03-0C293BE7BB55}" type="presOf" srcId="{B6C32529-5C4F-441D-9F7F-8D02FE3221EE}" destId="{7AE02C18-BC12-4A1D-AA0C-2F883DAA3EBD}" srcOrd="0" destOrd="0" presId="urn:microsoft.com/office/officeart/2005/8/layout/hierarchy1"/>
    <dgm:cxn modelId="{53C2E3AE-5C75-43E3-9CF1-506A096DC472}" srcId="{A9F31DB7-92C1-4452-914B-0BDC84B431F5}" destId="{B6C32529-5C4F-441D-9F7F-8D02FE3221EE}" srcOrd="0" destOrd="0" parTransId="{BA4FFE56-7D04-4D6F-AC90-339D70344D13}" sibTransId="{50AFD49A-8FC1-4CBF-ACBB-764618A31898}"/>
    <dgm:cxn modelId="{C19ED2B8-57C4-4F66-B853-F269EB590265}" type="presOf" srcId="{21E6B286-7257-4162-B196-C6CA1D7EB471}" destId="{316919C2-27E3-4374-9C59-66B806BFAD04}" srcOrd="0" destOrd="0" presId="urn:microsoft.com/office/officeart/2005/8/layout/hierarchy1"/>
    <dgm:cxn modelId="{FD1C87D0-9C07-4E15-8586-FFA62537BFB8}" type="presOf" srcId="{A9F31DB7-92C1-4452-914B-0BDC84B431F5}" destId="{863417AB-6312-417B-95B8-5A5795DEE5E1}" srcOrd="0" destOrd="0" presId="urn:microsoft.com/office/officeart/2005/8/layout/hierarchy1"/>
    <dgm:cxn modelId="{F46C6477-DCBA-4BF2-81EF-218D29A9B576}" type="presParOf" srcId="{863417AB-6312-417B-95B8-5A5795DEE5E1}" destId="{829366C3-3B0E-45ED-8AFB-0E4229F73BFF}" srcOrd="0" destOrd="0" presId="urn:microsoft.com/office/officeart/2005/8/layout/hierarchy1"/>
    <dgm:cxn modelId="{6F290584-71E2-4A98-8CDF-077020266274}" type="presParOf" srcId="{829366C3-3B0E-45ED-8AFB-0E4229F73BFF}" destId="{D1D0A5D3-6995-45BA-8C83-0775548CB33A}" srcOrd="0" destOrd="0" presId="urn:microsoft.com/office/officeart/2005/8/layout/hierarchy1"/>
    <dgm:cxn modelId="{349E7785-35EB-43A9-B335-3312BAC4C3D4}" type="presParOf" srcId="{D1D0A5D3-6995-45BA-8C83-0775548CB33A}" destId="{DC132762-0094-40FB-ACEB-EE89A27D42B4}" srcOrd="0" destOrd="0" presId="urn:microsoft.com/office/officeart/2005/8/layout/hierarchy1"/>
    <dgm:cxn modelId="{1168FBE0-100B-4AFB-9075-D10C85D2C18B}" type="presParOf" srcId="{D1D0A5D3-6995-45BA-8C83-0775548CB33A}" destId="{7AE02C18-BC12-4A1D-AA0C-2F883DAA3EBD}" srcOrd="1" destOrd="0" presId="urn:microsoft.com/office/officeart/2005/8/layout/hierarchy1"/>
    <dgm:cxn modelId="{C48A7498-DE8C-4774-BF3E-6506C75F85FC}" type="presParOf" srcId="{829366C3-3B0E-45ED-8AFB-0E4229F73BFF}" destId="{019300D0-2930-414C-94A6-F23C6B831572}" srcOrd="1" destOrd="0" presId="urn:microsoft.com/office/officeart/2005/8/layout/hierarchy1"/>
    <dgm:cxn modelId="{EB0A99D8-A390-483D-BE31-5D2A85A0B203}" type="presParOf" srcId="{863417AB-6312-417B-95B8-5A5795DEE5E1}" destId="{39068573-E193-4A4D-9FDD-D851C049D45D}" srcOrd="1" destOrd="0" presId="urn:microsoft.com/office/officeart/2005/8/layout/hierarchy1"/>
    <dgm:cxn modelId="{25ED4DA3-0AA9-4EF5-8C55-E19E33952557}" type="presParOf" srcId="{39068573-E193-4A4D-9FDD-D851C049D45D}" destId="{0577617E-5CCE-446D-84AC-376FDC2AFF77}" srcOrd="0" destOrd="0" presId="urn:microsoft.com/office/officeart/2005/8/layout/hierarchy1"/>
    <dgm:cxn modelId="{D1A97035-57A0-4A9C-8D33-B6318FF14428}" type="presParOf" srcId="{0577617E-5CCE-446D-84AC-376FDC2AFF77}" destId="{6FD21193-276F-467A-8C58-4CDC47B63C59}" srcOrd="0" destOrd="0" presId="urn:microsoft.com/office/officeart/2005/8/layout/hierarchy1"/>
    <dgm:cxn modelId="{C220A81E-4195-4EBC-A248-F976709A0382}" type="presParOf" srcId="{0577617E-5CCE-446D-84AC-376FDC2AFF77}" destId="{316919C2-27E3-4374-9C59-66B806BFAD04}" srcOrd="1" destOrd="0" presId="urn:microsoft.com/office/officeart/2005/8/layout/hierarchy1"/>
    <dgm:cxn modelId="{5AAC9211-99D3-40BE-A389-CE6C610F2297}" type="presParOf" srcId="{39068573-E193-4A4D-9FDD-D851C049D45D}" destId="{134FBED7-2888-4EF1-BB0D-35229F73684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C370937-CA3C-4AB7-A646-BE7A597C85AA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2106406-720D-477B-AC99-088A382FDE62}">
      <dgm:prSet/>
      <dgm:spPr/>
      <dgm:t>
        <a:bodyPr/>
        <a:lstStyle/>
        <a:p>
          <a:r>
            <a:rPr lang="en-US"/>
            <a:t>6. YES / NO</a:t>
          </a:r>
        </a:p>
      </dgm:t>
    </dgm:pt>
    <dgm:pt modelId="{7F28C9E3-E919-4BCF-96AB-526ECFC693E2}" type="parTrans" cxnId="{58F516B2-BCBE-4B4A-B1A4-23A2B8A90BAE}">
      <dgm:prSet/>
      <dgm:spPr/>
      <dgm:t>
        <a:bodyPr/>
        <a:lstStyle/>
        <a:p>
          <a:endParaRPr lang="en-US"/>
        </a:p>
      </dgm:t>
    </dgm:pt>
    <dgm:pt modelId="{ED387396-923E-4782-ABA6-D70F72D20A53}" type="sibTrans" cxnId="{58F516B2-BCBE-4B4A-B1A4-23A2B8A90BAE}">
      <dgm:prSet/>
      <dgm:spPr/>
      <dgm:t>
        <a:bodyPr/>
        <a:lstStyle/>
        <a:p>
          <a:endParaRPr lang="en-US"/>
        </a:p>
      </dgm:t>
    </dgm:pt>
    <dgm:pt modelId="{183C0751-42D9-471D-BACE-A50F07C087A9}">
      <dgm:prSet/>
      <dgm:spPr/>
      <dgm:t>
        <a:bodyPr/>
        <a:lstStyle/>
        <a:p>
          <a:r>
            <a:rPr lang="en-US"/>
            <a:t>“If source code is private, attackers can’t find vulnerabilities.”</a:t>
          </a:r>
        </a:p>
      </dgm:t>
    </dgm:pt>
    <dgm:pt modelId="{49D57C6D-4933-4C77-A9C2-D20B8E6309E0}" type="parTrans" cxnId="{4F011833-B0A5-4455-930A-D98E94B1605C}">
      <dgm:prSet/>
      <dgm:spPr/>
      <dgm:t>
        <a:bodyPr/>
        <a:lstStyle/>
        <a:p>
          <a:endParaRPr lang="en-US"/>
        </a:p>
      </dgm:t>
    </dgm:pt>
    <dgm:pt modelId="{8175AF9E-2E09-4631-8A3D-B05B6691F59C}" type="sibTrans" cxnId="{4F011833-B0A5-4455-930A-D98E94B1605C}">
      <dgm:prSet/>
      <dgm:spPr/>
      <dgm:t>
        <a:bodyPr/>
        <a:lstStyle/>
        <a:p>
          <a:endParaRPr lang="en-US"/>
        </a:p>
      </dgm:t>
    </dgm:pt>
    <dgm:pt modelId="{4A285D3F-8534-4DAA-99E4-9BB1741491D0}" type="pres">
      <dgm:prSet presAssocID="{1C370937-CA3C-4AB7-A646-BE7A597C85A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63F5D7C-8961-4D36-82E6-854791A35F96}" type="pres">
      <dgm:prSet presAssocID="{B2106406-720D-477B-AC99-088A382FDE62}" presName="hierRoot1" presStyleCnt="0"/>
      <dgm:spPr/>
    </dgm:pt>
    <dgm:pt modelId="{538217F9-E1A4-4CC0-8B30-0C138CBDAF33}" type="pres">
      <dgm:prSet presAssocID="{B2106406-720D-477B-AC99-088A382FDE62}" presName="composite" presStyleCnt="0"/>
      <dgm:spPr/>
    </dgm:pt>
    <dgm:pt modelId="{841D0655-7E54-4156-9059-7E81AD10502A}" type="pres">
      <dgm:prSet presAssocID="{B2106406-720D-477B-AC99-088A382FDE62}" presName="background" presStyleLbl="node0" presStyleIdx="0" presStyleCnt="2"/>
      <dgm:spPr/>
    </dgm:pt>
    <dgm:pt modelId="{89710F65-6352-46EE-9B78-B76D3D2CA088}" type="pres">
      <dgm:prSet presAssocID="{B2106406-720D-477B-AC99-088A382FDE62}" presName="text" presStyleLbl="fgAcc0" presStyleIdx="0" presStyleCnt="2">
        <dgm:presLayoutVars>
          <dgm:chPref val="3"/>
        </dgm:presLayoutVars>
      </dgm:prSet>
      <dgm:spPr/>
    </dgm:pt>
    <dgm:pt modelId="{79936A07-D375-4E8C-8812-3877A6FAE868}" type="pres">
      <dgm:prSet presAssocID="{B2106406-720D-477B-AC99-088A382FDE62}" presName="hierChild2" presStyleCnt="0"/>
      <dgm:spPr/>
    </dgm:pt>
    <dgm:pt modelId="{0610B4D4-AB35-4A62-8DD9-79DB767E1C7F}" type="pres">
      <dgm:prSet presAssocID="{183C0751-42D9-471D-BACE-A50F07C087A9}" presName="hierRoot1" presStyleCnt="0"/>
      <dgm:spPr/>
    </dgm:pt>
    <dgm:pt modelId="{AA725EBD-F93C-42F2-A731-895751C5C57E}" type="pres">
      <dgm:prSet presAssocID="{183C0751-42D9-471D-BACE-A50F07C087A9}" presName="composite" presStyleCnt="0"/>
      <dgm:spPr/>
    </dgm:pt>
    <dgm:pt modelId="{C17ABD4C-5108-4557-95C4-DCF07E520CAA}" type="pres">
      <dgm:prSet presAssocID="{183C0751-42D9-471D-BACE-A50F07C087A9}" presName="background" presStyleLbl="node0" presStyleIdx="1" presStyleCnt="2"/>
      <dgm:spPr/>
    </dgm:pt>
    <dgm:pt modelId="{59C730A0-0781-4A63-90BC-A2D20696FF93}" type="pres">
      <dgm:prSet presAssocID="{183C0751-42D9-471D-BACE-A50F07C087A9}" presName="text" presStyleLbl="fgAcc0" presStyleIdx="1" presStyleCnt="2">
        <dgm:presLayoutVars>
          <dgm:chPref val="3"/>
        </dgm:presLayoutVars>
      </dgm:prSet>
      <dgm:spPr/>
    </dgm:pt>
    <dgm:pt modelId="{2F6908EA-C99A-4A46-88F8-8EE11BE04B91}" type="pres">
      <dgm:prSet presAssocID="{183C0751-42D9-471D-BACE-A50F07C087A9}" presName="hierChild2" presStyleCnt="0"/>
      <dgm:spPr/>
    </dgm:pt>
  </dgm:ptLst>
  <dgm:cxnLst>
    <dgm:cxn modelId="{4F011833-B0A5-4455-930A-D98E94B1605C}" srcId="{1C370937-CA3C-4AB7-A646-BE7A597C85AA}" destId="{183C0751-42D9-471D-BACE-A50F07C087A9}" srcOrd="1" destOrd="0" parTransId="{49D57C6D-4933-4C77-A9C2-D20B8E6309E0}" sibTransId="{8175AF9E-2E09-4631-8A3D-B05B6691F59C}"/>
    <dgm:cxn modelId="{9A2EBE47-51A9-465C-A595-E61A9DBD0AB9}" type="presOf" srcId="{1C370937-CA3C-4AB7-A646-BE7A597C85AA}" destId="{4A285D3F-8534-4DAA-99E4-9BB1741491D0}" srcOrd="0" destOrd="0" presId="urn:microsoft.com/office/officeart/2005/8/layout/hierarchy1"/>
    <dgm:cxn modelId="{58F516B2-BCBE-4B4A-B1A4-23A2B8A90BAE}" srcId="{1C370937-CA3C-4AB7-A646-BE7A597C85AA}" destId="{B2106406-720D-477B-AC99-088A382FDE62}" srcOrd="0" destOrd="0" parTransId="{7F28C9E3-E919-4BCF-96AB-526ECFC693E2}" sibTransId="{ED387396-923E-4782-ABA6-D70F72D20A53}"/>
    <dgm:cxn modelId="{100876D1-6FB5-4E88-8D4B-864C682ACFE2}" type="presOf" srcId="{183C0751-42D9-471D-BACE-A50F07C087A9}" destId="{59C730A0-0781-4A63-90BC-A2D20696FF93}" srcOrd="0" destOrd="0" presId="urn:microsoft.com/office/officeart/2005/8/layout/hierarchy1"/>
    <dgm:cxn modelId="{2A76B5FB-6CAA-4846-ADF6-E2CD7C0CDB9D}" type="presOf" srcId="{B2106406-720D-477B-AC99-088A382FDE62}" destId="{89710F65-6352-46EE-9B78-B76D3D2CA088}" srcOrd="0" destOrd="0" presId="urn:microsoft.com/office/officeart/2005/8/layout/hierarchy1"/>
    <dgm:cxn modelId="{AD3527C4-07BB-4CD7-BEF5-8B1870FE62C1}" type="presParOf" srcId="{4A285D3F-8534-4DAA-99E4-9BB1741491D0}" destId="{363F5D7C-8961-4D36-82E6-854791A35F96}" srcOrd="0" destOrd="0" presId="urn:microsoft.com/office/officeart/2005/8/layout/hierarchy1"/>
    <dgm:cxn modelId="{E70448CC-54CD-45B2-8670-40212D813FB5}" type="presParOf" srcId="{363F5D7C-8961-4D36-82E6-854791A35F96}" destId="{538217F9-E1A4-4CC0-8B30-0C138CBDAF33}" srcOrd="0" destOrd="0" presId="urn:microsoft.com/office/officeart/2005/8/layout/hierarchy1"/>
    <dgm:cxn modelId="{7818C8C4-4764-4F8C-9000-901BFA279E77}" type="presParOf" srcId="{538217F9-E1A4-4CC0-8B30-0C138CBDAF33}" destId="{841D0655-7E54-4156-9059-7E81AD10502A}" srcOrd="0" destOrd="0" presId="urn:microsoft.com/office/officeart/2005/8/layout/hierarchy1"/>
    <dgm:cxn modelId="{4D38FB92-9562-4D51-BDA9-12663B01D51A}" type="presParOf" srcId="{538217F9-E1A4-4CC0-8B30-0C138CBDAF33}" destId="{89710F65-6352-46EE-9B78-B76D3D2CA088}" srcOrd="1" destOrd="0" presId="urn:microsoft.com/office/officeart/2005/8/layout/hierarchy1"/>
    <dgm:cxn modelId="{174159EE-02AB-4ECF-A622-684E68B5FC87}" type="presParOf" srcId="{363F5D7C-8961-4D36-82E6-854791A35F96}" destId="{79936A07-D375-4E8C-8812-3877A6FAE868}" srcOrd="1" destOrd="0" presId="urn:microsoft.com/office/officeart/2005/8/layout/hierarchy1"/>
    <dgm:cxn modelId="{B638EC3F-F78C-43CA-B802-BE4A38420921}" type="presParOf" srcId="{4A285D3F-8534-4DAA-99E4-9BB1741491D0}" destId="{0610B4D4-AB35-4A62-8DD9-79DB767E1C7F}" srcOrd="1" destOrd="0" presId="urn:microsoft.com/office/officeart/2005/8/layout/hierarchy1"/>
    <dgm:cxn modelId="{4038B930-6BDF-43AA-9930-7B99A3294BF0}" type="presParOf" srcId="{0610B4D4-AB35-4A62-8DD9-79DB767E1C7F}" destId="{AA725EBD-F93C-42F2-A731-895751C5C57E}" srcOrd="0" destOrd="0" presId="urn:microsoft.com/office/officeart/2005/8/layout/hierarchy1"/>
    <dgm:cxn modelId="{A7FA56E8-E508-4869-A13E-C19D032885EC}" type="presParOf" srcId="{AA725EBD-F93C-42F2-A731-895751C5C57E}" destId="{C17ABD4C-5108-4557-95C4-DCF07E520CAA}" srcOrd="0" destOrd="0" presId="urn:microsoft.com/office/officeart/2005/8/layout/hierarchy1"/>
    <dgm:cxn modelId="{634F2C22-8CBF-4790-AFEA-75A88EE970BC}" type="presParOf" srcId="{AA725EBD-F93C-42F2-A731-895751C5C57E}" destId="{59C730A0-0781-4A63-90BC-A2D20696FF93}" srcOrd="1" destOrd="0" presId="urn:microsoft.com/office/officeart/2005/8/layout/hierarchy1"/>
    <dgm:cxn modelId="{21FD4E54-B50D-42ED-ACA3-5CCBE0B198F2}" type="presParOf" srcId="{0610B4D4-AB35-4A62-8DD9-79DB767E1C7F}" destId="{2F6908EA-C99A-4A46-88F8-8EE11BE04B9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7E8361E-251F-4834-873D-83C9F8960059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1344E10-18F1-41ED-BFA6-989DCB9EC35C}">
      <dgm:prSet/>
      <dgm:spPr/>
      <dgm:t>
        <a:bodyPr/>
        <a:lstStyle/>
        <a:p>
          <a:r>
            <a:rPr lang="en-US"/>
            <a:t>9. YES / NO</a:t>
          </a:r>
        </a:p>
      </dgm:t>
    </dgm:pt>
    <dgm:pt modelId="{278C7DE0-06C3-4684-9E60-18CB9C748548}" type="parTrans" cxnId="{7D950D2C-3F24-4FBD-9410-845B75080433}">
      <dgm:prSet/>
      <dgm:spPr/>
      <dgm:t>
        <a:bodyPr/>
        <a:lstStyle/>
        <a:p>
          <a:endParaRPr lang="en-US"/>
        </a:p>
      </dgm:t>
    </dgm:pt>
    <dgm:pt modelId="{537D0764-9474-4A72-A8FE-EB90DC1CC4CF}" type="sibTrans" cxnId="{7D950D2C-3F24-4FBD-9410-845B75080433}">
      <dgm:prSet/>
      <dgm:spPr/>
      <dgm:t>
        <a:bodyPr/>
        <a:lstStyle/>
        <a:p>
          <a:endParaRPr lang="en-US"/>
        </a:p>
      </dgm:t>
    </dgm:pt>
    <dgm:pt modelId="{2D59CF60-9B07-42D4-B23B-03F8223C8E8D}">
      <dgm:prSet/>
      <dgm:spPr/>
      <dgm:t>
        <a:bodyPr/>
        <a:lstStyle/>
        <a:p>
          <a:r>
            <a:rPr lang="en-US"/>
            <a:t>“Open-source software is less secure because attackers can see the code.”</a:t>
          </a:r>
        </a:p>
      </dgm:t>
    </dgm:pt>
    <dgm:pt modelId="{FFE280DB-8DC6-418D-960D-7F558E9FCDC2}" type="parTrans" cxnId="{CC7B57B1-62FB-482C-8E70-4AD030CF5541}">
      <dgm:prSet/>
      <dgm:spPr/>
      <dgm:t>
        <a:bodyPr/>
        <a:lstStyle/>
        <a:p>
          <a:endParaRPr lang="en-US"/>
        </a:p>
      </dgm:t>
    </dgm:pt>
    <dgm:pt modelId="{F945700A-81F7-4ECC-B8A4-592AAE7EB56E}" type="sibTrans" cxnId="{CC7B57B1-62FB-482C-8E70-4AD030CF5541}">
      <dgm:prSet/>
      <dgm:spPr/>
      <dgm:t>
        <a:bodyPr/>
        <a:lstStyle/>
        <a:p>
          <a:endParaRPr lang="en-US"/>
        </a:p>
      </dgm:t>
    </dgm:pt>
    <dgm:pt modelId="{8FC9ABD0-EC29-41C9-80DD-887DF7DE4CAB}" type="pres">
      <dgm:prSet presAssocID="{C7E8361E-251F-4834-873D-83C9F896005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878F184-7270-419F-80F3-646E0A302A9A}" type="pres">
      <dgm:prSet presAssocID="{31344E10-18F1-41ED-BFA6-989DCB9EC35C}" presName="hierRoot1" presStyleCnt="0"/>
      <dgm:spPr/>
    </dgm:pt>
    <dgm:pt modelId="{04D1E783-9D44-482E-9405-59F6A15219CB}" type="pres">
      <dgm:prSet presAssocID="{31344E10-18F1-41ED-BFA6-989DCB9EC35C}" presName="composite" presStyleCnt="0"/>
      <dgm:spPr/>
    </dgm:pt>
    <dgm:pt modelId="{88B98253-F4F5-4226-BE23-4F9A00658538}" type="pres">
      <dgm:prSet presAssocID="{31344E10-18F1-41ED-BFA6-989DCB9EC35C}" presName="background" presStyleLbl="node0" presStyleIdx="0" presStyleCnt="2"/>
      <dgm:spPr/>
    </dgm:pt>
    <dgm:pt modelId="{F01497D1-6BE7-4891-B7F3-19C6B1AFC2D6}" type="pres">
      <dgm:prSet presAssocID="{31344E10-18F1-41ED-BFA6-989DCB9EC35C}" presName="text" presStyleLbl="fgAcc0" presStyleIdx="0" presStyleCnt="2">
        <dgm:presLayoutVars>
          <dgm:chPref val="3"/>
        </dgm:presLayoutVars>
      </dgm:prSet>
      <dgm:spPr/>
    </dgm:pt>
    <dgm:pt modelId="{3825B4B8-E96D-4374-A164-C5A38576F20A}" type="pres">
      <dgm:prSet presAssocID="{31344E10-18F1-41ED-BFA6-989DCB9EC35C}" presName="hierChild2" presStyleCnt="0"/>
      <dgm:spPr/>
    </dgm:pt>
    <dgm:pt modelId="{4FD98216-9064-4988-B9E5-15CC84EA6FCD}" type="pres">
      <dgm:prSet presAssocID="{2D59CF60-9B07-42D4-B23B-03F8223C8E8D}" presName="hierRoot1" presStyleCnt="0"/>
      <dgm:spPr/>
    </dgm:pt>
    <dgm:pt modelId="{947CE166-F6C0-419C-837E-F6F198D5380E}" type="pres">
      <dgm:prSet presAssocID="{2D59CF60-9B07-42D4-B23B-03F8223C8E8D}" presName="composite" presStyleCnt="0"/>
      <dgm:spPr/>
    </dgm:pt>
    <dgm:pt modelId="{7CCFB74C-851E-460E-9715-C429471F3CAF}" type="pres">
      <dgm:prSet presAssocID="{2D59CF60-9B07-42D4-B23B-03F8223C8E8D}" presName="background" presStyleLbl="node0" presStyleIdx="1" presStyleCnt="2"/>
      <dgm:spPr/>
    </dgm:pt>
    <dgm:pt modelId="{C2B0258D-91DF-4EF7-A5B9-70B95C81D881}" type="pres">
      <dgm:prSet presAssocID="{2D59CF60-9B07-42D4-B23B-03F8223C8E8D}" presName="text" presStyleLbl="fgAcc0" presStyleIdx="1" presStyleCnt="2">
        <dgm:presLayoutVars>
          <dgm:chPref val="3"/>
        </dgm:presLayoutVars>
      </dgm:prSet>
      <dgm:spPr/>
    </dgm:pt>
    <dgm:pt modelId="{3949296B-43FC-4AAF-954F-2D6A48F01B97}" type="pres">
      <dgm:prSet presAssocID="{2D59CF60-9B07-42D4-B23B-03F8223C8E8D}" presName="hierChild2" presStyleCnt="0"/>
      <dgm:spPr/>
    </dgm:pt>
  </dgm:ptLst>
  <dgm:cxnLst>
    <dgm:cxn modelId="{7D950D2C-3F24-4FBD-9410-845B75080433}" srcId="{C7E8361E-251F-4834-873D-83C9F8960059}" destId="{31344E10-18F1-41ED-BFA6-989DCB9EC35C}" srcOrd="0" destOrd="0" parTransId="{278C7DE0-06C3-4684-9E60-18CB9C748548}" sibTransId="{537D0764-9474-4A72-A8FE-EB90DC1CC4CF}"/>
    <dgm:cxn modelId="{C841F476-9869-4D04-A9EA-6E78D02E45CC}" type="presOf" srcId="{2D59CF60-9B07-42D4-B23B-03F8223C8E8D}" destId="{C2B0258D-91DF-4EF7-A5B9-70B95C81D881}" srcOrd="0" destOrd="0" presId="urn:microsoft.com/office/officeart/2005/8/layout/hierarchy1"/>
    <dgm:cxn modelId="{88E28C9F-2927-4156-A0BF-CE0CEC22A46B}" type="presOf" srcId="{31344E10-18F1-41ED-BFA6-989DCB9EC35C}" destId="{F01497D1-6BE7-4891-B7F3-19C6B1AFC2D6}" srcOrd="0" destOrd="0" presId="urn:microsoft.com/office/officeart/2005/8/layout/hierarchy1"/>
    <dgm:cxn modelId="{CC7B57B1-62FB-482C-8E70-4AD030CF5541}" srcId="{C7E8361E-251F-4834-873D-83C9F8960059}" destId="{2D59CF60-9B07-42D4-B23B-03F8223C8E8D}" srcOrd="1" destOrd="0" parTransId="{FFE280DB-8DC6-418D-960D-7F558E9FCDC2}" sibTransId="{F945700A-81F7-4ECC-B8A4-592AAE7EB56E}"/>
    <dgm:cxn modelId="{4843F8C2-0EC7-4E3A-8376-70B0ECE5F0CC}" type="presOf" srcId="{C7E8361E-251F-4834-873D-83C9F8960059}" destId="{8FC9ABD0-EC29-41C9-80DD-887DF7DE4CAB}" srcOrd="0" destOrd="0" presId="urn:microsoft.com/office/officeart/2005/8/layout/hierarchy1"/>
    <dgm:cxn modelId="{9F3C7F2B-3AE9-47FB-BA25-981C271A0C77}" type="presParOf" srcId="{8FC9ABD0-EC29-41C9-80DD-887DF7DE4CAB}" destId="{B878F184-7270-419F-80F3-646E0A302A9A}" srcOrd="0" destOrd="0" presId="urn:microsoft.com/office/officeart/2005/8/layout/hierarchy1"/>
    <dgm:cxn modelId="{A30A3FC8-1932-4CFE-A2B0-E25CAF16024A}" type="presParOf" srcId="{B878F184-7270-419F-80F3-646E0A302A9A}" destId="{04D1E783-9D44-482E-9405-59F6A15219CB}" srcOrd="0" destOrd="0" presId="urn:microsoft.com/office/officeart/2005/8/layout/hierarchy1"/>
    <dgm:cxn modelId="{61C4663D-2229-428F-8508-2B52C9A26772}" type="presParOf" srcId="{04D1E783-9D44-482E-9405-59F6A15219CB}" destId="{88B98253-F4F5-4226-BE23-4F9A00658538}" srcOrd="0" destOrd="0" presId="urn:microsoft.com/office/officeart/2005/8/layout/hierarchy1"/>
    <dgm:cxn modelId="{3326831F-4D7B-4F8D-9CCB-A58092F97CE0}" type="presParOf" srcId="{04D1E783-9D44-482E-9405-59F6A15219CB}" destId="{F01497D1-6BE7-4891-B7F3-19C6B1AFC2D6}" srcOrd="1" destOrd="0" presId="urn:microsoft.com/office/officeart/2005/8/layout/hierarchy1"/>
    <dgm:cxn modelId="{5EEF3782-EA0F-4648-B161-2429DBA88259}" type="presParOf" srcId="{B878F184-7270-419F-80F3-646E0A302A9A}" destId="{3825B4B8-E96D-4374-A164-C5A38576F20A}" srcOrd="1" destOrd="0" presId="urn:microsoft.com/office/officeart/2005/8/layout/hierarchy1"/>
    <dgm:cxn modelId="{E8CBA9F0-847F-4253-9AE8-62617CC8F83A}" type="presParOf" srcId="{8FC9ABD0-EC29-41C9-80DD-887DF7DE4CAB}" destId="{4FD98216-9064-4988-B9E5-15CC84EA6FCD}" srcOrd="1" destOrd="0" presId="urn:microsoft.com/office/officeart/2005/8/layout/hierarchy1"/>
    <dgm:cxn modelId="{21727B2C-304E-4D06-8728-6C149D1C7507}" type="presParOf" srcId="{4FD98216-9064-4988-B9E5-15CC84EA6FCD}" destId="{947CE166-F6C0-419C-837E-F6F198D5380E}" srcOrd="0" destOrd="0" presId="urn:microsoft.com/office/officeart/2005/8/layout/hierarchy1"/>
    <dgm:cxn modelId="{EDC90BF0-681E-4264-A8E5-EB2D55C4E622}" type="presParOf" srcId="{947CE166-F6C0-419C-837E-F6F198D5380E}" destId="{7CCFB74C-851E-460E-9715-C429471F3CAF}" srcOrd="0" destOrd="0" presId="urn:microsoft.com/office/officeart/2005/8/layout/hierarchy1"/>
    <dgm:cxn modelId="{B187A582-FC4D-4DF4-8ACA-F939D08B85F3}" type="presParOf" srcId="{947CE166-F6C0-419C-837E-F6F198D5380E}" destId="{C2B0258D-91DF-4EF7-A5B9-70B95C81D881}" srcOrd="1" destOrd="0" presId="urn:microsoft.com/office/officeart/2005/8/layout/hierarchy1"/>
    <dgm:cxn modelId="{521A90A4-980C-4C4E-9D42-ABF2936FB258}" type="presParOf" srcId="{4FD98216-9064-4988-B9E5-15CC84EA6FCD}" destId="{3949296B-43FC-4AAF-954F-2D6A48F01B9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566938B-08B9-464F-A415-BEF12DA44BB8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6BA8017-8D77-4DA5-AB57-60E7A5699338}">
      <dgm:prSet/>
      <dgm:spPr/>
      <dgm:t>
        <a:bodyPr/>
        <a:lstStyle/>
        <a:p>
          <a:r>
            <a:rPr lang="en-US"/>
            <a:t>12. YES / NO</a:t>
          </a:r>
        </a:p>
      </dgm:t>
    </dgm:pt>
    <dgm:pt modelId="{01E96D21-57C9-419C-B207-A7CE2583881D}" type="parTrans" cxnId="{A2140F8F-736F-422F-A374-C7FC701DF976}">
      <dgm:prSet/>
      <dgm:spPr/>
      <dgm:t>
        <a:bodyPr/>
        <a:lstStyle/>
        <a:p>
          <a:endParaRPr lang="en-US"/>
        </a:p>
      </dgm:t>
    </dgm:pt>
    <dgm:pt modelId="{FDC5C9B0-23E2-4AB6-95CE-7B72826BFAD1}" type="sibTrans" cxnId="{A2140F8F-736F-422F-A374-C7FC701DF976}">
      <dgm:prSet/>
      <dgm:spPr/>
      <dgm:t>
        <a:bodyPr/>
        <a:lstStyle/>
        <a:p>
          <a:endParaRPr lang="en-US"/>
        </a:p>
      </dgm:t>
    </dgm:pt>
    <dgm:pt modelId="{DD4569B4-E8B2-469E-AD12-123EFE62DE30}">
      <dgm:prSet/>
      <dgm:spPr/>
      <dgm:t>
        <a:bodyPr/>
        <a:lstStyle/>
        <a:p>
          <a:r>
            <a:rPr lang="en-US"/>
            <a:t>“If input validation exists on the client side, server-side validation is optional.”</a:t>
          </a:r>
        </a:p>
      </dgm:t>
    </dgm:pt>
    <dgm:pt modelId="{F27A3C4D-9101-4E0E-A545-140264781803}" type="parTrans" cxnId="{8CCCC764-A022-4B0A-A2E7-6D44BE13A868}">
      <dgm:prSet/>
      <dgm:spPr/>
      <dgm:t>
        <a:bodyPr/>
        <a:lstStyle/>
        <a:p>
          <a:endParaRPr lang="en-US"/>
        </a:p>
      </dgm:t>
    </dgm:pt>
    <dgm:pt modelId="{2FB4C9E7-0EBE-4F10-A24F-74CD6F885703}" type="sibTrans" cxnId="{8CCCC764-A022-4B0A-A2E7-6D44BE13A868}">
      <dgm:prSet/>
      <dgm:spPr/>
      <dgm:t>
        <a:bodyPr/>
        <a:lstStyle/>
        <a:p>
          <a:endParaRPr lang="en-US"/>
        </a:p>
      </dgm:t>
    </dgm:pt>
    <dgm:pt modelId="{DFDF5B9A-3F2D-47FE-8281-A42C9A4F2A48}" type="pres">
      <dgm:prSet presAssocID="{C566938B-08B9-464F-A415-BEF12DA44BB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1489D76-BE4E-496F-86E4-71F44016F0CF}" type="pres">
      <dgm:prSet presAssocID="{86BA8017-8D77-4DA5-AB57-60E7A5699338}" presName="hierRoot1" presStyleCnt="0"/>
      <dgm:spPr/>
    </dgm:pt>
    <dgm:pt modelId="{1A7854AD-51EB-4901-824A-6F50FF6803C7}" type="pres">
      <dgm:prSet presAssocID="{86BA8017-8D77-4DA5-AB57-60E7A5699338}" presName="composite" presStyleCnt="0"/>
      <dgm:spPr/>
    </dgm:pt>
    <dgm:pt modelId="{F7080899-F151-4BDF-BFDF-834016DF4541}" type="pres">
      <dgm:prSet presAssocID="{86BA8017-8D77-4DA5-AB57-60E7A5699338}" presName="background" presStyleLbl="node0" presStyleIdx="0" presStyleCnt="2"/>
      <dgm:spPr/>
    </dgm:pt>
    <dgm:pt modelId="{BD5B6A4B-B52F-4E81-95D1-1C428DDCB4F9}" type="pres">
      <dgm:prSet presAssocID="{86BA8017-8D77-4DA5-AB57-60E7A5699338}" presName="text" presStyleLbl="fgAcc0" presStyleIdx="0" presStyleCnt="2">
        <dgm:presLayoutVars>
          <dgm:chPref val="3"/>
        </dgm:presLayoutVars>
      </dgm:prSet>
      <dgm:spPr/>
    </dgm:pt>
    <dgm:pt modelId="{54FAD0FD-4621-43A9-8D16-70226CA62F79}" type="pres">
      <dgm:prSet presAssocID="{86BA8017-8D77-4DA5-AB57-60E7A5699338}" presName="hierChild2" presStyleCnt="0"/>
      <dgm:spPr/>
    </dgm:pt>
    <dgm:pt modelId="{5467CFDE-7754-43AB-ABB3-1A06FAE50C57}" type="pres">
      <dgm:prSet presAssocID="{DD4569B4-E8B2-469E-AD12-123EFE62DE30}" presName="hierRoot1" presStyleCnt="0"/>
      <dgm:spPr/>
    </dgm:pt>
    <dgm:pt modelId="{0FBB94B5-C795-4575-9227-FB7EF6370FB7}" type="pres">
      <dgm:prSet presAssocID="{DD4569B4-E8B2-469E-AD12-123EFE62DE30}" presName="composite" presStyleCnt="0"/>
      <dgm:spPr/>
    </dgm:pt>
    <dgm:pt modelId="{10BF8E5F-E810-42E4-99F6-E3D7203F7945}" type="pres">
      <dgm:prSet presAssocID="{DD4569B4-E8B2-469E-AD12-123EFE62DE30}" presName="background" presStyleLbl="node0" presStyleIdx="1" presStyleCnt="2"/>
      <dgm:spPr/>
    </dgm:pt>
    <dgm:pt modelId="{D719ABF6-6FC7-4D7A-8AE0-15DD3A89CCD2}" type="pres">
      <dgm:prSet presAssocID="{DD4569B4-E8B2-469E-AD12-123EFE62DE30}" presName="text" presStyleLbl="fgAcc0" presStyleIdx="1" presStyleCnt="2">
        <dgm:presLayoutVars>
          <dgm:chPref val="3"/>
        </dgm:presLayoutVars>
      </dgm:prSet>
      <dgm:spPr/>
    </dgm:pt>
    <dgm:pt modelId="{AADF593B-ED1E-48B7-AE88-348EB99063F1}" type="pres">
      <dgm:prSet presAssocID="{DD4569B4-E8B2-469E-AD12-123EFE62DE30}" presName="hierChild2" presStyleCnt="0"/>
      <dgm:spPr/>
    </dgm:pt>
  </dgm:ptLst>
  <dgm:cxnLst>
    <dgm:cxn modelId="{6DEEE827-F45E-400C-A2F5-9CB87F709CFF}" type="presOf" srcId="{C566938B-08B9-464F-A415-BEF12DA44BB8}" destId="{DFDF5B9A-3F2D-47FE-8281-A42C9A4F2A48}" srcOrd="0" destOrd="0" presId="urn:microsoft.com/office/officeart/2005/8/layout/hierarchy1"/>
    <dgm:cxn modelId="{8CCCC764-A022-4B0A-A2E7-6D44BE13A868}" srcId="{C566938B-08B9-464F-A415-BEF12DA44BB8}" destId="{DD4569B4-E8B2-469E-AD12-123EFE62DE30}" srcOrd="1" destOrd="0" parTransId="{F27A3C4D-9101-4E0E-A545-140264781803}" sibTransId="{2FB4C9E7-0EBE-4F10-A24F-74CD6F885703}"/>
    <dgm:cxn modelId="{433A1F6F-65A7-4D25-97E7-D0B9559A9626}" type="presOf" srcId="{DD4569B4-E8B2-469E-AD12-123EFE62DE30}" destId="{D719ABF6-6FC7-4D7A-8AE0-15DD3A89CCD2}" srcOrd="0" destOrd="0" presId="urn:microsoft.com/office/officeart/2005/8/layout/hierarchy1"/>
    <dgm:cxn modelId="{44E0478C-75F7-4E30-B828-E9846ED457BB}" type="presOf" srcId="{86BA8017-8D77-4DA5-AB57-60E7A5699338}" destId="{BD5B6A4B-B52F-4E81-95D1-1C428DDCB4F9}" srcOrd="0" destOrd="0" presId="urn:microsoft.com/office/officeart/2005/8/layout/hierarchy1"/>
    <dgm:cxn modelId="{A2140F8F-736F-422F-A374-C7FC701DF976}" srcId="{C566938B-08B9-464F-A415-BEF12DA44BB8}" destId="{86BA8017-8D77-4DA5-AB57-60E7A5699338}" srcOrd="0" destOrd="0" parTransId="{01E96D21-57C9-419C-B207-A7CE2583881D}" sibTransId="{FDC5C9B0-23E2-4AB6-95CE-7B72826BFAD1}"/>
    <dgm:cxn modelId="{764C1F31-FE1B-467B-91D1-FBE2F723FE03}" type="presParOf" srcId="{DFDF5B9A-3F2D-47FE-8281-A42C9A4F2A48}" destId="{31489D76-BE4E-496F-86E4-71F44016F0CF}" srcOrd="0" destOrd="0" presId="urn:microsoft.com/office/officeart/2005/8/layout/hierarchy1"/>
    <dgm:cxn modelId="{841A1ECC-D3D7-47C6-8B39-30BA5028094E}" type="presParOf" srcId="{31489D76-BE4E-496F-86E4-71F44016F0CF}" destId="{1A7854AD-51EB-4901-824A-6F50FF6803C7}" srcOrd="0" destOrd="0" presId="urn:microsoft.com/office/officeart/2005/8/layout/hierarchy1"/>
    <dgm:cxn modelId="{D4F414C4-3AA3-4331-AA4A-8BAD1BC26F2C}" type="presParOf" srcId="{1A7854AD-51EB-4901-824A-6F50FF6803C7}" destId="{F7080899-F151-4BDF-BFDF-834016DF4541}" srcOrd="0" destOrd="0" presId="urn:microsoft.com/office/officeart/2005/8/layout/hierarchy1"/>
    <dgm:cxn modelId="{E1D1787F-8A00-48F3-8CD6-0F5E37DD5679}" type="presParOf" srcId="{1A7854AD-51EB-4901-824A-6F50FF6803C7}" destId="{BD5B6A4B-B52F-4E81-95D1-1C428DDCB4F9}" srcOrd="1" destOrd="0" presId="urn:microsoft.com/office/officeart/2005/8/layout/hierarchy1"/>
    <dgm:cxn modelId="{064B477F-3EAC-4CD0-B5F0-0FB79CF20565}" type="presParOf" srcId="{31489D76-BE4E-496F-86E4-71F44016F0CF}" destId="{54FAD0FD-4621-43A9-8D16-70226CA62F79}" srcOrd="1" destOrd="0" presId="urn:microsoft.com/office/officeart/2005/8/layout/hierarchy1"/>
    <dgm:cxn modelId="{4D0B0634-81E0-4A47-94D1-342836631F14}" type="presParOf" srcId="{DFDF5B9A-3F2D-47FE-8281-A42C9A4F2A48}" destId="{5467CFDE-7754-43AB-ABB3-1A06FAE50C57}" srcOrd="1" destOrd="0" presId="urn:microsoft.com/office/officeart/2005/8/layout/hierarchy1"/>
    <dgm:cxn modelId="{534BD897-D203-46FF-B276-0BC449BA3577}" type="presParOf" srcId="{5467CFDE-7754-43AB-ABB3-1A06FAE50C57}" destId="{0FBB94B5-C795-4575-9227-FB7EF6370FB7}" srcOrd="0" destOrd="0" presId="urn:microsoft.com/office/officeart/2005/8/layout/hierarchy1"/>
    <dgm:cxn modelId="{279EC84B-09CC-4E9B-8ED0-497942E57245}" type="presParOf" srcId="{0FBB94B5-C795-4575-9227-FB7EF6370FB7}" destId="{10BF8E5F-E810-42E4-99F6-E3D7203F7945}" srcOrd="0" destOrd="0" presId="urn:microsoft.com/office/officeart/2005/8/layout/hierarchy1"/>
    <dgm:cxn modelId="{1051C65D-B86B-418E-BD50-3EEF1901D565}" type="presParOf" srcId="{0FBB94B5-C795-4575-9227-FB7EF6370FB7}" destId="{D719ABF6-6FC7-4D7A-8AE0-15DD3A89CCD2}" srcOrd="1" destOrd="0" presId="urn:microsoft.com/office/officeart/2005/8/layout/hierarchy1"/>
    <dgm:cxn modelId="{B807042B-DF10-43BA-84F7-BF72A0FEB8EE}" type="presParOf" srcId="{5467CFDE-7754-43AB-ABB3-1A06FAE50C57}" destId="{AADF593B-ED1E-48B7-AE88-348EB99063F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04E3471-486F-43E5-A4D8-B27637091D49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22824B4-0F29-40CD-98FB-62A29DB55557}">
      <dgm:prSet/>
      <dgm:spPr/>
      <dgm:t>
        <a:bodyPr/>
        <a:lstStyle/>
        <a:p>
          <a:r>
            <a:rPr lang="en-US"/>
            <a:t>16. YES / NO</a:t>
          </a:r>
        </a:p>
      </dgm:t>
    </dgm:pt>
    <dgm:pt modelId="{147B69ED-79B0-4072-9169-46F7FBA1D079}" type="parTrans" cxnId="{11D80C09-F16E-46C0-B761-F2695B65BAFF}">
      <dgm:prSet/>
      <dgm:spPr/>
      <dgm:t>
        <a:bodyPr/>
        <a:lstStyle/>
        <a:p>
          <a:endParaRPr lang="en-US"/>
        </a:p>
      </dgm:t>
    </dgm:pt>
    <dgm:pt modelId="{A35EB040-29F6-4B61-91E3-254104DDCBE0}" type="sibTrans" cxnId="{11D80C09-F16E-46C0-B761-F2695B65BAFF}">
      <dgm:prSet/>
      <dgm:spPr/>
      <dgm:t>
        <a:bodyPr/>
        <a:lstStyle/>
        <a:p>
          <a:endParaRPr lang="en-US"/>
        </a:p>
      </dgm:t>
    </dgm:pt>
    <dgm:pt modelId="{C5F4E557-A5C1-4793-BE26-B84590386B52}">
      <dgm:prSet/>
      <dgm:spPr/>
      <dgm:t>
        <a:bodyPr/>
        <a:lstStyle/>
        <a:p>
          <a:r>
            <a:rPr lang="en-US"/>
            <a:t>“If data is encrypted, it is safe even if stolen.”</a:t>
          </a:r>
        </a:p>
      </dgm:t>
    </dgm:pt>
    <dgm:pt modelId="{320C98B7-C728-4133-9867-8922D0B5978A}" type="parTrans" cxnId="{DD9AD7E4-1F34-47C4-87A2-C48D2A8FBC62}">
      <dgm:prSet/>
      <dgm:spPr/>
      <dgm:t>
        <a:bodyPr/>
        <a:lstStyle/>
        <a:p>
          <a:endParaRPr lang="en-US"/>
        </a:p>
      </dgm:t>
    </dgm:pt>
    <dgm:pt modelId="{BFD42B70-FCDA-4EDA-83D9-32929C6CFAAB}" type="sibTrans" cxnId="{DD9AD7E4-1F34-47C4-87A2-C48D2A8FBC62}">
      <dgm:prSet/>
      <dgm:spPr/>
      <dgm:t>
        <a:bodyPr/>
        <a:lstStyle/>
        <a:p>
          <a:endParaRPr lang="en-US"/>
        </a:p>
      </dgm:t>
    </dgm:pt>
    <dgm:pt modelId="{534CEB04-3F8A-4237-8C43-B14D9235FBF3}" type="pres">
      <dgm:prSet presAssocID="{904E3471-486F-43E5-A4D8-B27637091D4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B6B1444-58D9-4DE5-82E2-B92B70F75B5F}" type="pres">
      <dgm:prSet presAssocID="{322824B4-0F29-40CD-98FB-62A29DB55557}" presName="hierRoot1" presStyleCnt="0"/>
      <dgm:spPr/>
    </dgm:pt>
    <dgm:pt modelId="{7909B466-87B1-44AA-9A8C-893B41E2D02D}" type="pres">
      <dgm:prSet presAssocID="{322824B4-0F29-40CD-98FB-62A29DB55557}" presName="composite" presStyleCnt="0"/>
      <dgm:spPr/>
    </dgm:pt>
    <dgm:pt modelId="{9E4F9BB8-E9C2-4694-8C29-C50F427EDFD3}" type="pres">
      <dgm:prSet presAssocID="{322824B4-0F29-40CD-98FB-62A29DB55557}" presName="background" presStyleLbl="node0" presStyleIdx="0" presStyleCnt="2"/>
      <dgm:spPr/>
    </dgm:pt>
    <dgm:pt modelId="{115FF2FD-3C3B-4FB3-BCDF-1C0FDC447EBD}" type="pres">
      <dgm:prSet presAssocID="{322824B4-0F29-40CD-98FB-62A29DB55557}" presName="text" presStyleLbl="fgAcc0" presStyleIdx="0" presStyleCnt="2">
        <dgm:presLayoutVars>
          <dgm:chPref val="3"/>
        </dgm:presLayoutVars>
      </dgm:prSet>
      <dgm:spPr/>
    </dgm:pt>
    <dgm:pt modelId="{6413B1C4-BECF-46FB-84F9-F8CD4143C102}" type="pres">
      <dgm:prSet presAssocID="{322824B4-0F29-40CD-98FB-62A29DB55557}" presName="hierChild2" presStyleCnt="0"/>
      <dgm:spPr/>
    </dgm:pt>
    <dgm:pt modelId="{4D71E6F2-BB1D-412F-B1BD-68586DEF790E}" type="pres">
      <dgm:prSet presAssocID="{C5F4E557-A5C1-4793-BE26-B84590386B52}" presName="hierRoot1" presStyleCnt="0"/>
      <dgm:spPr/>
    </dgm:pt>
    <dgm:pt modelId="{D1AA3D9E-F920-4CD7-9606-601246983375}" type="pres">
      <dgm:prSet presAssocID="{C5F4E557-A5C1-4793-BE26-B84590386B52}" presName="composite" presStyleCnt="0"/>
      <dgm:spPr/>
    </dgm:pt>
    <dgm:pt modelId="{7D38AD9F-CE98-4A48-97FB-66425CCF66F8}" type="pres">
      <dgm:prSet presAssocID="{C5F4E557-A5C1-4793-BE26-B84590386B52}" presName="background" presStyleLbl="node0" presStyleIdx="1" presStyleCnt="2"/>
      <dgm:spPr/>
    </dgm:pt>
    <dgm:pt modelId="{E47496E2-909A-4CDD-A438-29AF06351316}" type="pres">
      <dgm:prSet presAssocID="{C5F4E557-A5C1-4793-BE26-B84590386B52}" presName="text" presStyleLbl="fgAcc0" presStyleIdx="1" presStyleCnt="2">
        <dgm:presLayoutVars>
          <dgm:chPref val="3"/>
        </dgm:presLayoutVars>
      </dgm:prSet>
      <dgm:spPr/>
    </dgm:pt>
    <dgm:pt modelId="{7AF80244-CB78-42FD-B2D4-464FBD383765}" type="pres">
      <dgm:prSet presAssocID="{C5F4E557-A5C1-4793-BE26-B84590386B52}" presName="hierChild2" presStyleCnt="0"/>
      <dgm:spPr/>
    </dgm:pt>
  </dgm:ptLst>
  <dgm:cxnLst>
    <dgm:cxn modelId="{11D80C09-F16E-46C0-B761-F2695B65BAFF}" srcId="{904E3471-486F-43E5-A4D8-B27637091D49}" destId="{322824B4-0F29-40CD-98FB-62A29DB55557}" srcOrd="0" destOrd="0" parTransId="{147B69ED-79B0-4072-9169-46F7FBA1D079}" sibTransId="{A35EB040-29F6-4B61-91E3-254104DDCBE0}"/>
    <dgm:cxn modelId="{5F2E0911-BA31-4E53-BEBA-E501D3FCD630}" type="presOf" srcId="{C5F4E557-A5C1-4793-BE26-B84590386B52}" destId="{E47496E2-909A-4CDD-A438-29AF06351316}" srcOrd="0" destOrd="0" presId="urn:microsoft.com/office/officeart/2005/8/layout/hierarchy1"/>
    <dgm:cxn modelId="{58BACB1F-0E52-4700-8BCD-CE62E8EA3DB1}" type="presOf" srcId="{904E3471-486F-43E5-A4D8-B27637091D49}" destId="{534CEB04-3F8A-4237-8C43-B14D9235FBF3}" srcOrd="0" destOrd="0" presId="urn:microsoft.com/office/officeart/2005/8/layout/hierarchy1"/>
    <dgm:cxn modelId="{52F59A90-FA7A-41F6-B795-C6DCD55B33F9}" type="presOf" srcId="{322824B4-0F29-40CD-98FB-62A29DB55557}" destId="{115FF2FD-3C3B-4FB3-BCDF-1C0FDC447EBD}" srcOrd="0" destOrd="0" presId="urn:microsoft.com/office/officeart/2005/8/layout/hierarchy1"/>
    <dgm:cxn modelId="{DD9AD7E4-1F34-47C4-87A2-C48D2A8FBC62}" srcId="{904E3471-486F-43E5-A4D8-B27637091D49}" destId="{C5F4E557-A5C1-4793-BE26-B84590386B52}" srcOrd="1" destOrd="0" parTransId="{320C98B7-C728-4133-9867-8922D0B5978A}" sibTransId="{BFD42B70-FCDA-4EDA-83D9-32929C6CFAAB}"/>
    <dgm:cxn modelId="{A2A8752C-1A05-4BA3-9F46-C1D590F5E044}" type="presParOf" srcId="{534CEB04-3F8A-4237-8C43-B14D9235FBF3}" destId="{EB6B1444-58D9-4DE5-82E2-B92B70F75B5F}" srcOrd="0" destOrd="0" presId="urn:microsoft.com/office/officeart/2005/8/layout/hierarchy1"/>
    <dgm:cxn modelId="{2B8F3AC1-D630-42D5-BD46-B33D5D16D10C}" type="presParOf" srcId="{EB6B1444-58D9-4DE5-82E2-B92B70F75B5F}" destId="{7909B466-87B1-44AA-9A8C-893B41E2D02D}" srcOrd="0" destOrd="0" presId="urn:microsoft.com/office/officeart/2005/8/layout/hierarchy1"/>
    <dgm:cxn modelId="{04910D51-DC7F-4327-BF5B-3665C29467A1}" type="presParOf" srcId="{7909B466-87B1-44AA-9A8C-893B41E2D02D}" destId="{9E4F9BB8-E9C2-4694-8C29-C50F427EDFD3}" srcOrd="0" destOrd="0" presId="urn:microsoft.com/office/officeart/2005/8/layout/hierarchy1"/>
    <dgm:cxn modelId="{F80704D4-8ABD-4C43-9B4C-A9F786F17074}" type="presParOf" srcId="{7909B466-87B1-44AA-9A8C-893B41E2D02D}" destId="{115FF2FD-3C3B-4FB3-BCDF-1C0FDC447EBD}" srcOrd="1" destOrd="0" presId="urn:microsoft.com/office/officeart/2005/8/layout/hierarchy1"/>
    <dgm:cxn modelId="{B1D07B46-CD56-40B0-85A2-C598BC1CB205}" type="presParOf" srcId="{EB6B1444-58D9-4DE5-82E2-B92B70F75B5F}" destId="{6413B1C4-BECF-46FB-84F9-F8CD4143C102}" srcOrd="1" destOrd="0" presId="urn:microsoft.com/office/officeart/2005/8/layout/hierarchy1"/>
    <dgm:cxn modelId="{A7780441-F44B-47D2-A115-83A7769CA000}" type="presParOf" srcId="{534CEB04-3F8A-4237-8C43-B14D9235FBF3}" destId="{4D71E6F2-BB1D-412F-B1BD-68586DEF790E}" srcOrd="1" destOrd="0" presId="urn:microsoft.com/office/officeart/2005/8/layout/hierarchy1"/>
    <dgm:cxn modelId="{F6D993E0-C39D-4D9F-B87B-10DE3F413334}" type="presParOf" srcId="{4D71E6F2-BB1D-412F-B1BD-68586DEF790E}" destId="{D1AA3D9E-F920-4CD7-9606-601246983375}" srcOrd="0" destOrd="0" presId="urn:microsoft.com/office/officeart/2005/8/layout/hierarchy1"/>
    <dgm:cxn modelId="{DF7B083E-8E9C-40FE-9984-2462038D54FA}" type="presParOf" srcId="{D1AA3D9E-F920-4CD7-9606-601246983375}" destId="{7D38AD9F-CE98-4A48-97FB-66425CCF66F8}" srcOrd="0" destOrd="0" presId="urn:microsoft.com/office/officeart/2005/8/layout/hierarchy1"/>
    <dgm:cxn modelId="{05B19B9A-DD64-42C9-887A-7F364B7CDFF3}" type="presParOf" srcId="{D1AA3D9E-F920-4CD7-9606-601246983375}" destId="{E47496E2-909A-4CDD-A438-29AF06351316}" srcOrd="1" destOrd="0" presId="urn:microsoft.com/office/officeart/2005/8/layout/hierarchy1"/>
    <dgm:cxn modelId="{BE786028-8115-4BA6-A06C-CB066A24F289}" type="presParOf" srcId="{4D71E6F2-BB1D-412F-B1BD-68586DEF790E}" destId="{7AF80244-CB78-42FD-B2D4-464FBD38376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77A0BAF-41CF-4B34-99BE-7BF1575CBB48}" type="doc">
      <dgm:prSet loTypeId="urn:microsoft.com/office/officeart/2008/layout/LinedList" loCatId="list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19AB00D-8C96-42E8-AB31-D6DCB913D8E8}">
      <dgm:prSet custT="1"/>
      <dgm:spPr/>
      <dgm:t>
        <a:bodyPr/>
        <a:lstStyle/>
        <a:p>
          <a:r>
            <a:rPr lang="en-US" sz="2800" dirty="0"/>
            <a:t>A. External hackers</a:t>
          </a:r>
        </a:p>
      </dgm:t>
    </dgm:pt>
    <dgm:pt modelId="{5B0C583C-681C-457D-80DF-AB484EF1A1F2}" type="parTrans" cxnId="{1A7204FA-D859-4779-8719-9280DC614CD2}">
      <dgm:prSet/>
      <dgm:spPr/>
      <dgm:t>
        <a:bodyPr/>
        <a:lstStyle/>
        <a:p>
          <a:endParaRPr lang="en-US"/>
        </a:p>
      </dgm:t>
    </dgm:pt>
    <dgm:pt modelId="{D52BEDFF-6EA7-4F4A-94EA-30CB19E743CB}" type="sibTrans" cxnId="{1A7204FA-D859-4779-8719-9280DC614CD2}">
      <dgm:prSet/>
      <dgm:spPr/>
      <dgm:t>
        <a:bodyPr/>
        <a:lstStyle/>
        <a:p>
          <a:endParaRPr lang="en-US"/>
        </a:p>
      </dgm:t>
    </dgm:pt>
    <dgm:pt modelId="{41BCE343-1AE6-4263-98B3-FDBE0B6C5CFC}">
      <dgm:prSet custT="1"/>
      <dgm:spPr/>
      <dgm:t>
        <a:bodyPr/>
        <a:lstStyle/>
        <a:p>
          <a:r>
            <a:rPr lang="en-US" sz="2800" dirty="0"/>
            <a:t>B. Insider threats</a:t>
          </a:r>
        </a:p>
      </dgm:t>
    </dgm:pt>
    <dgm:pt modelId="{7B532E2E-E2B1-4CC0-B28B-21B5A85DC3C3}" type="parTrans" cxnId="{8756CEEB-01F5-412D-A9FC-A769AE9E3C89}">
      <dgm:prSet/>
      <dgm:spPr/>
      <dgm:t>
        <a:bodyPr/>
        <a:lstStyle/>
        <a:p>
          <a:endParaRPr lang="en-US"/>
        </a:p>
      </dgm:t>
    </dgm:pt>
    <dgm:pt modelId="{1654D35C-0273-4688-AC95-B3FAC261ADBB}" type="sibTrans" cxnId="{8756CEEB-01F5-412D-A9FC-A769AE9E3C89}">
      <dgm:prSet/>
      <dgm:spPr/>
      <dgm:t>
        <a:bodyPr/>
        <a:lstStyle/>
        <a:p>
          <a:endParaRPr lang="en-US"/>
        </a:p>
      </dgm:t>
    </dgm:pt>
    <dgm:pt modelId="{808F51DF-687C-4388-A88C-7F6F4DC0449D}">
      <dgm:prSet custT="1"/>
      <dgm:spPr/>
      <dgm:t>
        <a:bodyPr/>
        <a:lstStyle/>
        <a:p>
          <a:r>
            <a:rPr lang="en-US" sz="2800" dirty="0"/>
            <a:t>C. Script kiddies</a:t>
          </a:r>
        </a:p>
      </dgm:t>
    </dgm:pt>
    <dgm:pt modelId="{C9533AB5-841C-43B9-926D-EBB84210A3D3}" type="parTrans" cxnId="{ED39075D-198F-410E-8686-01E9F2A1B295}">
      <dgm:prSet/>
      <dgm:spPr/>
      <dgm:t>
        <a:bodyPr/>
        <a:lstStyle/>
        <a:p>
          <a:endParaRPr lang="en-US"/>
        </a:p>
      </dgm:t>
    </dgm:pt>
    <dgm:pt modelId="{E84872BA-6679-4064-A1C7-0BC956644C9B}" type="sibTrans" cxnId="{ED39075D-198F-410E-8686-01E9F2A1B295}">
      <dgm:prSet/>
      <dgm:spPr/>
      <dgm:t>
        <a:bodyPr/>
        <a:lstStyle/>
        <a:p>
          <a:endParaRPr lang="en-US"/>
        </a:p>
      </dgm:t>
    </dgm:pt>
    <dgm:pt modelId="{260EC8D4-7962-40F8-9E04-0823EB4630E5}">
      <dgm:prSet custT="1"/>
      <dgm:spPr/>
      <dgm:t>
        <a:bodyPr/>
        <a:lstStyle/>
        <a:p>
          <a:r>
            <a:rPr lang="en-US" sz="2800" dirty="0"/>
            <a:t>D. Nation-states</a:t>
          </a:r>
        </a:p>
      </dgm:t>
    </dgm:pt>
    <dgm:pt modelId="{BDEA6ED6-5ED2-4ED7-AC0B-9551CEC27791}" type="parTrans" cxnId="{8BA87B2A-7F74-4FCA-86C8-0918816E3A48}">
      <dgm:prSet/>
      <dgm:spPr/>
      <dgm:t>
        <a:bodyPr/>
        <a:lstStyle/>
        <a:p>
          <a:endParaRPr lang="en-US"/>
        </a:p>
      </dgm:t>
    </dgm:pt>
    <dgm:pt modelId="{FBD7F6DD-E225-4938-86A1-F6A371D02CBA}" type="sibTrans" cxnId="{8BA87B2A-7F74-4FCA-86C8-0918816E3A48}">
      <dgm:prSet/>
      <dgm:spPr/>
      <dgm:t>
        <a:bodyPr/>
        <a:lstStyle/>
        <a:p>
          <a:endParaRPr lang="en-US"/>
        </a:p>
      </dgm:t>
    </dgm:pt>
    <dgm:pt modelId="{409268C3-ED67-49AC-9FEF-611A7128FD39}" type="pres">
      <dgm:prSet presAssocID="{977A0BAF-41CF-4B34-99BE-7BF1575CBB48}" presName="vert0" presStyleCnt="0">
        <dgm:presLayoutVars>
          <dgm:dir/>
          <dgm:animOne val="branch"/>
          <dgm:animLvl val="lvl"/>
        </dgm:presLayoutVars>
      </dgm:prSet>
      <dgm:spPr/>
    </dgm:pt>
    <dgm:pt modelId="{0ABC85B0-A659-45BD-AE3D-C1DCD194F430}" type="pres">
      <dgm:prSet presAssocID="{C19AB00D-8C96-42E8-AB31-D6DCB913D8E8}" presName="thickLine" presStyleLbl="alignNode1" presStyleIdx="0" presStyleCnt="4"/>
      <dgm:spPr/>
    </dgm:pt>
    <dgm:pt modelId="{4FBF31AA-E89F-4A3A-9F19-1655CCEA913F}" type="pres">
      <dgm:prSet presAssocID="{C19AB00D-8C96-42E8-AB31-D6DCB913D8E8}" presName="horz1" presStyleCnt="0"/>
      <dgm:spPr/>
    </dgm:pt>
    <dgm:pt modelId="{C4F2F72F-1014-4E0D-868A-89161532BF12}" type="pres">
      <dgm:prSet presAssocID="{C19AB00D-8C96-42E8-AB31-D6DCB913D8E8}" presName="tx1" presStyleLbl="revTx" presStyleIdx="0" presStyleCnt="4"/>
      <dgm:spPr/>
    </dgm:pt>
    <dgm:pt modelId="{EEB84274-3AF2-4186-B705-C45C82336E62}" type="pres">
      <dgm:prSet presAssocID="{C19AB00D-8C96-42E8-AB31-D6DCB913D8E8}" presName="vert1" presStyleCnt="0"/>
      <dgm:spPr/>
    </dgm:pt>
    <dgm:pt modelId="{900E6D30-CD9F-4241-92D1-77140E36889B}" type="pres">
      <dgm:prSet presAssocID="{41BCE343-1AE6-4263-98B3-FDBE0B6C5CFC}" presName="thickLine" presStyleLbl="alignNode1" presStyleIdx="1" presStyleCnt="4"/>
      <dgm:spPr/>
    </dgm:pt>
    <dgm:pt modelId="{90033989-F0FF-42A7-8BA3-CEC5AFB575D1}" type="pres">
      <dgm:prSet presAssocID="{41BCE343-1AE6-4263-98B3-FDBE0B6C5CFC}" presName="horz1" presStyleCnt="0"/>
      <dgm:spPr/>
    </dgm:pt>
    <dgm:pt modelId="{3B3E9045-F8FC-4BF9-93BD-A587D10E48B5}" type="pres">
      <dgm:prSet presAssocID="{41BCE343-1AE6-4263-98B3-FDBE0B6C5CFC}" presName="tx1" presStyleLbl="revTx" presStyleIdx="1" presStyleCnt="4"/>
      <dgm:spPr/>
    </dgm:pt>
    <dgm:pt modelId="{CF71AFDD-8DF4-4559-81E8-387A4583CC49}" type="pres">
      <dgm:prSet presAssocID="{41BCE343-1AE6-4263-98B3-FDBE0B6C5CFC}" presName="vert1" presStyleCnt="0"/>
      <dgm:spPr/>
    </dgm:pt>
    <dgm:pt modelId="{263DC92A-8EBC-4926-A447-F262C66D121B}" type="pres">
      <dgm:prSet presAssocID="{808F51DF-687C-4388-A88C-7F6F4DC0449D}" presName="thickLine" presStyleLbl="alignNode1" presStyleIdx="2" presStyleCnt="4"/>
      <dgm:spPr/>
    </dgm:pt>
    <dgm:pt modelId="{25CAB0B4-33B5-42BF-B96B-83B6A067505B}" type="pres">
      <dgm:prSet presAssocID="{808F51DF-687C-4388-A88C-7F6F4DC0449D}" presName="horz1" presStyleCnt="0"/>
      <dgm:spPr/>
    </dgm:pt>
    <dgm:pt modelId="{BE758370-FEDD-4184-B419-08424740AD18}" type="pres">
      <dgm:prSet presAssocID="{808F51DF-687C-4388-A88C-7F6F4DC0449D}" presName="tx1" presStyleLbl="revTx" presStyleIdx="2" presStyleCnt="4"/>
      <dgm:spPr/>
    </dgm:pt>
    <dgm:pt modelId="{3B086A29-04B3-4723-8526-D4EF888BED58}" type="pres">
      <dgm:prSet presAssocID="{808F51DF-687C-4388-A88C-7F6F4DC0449D}" presName="vert1" presStyleCnt="0"/>
      <dgm:spPr/>
    </dgm:pt>
    <dgm:pt modelId="{519C07B1-8952-4129-80BB-5170BACDE748}" type="pres">
      <dgm:prSet presAssocID="{260EC8D4-7962-40F8-9E04-0823EB4630E5}" presName="thickLine" presStyleLbl="alignNode1" presStyleIdx="3" presStyleCnt="4"/>
      <dgm:spPr/>
    </dgm:pt>
    <dgm:pt modelId="{B849FAB1-E2C6-4FFE-A34D-D0EB0CCB8E31}" type="pres">
      <dgm:prSet presAssocID="{260EC8D4-7962-40F8-9E04-0823EB4630E5}" presName="horz1" presStyleCnt="0"/>
      <dgm:spPr/>
    </dgm:pt>
    <dgm:pt modelId="{E652A69F-021B-4856-B4F6-5B1870EE0D40}" type="pres">
      <dgm:prSet presAssocID="{260EC8D4-7962-40F8-9E04-0823EB4630E5}" presName="tx1" presStyleLbl="revTx" presStyleIdx="3" presStyleCnt="4"/>
      <dgm:spPr/>
    </dgm:pt>
    <dgm:pt modelId="{8E1F63A6-7298-496F-AE9C-44288AC57327}" type="pres">
      <dgm:prSet presAssocID="{260EC8D4-7962-40F8-9E04-0823EB4630E5}" presName="vert1" presStyleCnt="0"/>
      <dgm:spPr/>
    </dgm:pt>
  </dgm:ptLst>
  <dgm:cxnLst>
    <dgm:cxn modelId="{8BA87B2A-7F74-4FCA-86C8-0918816E3A48}" srcId="{977A0BAF-41CF-4B34-99BE-7BF1575CBB48}" destId="{260EC8D4-7962-40F8-9E04-0823EB4630E5}" srcOrd="3" destOrd="0" parTransId="{BDEA6ED6-5ED2-4ED7-AC0B-9551CEC27791}" sibTransId="{FBD7F6DD-E225-4938-86A1-F6A371D02CBA}"/>
    <dgm:cxn modelId="{ED39075D-198F-410E-8686-01E9F2A1B295}" srcId="{977A0BAF-41CF-4B34-99BE-7BF1575CBB48}" destId="{808F51DF-687C-4388-A88C-7F6F4DC0449D}" srcOrd="2" destOrd="0" parTransId="{C9533AB5-841C-43B9-926D-EBB84210A3D3}" sibTransId="{E84872BA-6679-4064-A1C7-0BC956644C9B}"/>
    <dgm:cxn modelId="{283CEEAA-EDBD-495A-A78D-404F587823E2}" type="presOf" srcId="{C19AB00D-8C96-42E8-AB31-D6DCB913D8E8}" destId="{C4F2F72F-1014-4E0D-868A-89161532BF12}" srcOrd="0" destOrd="0" presId="urn:microsoft.com/office/officeart/2008/layout/LinedList"/>
    <dgm:cxn modelId="{461FF1D0-89E0-4CB7-8FF1-0F409803EC8A}" type="presOf" srcId="{977A0BAF-41CF-4B34-99BE-7BF1575CBB48}" destId="{409268C3-ED67-49AC-9FEF-611A7128FD39}" srcOrd="0" destOrd="0" presId="urn:microsoft.com/office/officeart/2008/layout/LinedList"/>
    <dgm:cxn modelId="{6C55F2E4-A62F-481B-99D8-BE1FF7DF66FD}" type="presOf" srcId="{41BCE343-1AE6-4263-98B3-FDBE0B6C5CFC}" destId="{3B3E9045-F8FC-4BF9-93BD-A587D10E48B5}" srcOrd="0" destOrd="0" presId="urn:microsoft.com/office/officeart/2008/layout/LinedList"/>
    <dgm:cxn modelId="{6A594DE8-6AFF-4D4E-9642-08B3B160BD65}" type="presOf" srcId="{260EC8D4-7962-40F8-9E04-0823EB4630E5}" destId="{E652A69F-021B-4856-B4F6-5B1870EE0D40}" srcOrd="0" destOrd="0" presId="urn:microsoft.com/office/officeart/2008/layout/LinedList"/>
    <dgm:cxn modelId="{8756CEEB-01F5-412D-A9FC-A769AE9E3C89}" srcId="{977A0BAF-41CF-4B34-99BE-7BF1575CBB48}" destId="{41BCE343-1AE6-4263-98B3-FDBE0B6C5CFC}" srcOrd="1" destOrd="0" parTransId="{7B532E2E-E2B1-4CC0-B28B-21B5A85DC3C3}" sibTransId="{1654D35C-0273-4688-AC95-B3FAC261ADBB}"/>
    <dgm:cxn modelId="{7CC9A1ED-7463-4124-9264-0CDAEA31D2A5}" type="presOf" srcId="{808F51DF-687C-4388-A88C-7F6F4DC0449D}" destId="{BE758370-FEDD-4184-B419-08424740AD18}" srcOrd="0" destOrd="0" presId="urn:microsoft.com/office/officeart/2008/layout/LinedList"/>
    <dgm:cxn modelId="{1A7204FA-D859-4779-8719-9280DC614CD2}" srcId="{977A0BAF-41CF-4B34-99BE-7BF1575CBB48}" destId="{C19AB00D-8C96-42E8-AB31-D6DCB913D8E8}" srcOrd="0" destOrd="0" parTransId="{5B0C583C-681C-457D-80DF-AB484EF1A1F2}" sibTransId="{D52BEDFF-6EA7-4F4A-94EA-30CB19E743CB}"/>
    <dgm:cxn modelId="{0142108B-77C5-4B21-9276-98B2A7635A4F}" type="presParOf" srcId="{409268C3-ED67-49AC-9FEF-611A7128FD39}" destId="{0ABC85B0-A659-45BD-AE3D-C1DCD194F430}" srcOrd="0" destOrd="0" presId="urn:microsoft.com/office/officeart/2008/layout/LinedList"/>
    <dgm:cxn modelId="{D9A6A410-5DB8-4074-AEAE-5187DA76827E}" type="presParOf" srcId="{409268C3-ED67-49AC-9FEF-611A7128FD39}" destId="{4FBF31AA-E89F-4A3A-9F19-1655CCEA913F}" srcOrd="1" destOrd="0" presId="urn:microsoft.com/office/officeart/2008/layout/LinedList"/>
    <dgm:cxn modelId="{25D84987-7225-4CCF-858F-5330D69E4578}" type="presParOf" srcId="{4FBF31AA-E89F-4A3A-9F19-1655CCEA913F}" destId="{C4F2F72F-1014-4E0D-868A-89161532BF12}" srcOrd="0" destOrd="0" presId="urn:microsoft.com/office/officeart/2008/layout/LinedList"/>
    <dgm:cxn modelId="{A8ECC633-07C7-46A0-96B9-30CB6B897F5F}" type="presParOf" srcId="{4FBF31AA-E89F-4A3A-9F19-1655CCEA913F}" destId="{EEB84274-3AF2-4186-B705-C45C82336E62}" srcOrd="1" destOrd="0" presId="urn:microsoft.com/office/officeart/2008/layout/LinedList"/>
    <dgm:cxn modelId="{3AC6F928-75C1-4217-BE92-2985CEF17CE3}" type="presParOf" srcId="{409268C3-ED67-49AC-9FEF-611A7128FD39}" destId="{900E6D30-CD9F-4241-92D1-77140E36889B}" srcOrd="2" destOrd="0" presId="urn:microsoft.com/office/officeart/2008/layout/LinedList"/>
    <dgm:cxn modelId="{620633E8-3D90-4663-93D8-B4F71448F9BA}" type="presParOf" srcId="{409268C3-ED67-49AC-9FEF-611A7128FD39}" destId="{90033989-F0FF-42A7-8BA3-CEC5AFB575D1}" srcOrd="3" destOrd="0" presId="urn:microsoft.com/office/officeart/2008/layout/LinedList"/>
    <dgm:cxn modelId="{23BEC67F-E0C5-46AC-B1F0-E26296359DC4}" type="presParOf" srcId="{90033989-F0FF-42A7-8BA3-CEC5AFB575D1}" destId="{3B3E9045-F8FC-4BF9-93BD-A587D10E48B5}" srcOrd="0" destOrd="0" presId="urn:microsoft.com/office/officeart/2008/layout/LinedList"/>
    <dgm:cxn modelId="{9E993902-AA53-40B7-A42D-95E607CD9554}" type="presParOf" srcId="{90033989-F0FF-42A7-8BA3-CEC5AFB575D1}" destId="{CF71AFDD-8DF4-4559-81E8-387A4583CC49}" srcOrd="1" destOrd="0" presId="urn:microsoft.com/office/officeart/2008/layout/LinedList"/>
    <dgm:cxn modelId="{64CC3C4C-4AE7-4CE6-8D6A-B12F7330C433}" type="presParOf" srcId="{409268C3-ED67-49AC-9FEF-611A7128FD39}" destId="{263DC92A-8EBC-4926-A447-F262C66D121B}" srcOrd="4" destOrd="0" presId="urn:microsoft.com/office/officeart/2008/layout/LinedList"/>
    <dgm:cxn modelId="{E55C8D03-C6FB-4039-8DEA-CDFEB1E812A2}" type="presParOf" srcId="{409268C3-ED67-49AC-9FEF-611A7128FD39}" destId="{25CAB0B4-33B5-42BF-B96B-83B6A067505B}" srcOrd="5" destOrd="0" presId="urn:microsoft.com/office/officeart/2008/layout/LinedList"/>
    <dgm:cxn modelId="{8B334103-EBDE-40D6-A6E9-939EB20A6806}" type="presParOf" srcId="{25CAB0B4-33B5-42BF-B96B-83B6A067505B}" destId="{BE758370-FEDD-4184-B419-08424740AD18}" srcOrd="0" destOrd="0" presId="urn:microsoft.com/office/officeart/2008/layout/LinedList"/>
    <dgm:cxn modelId="{D2F67BAB-615C-4FDC-A652-7A5AB5FA2F37}" type="presParOf" srcId="{25CAB0B4-33B5-42BF-B96B-83B6A067505B}" destId="{3B086A29-04B3-4723-8526-D4EF888BED58}" srcOrd="1" destOrd="0" presId="urn:microsoft.com/office/officeart/2008/layout/LinedList"/>
    <dgm:cxn modelId="{55C40D17-3397-490B-B68A-590DCE517E93}" type="presParOf" srcId="{409268C3-ED67-49AC-9FEF-611A7128FD39}" destId="{519C07B1-8952-4129-80BB-5170BACDE748}" srcOrd="6" destOrd="0" presId="urn:microsoft.com/office/officeart/2008/layout/LinedList"/>
    <dgm:cxn modelId="{3FDF2971-E5A7-4147-AA48-C9D725975614}" type="presParOf" srcId="{409268C3-ED67-49AC-9FEF-611A7128FD39}" destId="{B849FAB1-E2C6-4FFE-A34D-D0EB0CCB8E31}" srcOrd="7" destOrd="0" presId="urn:microsoft.com/office/officeart/2008/layout/LinedList"/>
    <dgm:cxn modelId="{AD09A075-2857-4D5E-8A9A-871ECA252DDE}" type="presParOf" srcId="{B849FAB1-E2C6-4FFE-A34D-D0EB0CCB8E31}" destId="{E652A69F-021B-4856-B4F6-5B1870EE0D40}" srcOrd="0" destOrd="0" presId="urn:microsoft.com/office/officeart/2008/layout/LinedList"/>
    <dgm:cxn modelId="{6784E724-F385-4DDA-ADC2-962F39297FF1}" type="presParOf" srcId="{B849FAB1-E2C6-4FFE-A34D-D0EB0CCB8E31}" destId="{8E1F63A6-7298-496F-AE9C-44288AC5732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7805236-B2FF-4B84-ADAD-B27F5935493C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EED843C-C605-4EBC-BFDC-5090F06215C7}">
      <dgm:prSet/>
      <dgm:spPr/>
      <dgm:t>
        <a:bodyPr/>
        <a:lstStyle/>
        <a:p>
          <a:r>
            <a:rPr lang="en-US"/>
            <a:t>19. YES / NO</a:t>
          </a:r>
        </a:p>
      </dgm:t>
    </dgm:pt>
    <dgm:pt modelId="{2953B7E7-5478-4957-93E8-5CE41E73B17F}" type="parTrans" cxnId="{CCD6C5D9-0464-4E3C-BE21-A8430B5C2C05}">
      <dgm:prSet/>
      <dgm:spPr/>
      <dgm:t>
        <a:bodyPr/>
        <a:lstStyle/>
        <a:p>
          <a:endParaRPr lang="en-US"/>
        </a:p>
      </dgm:t>
    </dgm:pt>
    <dgm:pt modelId="{DEB1AD0A-B794-42C6-B961-5CA55D64B5F1}" type="sibTrans" cxnId="{CCD6C5D9-0464-4E3C-BE21-A8430B5C2C05}">
      <dgm:prSet/>
      <dgm:spPr/>
      <dgm:t>
        <a:bodyPr/>
        <a:lstStyle/>
        <a:p>
          <a:endParaRPr lang="en-US"/>
        </a:p>
      </dgm:t>
    </dgm:pt>
    <dgm:pt modelId="{69C22447-EB48-40BA-9B51-5C477C1E558C}">
      <dgm:prSet/>
      <dgm:spPr/>
      <dgm:t>
        <a:bodyPr/>
        <a:lstStyle/>
        <a:p>
          <a:r>
            <a:rPr lang="en-US"/>
            <a:t>“Antivirus software is sufficient protection.”</a:t>
          </a:r>
        </a:p>
      </dgm:t>
    </dgm:pt>
    <dgm:pt modelId="{53F4AA83-A3E9-4D98-B512-9FB7174C7137}" type="parTrans" cxnId="{165687F9-38B4-4D10-8022-6C5AC798A676}">
      <dgm:prSet/>
      <dgm:spPr/>
      <dgm:t>
        <a:bodyPr/>
        <a:lstStyle/>
        <a:p>
          <a:endParaRPr lang="en-US"/>
        </a:p>
      </dgm:t>
    </dgm:pt>
    <dgm:pt modelId="{608B6373-9CA9-4C9E-AD7B-7CD7BB592DA4}" type="sibTrans" cxnId="{165687F9-38B4-4D10-8022-6C5AC798A676}">
      <dgm:prSet/>
      <dgm:spPr/>
      <dgm:t>
        <a:bodyPr/>
        <a:lstStyle/>
        <a:p>
          <a:endParaRPr lang="en-US"/>
        </a:p>
      </dgm:t>
    </dgm:pt>
    <dgm:pt modelId="{FCA5D89D-E2AF-4C3B-A209-3687500C0380}" type="pres">
      <dgm:prSet presAssocID="{67805236-B2FF-4B84-ADAD-B27F5935493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D5249B5-C868-4259-86C0-F7AB1B0C43CA}" type="pres">
      <dgm:prSet presAssocID="{8EED843C-C605-4EBC-BFDC-5090F06215C7}" presName="hierRoot1" presStyleCnt="0"/>
      <dgm:spPr/>
    </dgm:pt>
    <dgm:pt modelId="{1764CB66-1D57-4AE4-8966-C6806D24FC61}" type="pres">
      <dgm:prSet presAssocID="{8EED843C-C605-4EBC-BFDC-5090F06215C7}" presName="composite" presStyleCnt="0"/>
      <dgm:spPr/>
    </dgm:pt>
    <dgm:pt modelId="{9D06CA13-3E08-4458-8D93-87D1A7D7D416}" type="pres">
      <dgm:prSet presAssocID="{8EED843C-C605-4EBC-BFDC-5090F06215C7}" presName="background" presStyleLbl="node0" presStyleIdx="0" presStyleCnt="2"/>
      <dgm:spPr/>
    </dgm:pt>
    <dgm:pt modelId="{73679110-E762-4A86-946E-CF091344C222}" type="pres">
      <dgm:prSet presAssocID="{8EED843C-C605-4EBC-BFDC-5090F06215C7}" presName="text" presStyleLbl="fgAcc0" presStyleIdx="0" presStyleCnt="2">
        <dgm:presLayoutVars>
          <dgm:chPref val="3"/>
        </dgm:presLayoutVars>
      </dgm:prSet>
      <dgm:spPr/>
    </dgm:pt>
    <dgm:pt modelId="{4C246616-1F68-4C24-8133-1BDC3B72C096}" type="pres">
      <dgm:prSet presAssocID="{8EED843C-C605-4EBC-BFDC-5090F06215C7}" presName="hierChild2" presStyleCnt="0"/>
      <dgm:spPr/>
    </dgm:pt>
    <dgm:pt modelId="{0CED7608-C550-4C74-94AA-17F3A32AC050}" type="pres">
      <dgm:prSet presAssocID="{69C22447-EB48-40BA-9B51-5C477C1E558C}" presName="hierRoot1" presStyleCnt="0"/>
      <dgm:spPr/>
    </dgm:pt>
    <dgm:pt modelId="{03734FE5-7933-49A1-A4BA-E7755A5C3529}" type="pres">
      <dgm:prSet presAssocID="{69C22447-EB48-40BA-9B51-5C477C1E558C}" presName="composite" presStyleCnt="0"/>
      <dgm:spPr/>
    </dgm:pt>
    <dgm:pt modelId="{910ACABC-B01A-4343-84E1-6611A3A3466C}" type="pres">
      <dgm:prSet presAssocID="{69C22447-EB48-40BA-9B51-5C477C1E558C}" presName="background" presStyleLbl="node0" presStyleIdx="1" presStyleCnt="2"/>
      <dgm:spPr/>
    </dgm:pt>
    <dgm:pt modelId="{A1E8D938-6DF6-4722-8E04-EC748E7BA465}" type="pres">
      <dgm:prSet presAssocID="{69C22447-EB48-40BA-9B51-5C477C1E558C}" presName="text" presStyleLbl="fgAcc0" presStyleIdx="1" presStyleCnt="2">
        <dgm:presLayoutVars>
          <dgm:chPref val="3"/>
        </dgm:presLayoutVars>
      </dgm:prSet>
      <dgm:spPr/>
    </dgm:pt>
    <dgm:pt modelId="{89FC9D94-51AD-424E-B0D7-D4F48EFB1C2C}" type="pres">
      <dgm:prSet presAssocID="{69C22447-EB48-40BA-9B51-5C477C1E558C}" presName="hierChild2" presStyleCnt="0"/>
      <dgm:spPr/>
    </dgm:pt>
  </dgm:ptLst>
  <dgm:cxnLst>
    <dgm:cxn modelId="{6D551F77-7A9C-4359-8E1F-56DBDF0AE6F7}" type="presOf" srcId="{67805236-B2FF-4B84-ADAD-B27F5935493C}" destId="{FCA5D89D-E2AF-4C3B-A209-3687500C0380}" srcOrd="0" destOrd="0" presId="urn:microsoft.com/office/officeart/2005/8/layout/hierarchy1"/>
    <dgm:cxn modelId="{1025B7A6-94A9-4D4D-B6AB-8A86A258A6C8}" type="presOf" srcId="{69C22447-EB48-40BA-9B51-5C477C1E558C}" destId="{A1E8D938-6DF6-4722-8E04-EC748E7BA465}" srcOrd="0" destOrd="0" presId="urn:microsoft.com/office/officeart/2005/8/layout/hierarchy1"/>
    <dgm:cxn modelId="{CCD6C5D9-0464-4E3C-BE21-A8430B5C2C05}" srcId="{67805236-B2FF-4B84-ADAD-B27F5935493C}" destId="{8EED843C-C605-4EBC-BFDC-5090F06215C7}" srcOrd="0" destOrd="0" parTransId="{2953B7E7-5478-4957-93E8-5CE41E73B17F}" sibTransId="{DEB1AD0A-B794-42C6-B961-5CA55D64B5F1}"/>
    <dgm:cxn modelId="{C801D3E0-BCD3-42B0-8BE5-8AF7D9A7912D}" type="presOf" srcId="{8EED843C-C605-4EBC-BFDC-5090F06215C7}" destId="{73679110-E762-4A86-946E-CF091344C222}" srcOrd="0" destOrd="0" presId="urn:microsoft.com/office/officeart/2005/8/layout/hierarchy1"/>
    <dgm:cxn modelId="{165687F9-38B4-4D10-8022-6C5AC798A676}" srcId="{67805236-B2FF-4B84-ADAD-B27F5935493C}" destId="{69C22447-EB48-40BA-9B51-5C477C1E558C}" srcOrd="1" destOrd="0" parTransId="{53F4AA83-A3E9-4D98-B512-9FB7174C7137}" sibTransId="{608B6373-9CA9-4C9E-AD7B-7CD7BB592DA4}"/>
    <dgm:cxn modelId="{1FF4168E-3784-4460-835C-12C30DD61966}" type="presParOf" srcId="{FCA5D89D-E2AF-4C3B-A209-3687500C0380}" destId="{1D5249B5-C868-4259-86C0-F7AB1B0C43CA}" srcOrd="0" destOrd="0" presId="urn:microsoft.com/office/officeart/2005/8/layout/hierarchy1"/>
    <dgm:cxn modelId="{F593C9FA-120B-4230-9A84-BB5FDB43D1D1}" type="presParOf" srcId="{1D5249B5-C868-4259-86C0-F7AB1B0C43CA}" destId="{1764CB66-1D57-4AE4-8966-C6806D24FC61}" srcOrd="0" destOrd="0" presId="urn:microsoft.com/office/officeart/2005/8/layout/hierarchy1"/>
    <dgm:cxn modelId="{44A23B25-9083-478F-B117-97C4148732D9}" type="presParOf" srcId="{1764CB66-1D57-4AE4-8966-C6806D24FC61}" destId="{9D06CA13-3E08-4458-8D93-87D1A7D7D416}" srcOrd="0" destOrd="0" presId="urn:microsoft.com/office/officeart/2005/8/layout/hierarchy1"/>
    <dgm:cxn modelId="{11FAE30A-EBE8-4DB7-8052-533682E2DF03}" type="presParOf" srcId="{1764CB66-1D57-4AE4-8966-C6806D24FC61}" destId="{73679110-E762-4A86-946E-CF091344C222}" srcOrd="1" destOrd="0" presId="urn:microsoft.com/office/officeart/2005/8/layout/hierarchy1"/>
    <dgm:cxn modelId="{4FCDFF5E-4034-451E-9381-BF2CB986294B}" type="presParOf" srcId="{1D5249B5-C868-4259-86C0-F7AB1B0C43CA}" destId="{4C246616-1F68-4C24-8133-1BDC3B72C096}" srcOrd="1" destOrd="0" presId="urn:microsoft.com/office/officeart/2005/8/layout/hierarchy1"/>
    <dgm:cxn modelId="{D95708FF-D375-43D7-8CA7-264AAC973EA2}" type="presParOf" srcId="{FCA5D89D-E2AF-4C3B-A209-3687500C0380}" destId="{0CED7608-C550-4C74-94AA-17F3A32AC050}" srcOrd="1" destOrd="0" presId="urn:microsoft.com/office/officeart/2005/8/layout/hierarchy1"/>
    <dgm:cxn modelId="{9544BB18-5D13-4E94-880E-6C8CB4558021}" type="presParOf" srcId="{0CED7608-C550-4C74-94AA-17F3A32AC050}" destId="{03734FE5-7933-49A1-A4BA-E7755A5C3529}" srcOrd="0" destOrd="0" presId="urn:microsoft.com/office/officeart/2005/8/layout/hierarchy1"/>
    <dgm:cxn modelId="{F35782FC-EFCA-4E8E-9277-EB7B18D09749}" type="presParOf" srcId="{03734FE5-7933-49A1-A4BA-E7755A5C3529}" destId="{910ACABC-B01A-4343-84E1-6611A3A3466C}" srcOrd="0" destOrd="0" presId="urn:microsoft.com/office/officeart/2005/8/layout/hierarchy1"/>
    <dgm:cxn modelId="{2067B2C9-0DD6-4638-A899-8C13D7913D85}" type="presParOf" srcId="{03734FE5-7933-49A1-A4BA-E7755A5C3529}" destId="{A1E8D938-6DF6-4722-8E04-EC748E7BA465}" srcOrd="1" destOrd="0" presId="urn:microsoft.com/office/officeart/2005/8/layout/hierarchy1"/>
    <dgm:cxn modelId="{4FEF77D8-3EB9-4D2D-A5A4-C051EC435607}" type="presParOf" srcId="{0CED7608-C550-4C74-94AA-17F3A32AC050}" destId="{89FC9D94-51AD-424E-B0D7-D4F48EFB1C2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249E246-902E-4CE3-B573-DC787036FEBC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4CB67A1-91E8-4540-A8E0-DD23FFC4D396}">
      <dgm:prSet/>
      <dgm:spPr/>
      <dgm:t>
        <a:bodyPr/>
        <a:lstStyle/>
        <a:p>
          <a:r>
            <a:rPr lang="en-US"/>
            <a:t>22. YES / NO</a:t>
          </a:r>
        </a:p>
      </dgm:t>
    </dgm:pt>
    <dgm:pt modelId="{8FAD51E1-189C-4834-A649-771580C7B192}" type="parTrans" cxnId="{3988954E-5E8C-47AC-B997-B2520A3978A7}">
      <dgm:prSet/>
      <dgm:spPr/>
      <dgm:t>
        <a:bodyPr/>
        <a:lstStyle/>
        <a:p>
          <a:endParaRPr lang="en-US"/>
        </a:p>
      </dgm:t>
    </dgm:pt>
    <dgm:pt modelId="{86D1033F-1972-4B4E-B7FA-E35AADABB8C5}" type="sibTrans" cxnId="{3988954E-5E8C-47AC-B997-B2520A3978A7}">
      <dgm:prSet/>
      <dgm:spPr/>
      <dgm:t>
        <a:bodyPr/>
        <a:lstStyle/>
        <a:p>
          <a:endParaRPr lang="en-US"/>
        </a:p>
      </dgm:t>
    </dgm:pt>
    <dgm:pt modelId="{127C7510-7921-47A8-85AB-B58B7CAB16FA}">
      <dgm:prSet/>
      <dgm:spPr/>
      <dgm:t>
        <a:bodyPr/>
        <a:lstStyle/>
        <a:p>
          <a:r>
            <a:rPr lang="en-US"/>
            <a:t>“If a system has never been attacked, it is secure.”</a:t>
          </a:r>
        </a:p>
      </dgm:t>
    </dgm:pt>
    <dgm:pt modelId="{CC0507BE-B6F1-4CD4-8B3C-1B2A7771DF2B}" type="parTrans" cxnId="{92FB22B6-828A-4488-BA8B-C042981C61C2}">
      <dgm:prSet/>
      <dgm:spPr/>
      <dgm:t>
        <a:bodyPr/>
        <a:lstStyle/>
        <a:p>
          <a:endParaRPr lang="en-US"/>
        </a:p>
      </dgm:t>
    </dgm:pt>
    <dgm:pt modelId="{4271383C-7640-4F57-9684-56805FE45BCC}" type="sibTrans" cxnId="{92FB22B6-828A-4488-BA8B-C042981C61C2}">
      <dgm:prSet/>
      <dgm:spPr/>
      <dgm:t>
        <a:bodyPr/>
        <a:lstStyle/>
        <a:p>
          <a:endParaRPr lang="en-US"/>
        </a:p>
      </dgm:t>
    </dgm:pt>
    <dgm:pt modelId="{3C176535-D3F7-4537-AFF7-A385EB7E4D10}" type="pres">
      <dgm:prSet presAssocID="{B249E246-902E-4CE3-B573-DC787036FEB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96163BC-4215-468B-906E-E9ABA1CE8C40}" type="pres">
      <dgm:prSet presAssocID="{54CB67A1-91E8-4540-A8E0-DD23FFC4D396}" presName="hierRoot1" presStyleCnt="0"/>
      <dgm:spPr/>
    </dgm:pt>
    <dgm:pt modelId="{494C177A-EEF9-4ED5-B218-9DABB3223725}" type="pres">
      <dgm:prSet presAssocID="{54CB67A1-91E8-4540-A8E0-DD23FFC4D396}" presName="composite" presStyleCnt="0"/>
      <dgm:spPr/>
    </dgm:pt>
    <dgm:pt modelId="{64E55743-B3DE-411D-A86B-9CF88215BBD2}" type="pres">
      <dgm:prSet presAssocID="{54CB67A1-91E8-4540-A8E0-DD23FFC4D396}" presName="background" presStyleLbl="node0" presStyleIdx="0" presStyleCnt="2"/>
      <dgm:spPr/>
    </dgm:pt>
    <dgm:pt modelId="{C24DE758-4D80-40C2-932E-24627DF32FC9}" type="pres">
      <dgm:prSet presAssocID="{54CB67A1-91E8-4540-A8E0-DD23FFC4D396}" presName="text" presStyleLbl="fgAcc0" presStyleIdx="0" presStyleCnt="2">
        <dgm:presLayoutVars>
          <dgm:chPref val="3"/>
        </dgm:presLayoutVars>
      </dgm:prSet>
      <dgm:spPr/>
    </dgm:pt>
    <dgm:pt modelId="{E5D2F8DA-55E3-48AC-85C9-AA59DB6D9555}" type="pres">
      <dgm:prSet presAssocID="{54CB67A1-91E8-4540-A8E0-DD23FFC4D396}" presName="hierChild2" presStyleCnt="0"/>
      <dgm:spPr/>
    </dgm:pt>
    <dgm:pt modelId="{10AD9294-73E0-44F8-8DC1-1E5209B04873}" type="pres">
      <dgm:prSet presAssocID="{127C7510-7921-47A8-85AB-B58B7CAB16FA}" presName="hierRoot1" presStyleCnt="0"/>
      <dgm:spPr/>
    </dgm:pt>
    <dgm:pt modelId="{574A16AB-9742-4724-B92C-085BAFD7B283}" type="pres">
      <dgm:prSet presAssocID="{127C7510-7921-47A8-85AB-B58B7CAB16FA}" presName="composite" presStyleCnt="0"/>
      <dgm:spPr/>
    </dgm:pt>
    <dgm:pt modelId="{6FD21866-3191-4D8A-AE94-B6AD1709BE60}" type="pres">
      <dgm:prSet presAssocID="{127C7510-7921-47A8-85AB-B58B7CAB16FA}" presName="background" presStyleLbl="node0" presStyleIdx="1" presStyleCnt="2"/>
      <dgm:spPr/>
    </dgm:pt>
    <dgm:pt modelId="{1B80CC4C-639D-4297-905A-085AA801FD4E}" type="pres">
      <dgm:prSet presAssocID="{127C7510-7921-47A8-85AB-B58B7CAB16FA}" presName="text" presStyleLbl="fgAcc0" presStyleIdx="1" presStyleCnt="2">
        <dgm:presLayoutVars>
          <dgm:chPref val="3"/>
        </dgm:presLayoutVars>
      </dgm:prSet>
      <dgm:spPr/>
    </dgm:pt>
    <dgm:pt modelId="{0AADF069-32CE-40D4-8CDD-C2465825A793}" type="pres">
      <dgm:prSet presAssocID="{127C7510-7921-47A8-85AB-B58B7CAB16FA}" presName="hierChild2" presStyleCnt="0"/>
      <dgm:spPr/>
    </dgm:pt>
  </dgm:ptLst>
  <dgm:cxnLst>
    <dgm:cxn modelId="{067F3664-E488-474A-A62B-269EDE434666}" type="presOf" srcId="{54CB67A1-91E8-4540-A8E0-DD23FFC4D396}" destId="{C24DE758-4D80-40C2-932E-24627DF32FC9}" srcOrd="0" destOrd="0" presId="urn:microsoft.com/office/officeart/2005/8/layout/hierarchy1"/>
    <dgm:cxn modelId="{8C1D2469-A271-45B4-AD27-DEBE55F961A5}" type="presOf" srcId="{127C7510-7921-47A8-85AB-B58B7CAB16FA}" destId="{1B80CC4C-639D-4297-905A-085AA801FD4E}" srcOrd="0" destOrd="0" presId="urn:microsoft.com/office/officeart/2005/8/layout/hierarchy1"/>
    <dgm:cxn modelId="{3988954E-5E8C-47AC-B997-B2520A3978A7}" srcId="{B249E246-902E-4CE3-B573-DC787036FEBC}" destId="{54CB67A1-91E8-4540-A8E0-DD23FFC4D396}" srcOrd="0" destOrd="0" parTransId="{8FAD51E1-189C-4834-A649-771580C7B192}" sibTransId="{86D1033F-1972-4B4E-B7FA-E35AADABB8C5}"/>
    <dgm:cxn modelId="{80F7EA7B-C32C-4328-ABE9-7BE4B69272E2}" type="presOf" srcId="{B249E246-902E-4CE3-B573-DC787036FEBC}" destId="{3C176535-D3F7-4537-AFF7-A385EB7E4D10}" srcOrd="0" destOrd="0" presId="urn:microsoft.com/office/officeart/2005/8/layout/hierarchy1"/>
    <dgm:cxn modelId="{92FB22B6-828A-4488-BA8B-C042981C61C2}" srcId="{B249E246-902E-4CE3-B573-DC787036FEBC}" destId="{127C7510-7921-47A8-85AB-B58B7CAB16FA}" srcOrd="1" destOrd="0" parTransId="{CC0507BE-B6F1-4CD4-8B3C-1B2A7771DF2B}" sibTransId="{4271383C-7640-4F57-9684-56805FE45BCC}"/>
    <dgm:cxn modelId="{50054AB9-38C7-46DD-9A01-740CBB78DD9E}" type="presParOf" srcId="{3C176535-D3F7-4537-AFF7-A385EB7E4D10}" destId="{B96163BC-4215-468B-906E-E9ABA1CE8C40}" srcOrd="0" destOrd="0" presId="urn:microsoft.com/office/officeart/2005/8/layout/hierarchy1"/>
    <dgm:cxn modelId="{132423A2-75D2-4498-AE6F-2C80FAEF1C5B}" type="presParOf" srcId="{B96163BC-4215-468B-906E-E9ABA1CE8C40}" destId="{494C177A-EEF9-4ED5-B218-9DABB3223725}" srcOrd="0" destOrd="0" presId="urn:microsoft.com/office/officeart/2005/8/layout/hierarchy1"/>
    <dgm:cxn modelId="{4E465B63-0945-4981-8A47-07B296D94166}" type="presParOf" srcId="{494C177A-EEF9-4ED5-B218-9DABB3223725}" destId="{64E55743-B3DE-411D-A86B-9CF88215BBD2}" srcOrd="0" destOrd="0" presId="urn:microsoft.com/office/officeart/2005/8/layout/hierarchy1"/>
    <dgm:cxn modelId="{CBCF4F2F-71F5-4D75-9DF3-A387777192F8}" type="presParOf" srcId="{494C177A-EEF9-4ED5-B218-9DABB3223725}" destId="{C24DE758-4D80-40C2-932E-24627DF32FC9}" srcOrd="1" destOrd="0" presId="urn:microsoft.com/office/officeart/2005/8/layout/hierarchy1"/>
    <dgm:cxn modelId="{77C71DD1-777D-4C54-ABB1-91FF3F1251D5}" type="presParOf" srcId="{B96163BC-4215-468B-906E-E9ABA1CE8C40}" destId="{E5D2F8DA-55E3-48AC-85C9-AA59DB6D9555}" srcOrd="1" destOrd="0" presId="urn:microsoft.com/office/officeart/2005/8/layout/hierarchy1"/>
    <dgm:cxn modelId="{945842FD-80FE-4727-8098-390D6F3C884E}" type="presParOf" srcId="{3C176535-D3F7-4537-AFF7-A385EB7E4D10}" destId="{10AD9294-73E0-44F8-8DC1-1E5209B04873}" srcOrd="1" destOrd="0" presId="urn:microsoft.com/office/officeart/2005/8/layout/hierarchy1"/>
    <dgm:cxn modelId="{969746FE-DF4E-4CE3-8BBB-33E3A4D2F23E}" type="presParOf" srcId="{10AD9294-73E0-44F8-8DC1-1E5209B04873}" destId="{574A16AB-9742-4724-B92C-085BAFD7B283}" srcOrd="0" destOrd="0" presId="urn:microsoft.com/office/officeart/2005/8/layout/hierarchy1"/>
    <dgm:cxn modelId="{CB1835AC-1EAD-4909-9C62-E40550FC5031}" type="presParOf" srcId="{574A16AB-9742-4724-B92C-085BAFD7B283}" destId="{6FD21866-3191-4D8A-AE94-B6AD1709BE60}" srcOrd="0" destOrd="0" presId="urn:microsoft.com/office/officeart/2005/8/layout/hierarchy1"/>
    <dgm:cxn modelId="{86D82156-B1D6-4E9E-AD63-D22300801E3B}" type="presParOf" srcId="{574A16AB-9742-4724-B92C-085BAFD7B283}" destId="{1B80CC4C-639D-4297-905A-085AA801FD4E}" srcOrd="1" destOrd="0" presId="urn:microsoft.com/office/officeart/2005/8/layout/hierarchy1"/>
    <dgm:cxn modelId="{9B5A4653-8221-4130-B44D-C8198B7DCE48}" type="presParOf" srcId="{10AD9294-73E0-44F8-8DC1-1E5209B04873}" destId="{0AADF069-32CE-40D4-8CDD-C2465825A79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839CB1D-8C70-4251-BC76-A6823C7ECA0C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6DA4FEFB-9248-4213-A37E-B8E9A7DEFE3D}">
      <dgm:prSet/>
      <dgm:spPr/>
      <dgm:t>
        <a:bodyPr/>
        <a:lstStyle/>
        <a:p>
          <a:pPr>
            <a:lnSpc>
              <a:spcPct val="100000"/>
            </a:lnSpc>
          </a:pPr>
          <a:r>
            <a:rPr lang="en-NZ"/>
            <a:t>Yes/No</a:t>
          </a:r>
        </a:p>
      </dgm:t>
    </dgm:pt>
    <dgm:pt modelId="{2BB002B1-5CBD-4527-94AB-3BDABBAEA01B}" type="parTrans" cxnId="{6138582F-1EF2-47FE-9700-6D3498FA87F7}">
      <dgm:prSet/>
      <dgm:spPr/>
      <dgm:t>
        <a:bodyPr/>
        <a:lstStyle/>
        <a:p>
          <a:endParaRPr lang="en-NZ"/>
        </a:p>
      </dgm:t>
    </dgm:pt>
    <dgm:pt modelId="{975CEABF-5BA2-47A4-B332-D272B08EA7A4}" type="sibTrans" cxnId="{6138582F-1EF2-47FE-9700-6D3498FA87F7}">
      <dgm:prSet/>
      <dgm:spPr/>
      <dgm:t>
        <a:bodyPr/>
        <a:lstStyle/>
        <a:p>
          <a:endParaRPr lang="en-NZ"/>
        </a:p>
      </dgm:t>
    </dgm:pt>
    <dgm:pt modelId="{0FCFF07F-B806-4ADF-A37E-A3B616505F0C}" type="pres">
      <dgm:prSet presAssocID="{1839CB1D-8C70-4251-BC76-A6823C7ECA0C}" presName="root" presStyleCnt="0">
        <dgm:presLayoutVars>
          <dgm:dir/>
          <dgm:resizeHandles val="exact"/>
        </dgm:presLayoutVars>
      </dgm:prSet>
      <dgm:spPr/>
    </dgm:pt>
    <dgm:pt modelId="{686AB165-493D-4105-B878-EF065F676368}" type="pres">
      <dgm:prSet presAssocID="{1839CB1D-8C70-4251-BC76-A6823C7ECA0C}" presName="container" presStyleCnt="0">
        <dgm:presLayoutVars>
          <dgm:dir/>
          <dgm:resizeHandles val="exact"/>
        </dgm:presLayoutVars>
      </dgm:prSet>
      <dgm:spPr/>
    </dgm:pt>
    <dgm:pt modelId="{3D733703-A998-4224-98FB-E0A08E3CC267}" type="pres">
      <dgm:prSet presAssocID="{6DA4FEFB-9248-4213-A37E-B8E9A7DEFE3D}" presName="compNode" presStyleCnt="0"/>
      <dgm:spPr/>
    </dgm:pt>
    <dgm:pt modelId="{A924DAA9-E861-4900-93EA-233837453E98}" type="pres">
      <dgm:prSet presAssocID="{6DA4FEFB-9248-4213-A37E-B8E9A7DEFE3D}" presName="iconBgRect" presStyleLbl="bgShp" presStyleIdx="0" presStyleCnt="1"/>
      <dgm:spPr/>
    </dgm:pt>
    <dgm:pt modelId="{7CF1973E-1C8F-4CF2-A253-27B680044756}" type="pres">
      <dgm:prSet presAssocID="{6DA4FEFB-9248-4213-A37E-B8E9A7DEFE3D}" presName="iconRect" presStyleLbl="node1" presStyleIdx="0" presStyleCnt="1"/>
      <dgm:spPr/>
    </dgm:pt>
    <dgm:pt modelId="{D62F87D6-C9DC-4CC9-B359-EA7782DB594A}" type="pres">
      <dgm:prSet presAssocID="{6DA4FEFB-9248-4213-A37E-B8E9A7DEFE3D}" presName="spaceRect" presStyleCnt="0"/>
      <dgm:spPr/>
    </dgm:pt>
    <dgm:pt modelId="{1DAC7571-4EDA-4805-A2A8-EDE759175A47}" type="pres">
      <dgm:prSet presAssocID="{6DA4FEFB-9248-4213-A37E-B8E9A7DEFE3D}" presName="textRect" presStyleLbl="revTx" presStyleIdx="0" presStyleCnt="1">
        <dgm:presLayoutVars>
          <dgm:chMax val="1"/>
          <dgm:chPref val="1"/>
        </dgm:presLayoutVars>
      </dgm:prSet>
      <dgm:spPr/>
    </dgm:pt>
  </dgm:ptLst>
  <dgm:cxnLst>
    <dgm:cxn modelId="{6138582F-1EF2-47FE-9700-6D3498FA87F7}" srcId="{1839CB1D-8C70-4251-BC76-A6823C7ECA0C}" destId="{6DA4FEFB-9248-4213-A37E-B8E9A7DEFE3D}" srcOrd="0" destOrd="0" parTransId="{2BB002B1-5CBD-4527-94AB-3BDABBAEA01B}" sibTransId="{975CEABF-5BA2-47A4-B332-D272B08EA7A4}"/>
    <dgm:cxn modelId="{2B193738-10C2-4766-9D04-898D2EE32D2F}" type="presOf" srcId="{1839CB1D-8C70-4251-BC76-A6823C7ECA0C}" destId="{0FCFF07F-B806-4ADF-A37E-A3B616505F0C}" srcOrd="0" destOrd="0" presId="urn:microsoft.com/office/officeart/2018/2/layout/IconCircleList"/>
    <dgm:cxn modelId="{448AFE9F-3E8E-4812-B599-6D5BCFF1FB73}" type="presOf" srcId="{6DA4FEFB-9248-4213-A37E-B8E9A7DEFE3D}" destId="{1DAC7571-4EDA-4805-A2A8-EDE759175A47}" srcOrd="0" destOrd="0" presId="urn:microsoft.com/office/officeart/2018/2/layout/IconCircleList"/>
    <dgm:cxn modelId="{2F58FC86-1276-4500-BB71-FB99BE72DEE0}" type="presParOf" srcId="{0FCFF07F-B806-4ADF-A37E-A3B616505F0C}" destId="{686AB165-493D-4105-B878-EF065F676368}" srcOrd="0" destOrd="0" presId="urn:microsoft.com/office/officeart/2018/2/layout/IconCircleList"/>
    <dgm:cxn modelId="{B133333E-E653-491A-8460-C2ABAD862797}" type="presParOf" srcId="{686AB165-493D-4105-B878-EF065F676368}" destId="{3D733703-A998-4224-98FB-E0A08E3CC267}" srcOrd="0" destOrd="0" presId="urn:microsoft.com/office/officeart/2018/2/layout/IconCircleList"/>
    <dgm:cxn modelId="{E5F218BF-D48A-410A-A214-41B7AB0EF531}" type="presParOf" srcId="{3D733703-A998-4224-98FB-E0A08E3CC267}" destId="{A924DAA9-E861-4900-93EA-233837453E98}" srcOrd="0" destOrd="0" presId="urn:microsoft.com/office/officeart/2018/2/layout/IconCircleList"/>
    <dgm:cxn modelId="{B18BD10B-7828-4030-9B2B-F0E8F6B56CEE}" type="presParOf" srcId="{3D733703-A998-4224-98FB-E0A08E3CC267}" destId="{7CF1973E-1C8F-4CF2-A253-27B680044756}" srcOrd="1" destOrd="0" presId="urn:microsoft.com/office/officeart/2018/2/layout/IconCircleList"/>
    <dgm:cxn modelId="{0BE07778-1CB8-42F4-8715-9873195CCC13}" type="presParOf" srcId="{3D733703-A998-4224-98FB-E0A08E3CC267}" destId="{D62F87D6-C9DC-4CC9-B359-EA7782DB594A}" srcOrd="2" destOrd="0" presId="urn:microsoft.com/office/officeart/2018/2/layout/IconCircleList"/>
    <dgm:cxn modelId="{524A31E9-9EB3-4E61-9C61-77BDAF95D0AB}" type="presParOf" srcId="{3D733703-A998-4224-98FB-E0A08E3CC267}" destId="{1DAC7571-4EDA-4805-A2A8-EDE759175A4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23F1A9D4-A4AD-4ED0-B1D0-2DBFC853BADE}" type="doc">
      <dgm:prSet loTypeId="urn:microsoft.com/office/officeart/2005/8/layout/hierarchy1" loCatId="hierarchy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FD0D09C2-007F-4C23-BC9E-852C31667B35}">
      <dgm:prSet/>
      <dgm:spPr/>
      <dgm:t>
        <a:bodyPr/>
        <a:lstStyle/>
        <a:p>
          <a:r>
            <a:rPr lang="en-US" dirty="0"/>
            <a:t>Why is this risky?</a:t>
          </a:r>
        </a:p>
      </dgm:t>
    </dgm:pt>
    <dgm:pt modelId="{58ABB376-76EB-436C-A761-5FA103533283}" type="parTrans" cxnId="{E9608E97-6DDF-4AA1-81C6-19062FD47DB3}">
      <dgm:prSet/>
      <dgm:spPr/>
      <dgm:t>
        <a:bodyPr/>
        <a:lstStyle/>
        <a:p>
          <a:endParaRPr lang="en-US"/>
        </a:p>
      </dgm:t>
    </dgm:pt>
    <dgm:pt modelId="{C8F4543F-62B9-488A-BAF7-42C663C6E143}" type="sibTrans" cxnId="{E9608E97-6DDF-4AA1-81C6-19062FD47DB3}">
      <dgm:prSet/>
      <dgm:spPr/>
      <dgm:t>
        <a:bodyPr/>
        <a:lstStyle/>
        <a:p>
          <a:endParaRPr lang="en-US"/>
        </a:p>
      </dgm:t>
    </dgm:pt>
    <dgm:pt modelId="{8493A335-3E40-47B6-AE10-598571739197}" type="pres">
      <dgm:prSet presAssocID="{23F1A9D4-A4AD-4ED0-B1D0-2DBFC853BAD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E67D5D5-863B-40F9-939D-E20B26FF5D96}" type="pres">
      <dgm:prSet presAssocID="{FD0D09C2-007F-4C23-BC9E-852C31667B35}" presName="hierRoot1" presStyleCnt="0"/>
      <dgm:spPr/>
    </dgm:pt>
    <dgm:pt modelId="{78D8122E-B991-42FF-8068-37669F6EE9E1}" type="pres">
      <dgm:prSet presAssocID="{FD0D09C2-007F-4C23-BC9E-852C31667B35}" presName="composite" presStyleCnt="0"/>
      <dgm:spPr/>
    </dgm:pt>
    <dgm:pt modelId="{A19CE236-F0C6-42A4-A5C6-5DD94B10F98F}" type="pres">
      <dgm:prSet presAssocID="{FD0D09C2-007F-4C23-BC9E-852C31667B35}" presName="background" presStyleLbl="node0" presStyleIdx="0" presStyleCnt="1"/>
      <dgm:spPr/>
    </dgm:pt>
    <dgm:pt modelId="{B2D580A5-887D-479D-8EA6-952822625908}" type="pres">
      <dgm:prSet presAssocID="{FD0D09C2-007F-4C23-BC9E-852C31667B35}" presName="text" presStyleLbl="fgAcc0" presStyleIdx="0" presStyleCnt="1">
        <dgm:presLayoutVars>
          <dgm:chPref val="3"/>
        </dgm:presLayoutVars>
      </dgm:prSet>
      <dgm:spPr/>
    </dgm:pt>
    <dgm:pt modelId="{4F66CB58-6828-454B-852F-1D1A11EBC97D}" type="pres">
      <dgm:prSet presAssocID="{FD0D09C2-007F-4C23-BC9E-852C31667B35}" presName="hierChild2" presStyleCnt="0"/>
      <dgm:spPr/>
    </dgm:pt>
  </dgm:ptLst>
  <dgm:cxnLst>
    <dgm:cxn modelId="{CD03721C-2E7D-44EA-8D49-9114039D46CF}" type="presOf" srcId="{23F1A9D4-A4AD-4ED0-B1D0-2DBFC853BADE}" destId="{8493A335-3E40-47B6-AE10-598571739197}" srcOrd="0" destOrd="0" presId="urn:microsoft.com/office/officeart/2005/8/layout/hierarchy1"/>
    <dgm:cxn modelId="{34E5624E-CBBF-435C-A201-AB9DC8011BD6}" type="presOf" srcId="{FD0D09C2-007F-4C23-BC9E-852C31667B35}" destId="{B2D580A5-887D-479D-8EA6-952822625908}" srcOrd="0" destOrd="0" presId="urn:microsoft.com/office/officeart/2005/8/layout/hierarchy1"/>
    <dgm:cxn modelId="{E9608E97-6DDF-4AA1-81C6-19062FD47DB3}" srcId="{23F1A9D4-A4AD-4ED0-B1D0-2DBFC853BADE}" destId="{FD0D09C2-007F-4C23-BC9E-852C31667B35}" srcOrd="0" destOrd="0" parTransId="{58ABB376-76EB-436C-A761-5FA103533283}" sibTransId="{C8F4543F-62B9-488A-BAF7-42C663C6E143}"/>
    <dgm:cxn modelId="{252F04E6-9F5F-4494-B0B7-94D0CC8CC03B}" type="presParOf" srcId="{8493A335-3E40-47B6-AE10-598571739197}" destId="{6E67D5D5-863B-40F9-939D-E20B26FF5D96}" srcOrd="0" destOrd="0" presId="urn:microsoft.com/office/officeart/2005/8/layout/hierarchy1"/>
    <dgm:cxn modelId="{3A6BFE20-D440-4605-862B-5BD3C7019ABF}" type="presParOf" srcId="{6E67D5D5-863B-40F9-939D-E20B26FF5D96}" destId="{78D8122E-B991-42FF-8068-37669F6EE9E1}" srcOrd="0" destOrd="0" presId="urn:microsoft.com/office/officeart/2005/8/layout/hierarchy1"/>
    <dgm:cxn modelId="{A6D207B2-1269-4A8B-9F56-3E1307A6050A}" type="presParOf" srcId="{78D8122E-B991-42FF-8068-37669F6EE9E1}" destId="{A19CE236-F0C6-42A4-A5C6-5DD94B10F98F}" srcOrd="0" destOrd="0" presId="urn:microsoft.com/office/officeart/2005/8/layout/hierarchy1"/>
    <dgm:cxn modelId="{F594E4A9-958A-419F-9DF1-C50FA63B4CBF}" type="presParOf" srcId="{78D8122E-B991-42FF-8068-37669F6EE9E1}" destId="{B2D580A5-887D-479D-8EA6-952822625908}" srcOrd="1" destOrd="0" presId="urn:microsoft.com/office/officeart/2005/8/layout/hierarchy1"/>
    <dgm:cxn modelId="{045E839E-C9E3-4C0A-8F52-4564321077A4}" type="presParOf" srcId="{6E67D5D5-863B-40F9-939D-E20B26FF5D96}" destId="{4F66CB58-6828-454B-852F-1D1A11EBC97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AF8C82B5-4E58-4C83-BCEF-5C00B72E7F89}" type="doc">
      <dgm:prSet loTypeId="urn:microsoft.com/office/officeart/2005/8/layout/vList2" loCatId="list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A6F6454-8757-474D-84D8-524E6022A5E6}">
      <dgm:prSet/>
      <dgm:spPr/>
      <dgm:t>
        <a:bodyPr/>
        <a:lstStyle/>
        <a:p>
          <a:r>
            <a:rPr lang="en-US" dirty="0"/>
            <a:t>33. “Rate limiting is a security feature.”</a:t>
          </a:r>
        </a:p>
      </dgm:t>
    </dgm:pt>
    <dgm:pt modelId="{85D0C3AB-E189-44DD-9C40-0FC9767A500A}" type="parTrans" cxnId="{44533A7C-4739-48CE-81E8-ED73C0F5E25A}">
      <dgm:prSet/>
      <dgm:spPr/>
      <dgm:t>
        <a:bodyPr/>
        <a:lstStyle/>
        <a:p>
          <a:endParaRPr lang="en-US"/>
        </a:p>
      </dgm:t>
    </dgm:pt>
    <dgm:pt modelId="{587DA699-225A-40E4-9D88-C7926095ACF9}" type="sibTrans" cxnId="{44533A7C-4739-48CE-81E8-ED73C0F5E25A}">
      <dgm:prSet/>
      <dgm:spPr/>
      <dgm:t>
        <a:bodyPr/>
        <a:lstStyle/>
        <a:p>
          <a:endParaRPr lang="en-US"/>
        </a:p>
      </dgm:t>
    </dgm:pt>
    <dgm:pt modelId="{C47D2F46-4352-472A-9F79-257827632CDB}">
      <dgm:prSet/>
      <dgm:spPr/>
      <dgm:t>
        <a:bodyPr/>
        <a:lstStyle/>
        <a:p>
          <a:r>
            <a:rPr lang="en-US"/>
            <a:t>Yes/No</a:t>
          </a:r>
        </a:p>
      </dgm:t>
    </dgm:pt>
    <dgm:pt modelId="{1AB416B7-240C-46AC-AAD9-064D39C9E780}" type="parTrans" cxnId="{107CC183-616E-4D2B-AC5A-2DD818BB9343}">
      <dgm:prSet/>
      <dgm:spPr/>
      <dgm:t>
        <a:bodyPr/>
        <a:lstStyle/>
        <a:p>
          <a:endParaRPr lang="en-NZ"/>
        </a:p>
      </dgm:t>
    </dgm:pt>
    <dgm:pt modelId="{6F548E67-6F06-4AA5-96CD-7953B6F7F46C}" type="sibTrans" cxnId="{107CC183-616E-4D2B-AC5A-2DD818BB9343}">
      <dgm:prSet/>
      <dgm:spPr/>
      <dgm:t>
        <a:bodyPr/>
        <a:lstStyle/>
        <a:p>
          <a:endParaRPr lang="en-NZ"/>
        </a:p>
      </dgm:t>
    </dgm:pt>
    <dgm:pt modelId="{E97A2DC2-7BF1-47B7-A484-6DB3CF8A66EB}" type="pres">
      <dgm:prSet presAssocID="{AF8C82B5-4E58-4C83-BCEF-5C00B72E7F89}" presName="linear" presStyleCnt="0">
        <dgm:presLayoutVars>
          <dgm:animLvl val="lvl"/>
          <dgm:resizeHandles val="exact"/>
        </dgm:presLayoutVars>
      </dgm:prSet>
      <dgm:spPr/>
    </dgm:pt>
    <dgm:pt modelId="{5519D514-57DB-4247-A80A-FF2D9AA4C77A}" type="pres">
      <dgm:prSet presAssocID="{DA6F6454-8757-474D-84D8-524E6022A5E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6896BEC-ED2A-41F8-9409-262F9BC3C1AD}" type="pres">
      <dgm:prSet presAssocID="{587DA699-225A-40E4-9D88-C7926095ACF9}" presName="spacer" presStyleCnt="0"/>
      <dgm:spPr/>
    </dgm:pt>
    <dgm:pt modelId="{E0553550-D818-4D3F-94E3-C9666877EE6F}" type="pres">
      <dgm:prSet presAssocID="{C47D2F46-4352-472A-9F79-257827632CDB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EE23CD46-90FB-40BC-AFFA-261B3EC15E54}" type="presOf" srcId="{DA6F6454-8757-474D-84D8-524E6022A5E6}" destId="{5519D514-57DB-4247-A80A-FF2D9AA4C77A}" srcOrd="0" destOrd="0" presId="urn:microsoft.com/office/officeart/2005/8/layout/vList2"/>
    <dgm:cxn modelId="{44533A7C-4739-48CE-81E8-ED73C0F5E25A}" srcId="{AF8C82B5-4E58-4C83-BCEF-5C00B72E7F89}" destId="{DA6F6454-8757-474D-84D8-524E6022A5E6}" srcOrd="0" destOrd="0" parTransId="{85D0C3AB-E189-44DD-9C40-0FC9767A500A}" sibTransId="{587DA699-225A-40E4-9D88-C7926095ACF9}"/>
    <dgm:cxn modelId="{107CC183-616E-4D2B-AC5A-2DD818BB9343}" srcId="{AF8C82B5-4E58-4C83-BCEF-5C00B72E7F89}" destId="{C47D2F46-4352-472A-9F79-257827632CDB}" srcOrd="1" destOrd="0" parTransId="{1AB416B7-240C-46AC-AAD9-064D39C9E780}" sibTransId="{6F548E67-6F06-4AA5-96CD-7953B6F7F46C}"/>
    <dgm:cxn modelId="{E468D6E9-E15C-4987-A63A-8C394A5293A3}" type="presOf" srcId="{AF8C82B5-4E58-4C83-BCEF-5C00B72E7F89}" destId="{E97A2DC2-7BF1-47B7-A484-6DB3CF8A66EB}" srcOrd="0" destOrd="0" presId="urn:microsoft.com/office/officeart/2005/8/layout/vList2"/>
    <dgm:cxn modelId="{0ECD7CEC-6C7D-4657-AA35-750665A14326}" type="presOf" srcId="{C47D2F46-4352-472A-9F79-257827632CDB}" destId="{E0553550-D818-4D3F-94E3-C9666877EE6F}" srcOrd="0" destOrd="0" presId="urn:microsoft.com/office/officeart/2005/8/layout/vList2"/>
    <dgm:cxn modelId="{F79DD051-F96A-42FB-A3DB-0733163B0A89}" type="presParOf" srcId="{E97A2DC2-7BF1-47B7-A484-6DB3CF8A66EB}" destId="{5519D514-57DB-4247-A80A-FF2D9AA4C77A}" srcOrd="0" destOrd="0" presId="urn:microsoft.com/office/officeart/2005/8/layout/vList2"/>
    <dgm:cxn modelId="{CEAD407F-E2F6-4B90-AEBB-2EE9657E0E67}" type="presParOf" srcId="{E97A2DC2-7BF1-47B7-A484-6DB3CF8A66EB}" destId="{C6896BEC-ED2A-41F8-9409-262F9BC3C1AD}" srcOrd="1" destOrd="0" presId="urn:microsoft.com/office/officeart/2005/8/layout/vList2"/>
    <dgm:cxn modelId="{36A543D6-8C88-49AC-B16E-23815484EC44}" type="presParOf" srcId="{E97A2DC2-7BF1-47B7-A484-6DB3CF8A66EB}" destId="{E0553550-D818-4D3F-94E3-C9666877EE6F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1F800914-FF56-4303-A489-47A1DDF475C7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15C917E-CB8B-4C0C-BED7-025B00A86A1D}">
      <dgm:prSet/>
      <dgm:spPr/>
      <dgm:t>
        <a:bodyPr/>
        <a:lstStyle/>
        <a:p>
          <a:r>
            <a:rPr lang="en-US" dirty="0"/>
            <a:t>36. “Security is primarily a technical problem.”</a:t>
          </a:r>
        </a:p>
      </dgm:t>
    </dgm:pt>
    <dgm:pt modelId="{59F4BF2B-676B-4296-9252-A4D9457A12B4}" type="parTrans" cxnId="{8575BFC5-19F4-4DAF-A9C5-9DDCB8B6521F}">
      <dgm:prSet/>
      <dgm:spPr/>
      <dgm:t>
        <a:bodyPr/>
        <a:lstStyle/>
        <a:p>
          <a:endParaRPr lang="en-US"/>
        </a:p>
      </dgm:t>
    </dgm:pt>
    <dgm:pt modelId="{AC2ECEC9-7631-4D1F-9663-5AACAEA8F5B1}" type="sibTrans" cxnId="{8575BFC5-19F4-4DAF-A9C5-9DDCB8B6521F}">
      <dgm:prSet/>
      <dgm:spPr/>
      <dgm:t>
        <a:bodyPr/>
        <a:lstStyle/>
        <a:p>
          <a:endParaRPr lang="en-US"/>
        </a:p>
      </dgm:t>
    </dgm:pt>
    <dgm:pt modelId="{B7B264DF-73BD-4CCA-BB0E-5465631A3841}">
      <dgm:prSet/>
      <dgm:spPr/>
      <dgm:t>
        <a:bodyPr/>
        <a:lstStyle/>
        <a:p>
          <a:r>
            <a:rPr lang="en-US" dirty="0"/>
            <a:t>Yes/No</a:t>
          </a:r>
        </a:p>
      </dgm:t>
    </dgm:pt>
    <dgm:pt modelId="{800E874F-BD47-46D6-A83F-9DE2BAF80954}" type="parTrans" cxnId="{50918D61-DB0B-41ED-8D3E-9CF592B36E22}">
      <dgm:prSet/>
      <dgm:spPr/>
      <dgm:t>
        <a:bodyPr/>
        <a:lstStyle/>
        <a:p>
          <a:endParaRPr lang="en-US"/>
        </a:p>
      </dgm:t>
    </dgm:pt>
    <dgm:pt modelId="{33B5FC1C-242E-480B-BAEE-E23D62FBDAB2}" type="sibTrans" cxnId="{50918D61-DB0B-41ED-8D3E-9CF592B36E22}">
      <dgm:prSet/>
      <dgm:spPr/>
      <dgm:t>
        <a:bodyPr/>
        <a:lstStyle/>
        <a:p>
          <a:endParaRPr lang="en-US"/>
        </a:p>
      </dgm:t>
    </dgm:pt>
    <dgm:pt modelId="{C158F6B8-0C52-4A8D-9360-0879132F2E74}" type="pres">
      <dgm:prSet presAssocID="{1F800914-FF56-4303-A489-47A1DDF475C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6A42B1D-5936-43FF-B8C5-F68B86FFF05B}" type="pres">
      <dgm:prSet presAssocID="{515C917E-CB8B-4C0C-BED7-025B00A86A1D}" presName="hierRoot1" presStyleCnt="0"/>
      <dgm:spPr/>
    </dgm:pt>
    <dgm:pt modelId="{68CF8675-AFEA-48C6-8D63-1D98AAA33833}" type="pres">
      <dgm:prSet presAssocID="{515C917E-CB8B-4C0C-BED7-025B00A86A1D}" presName="composite" presStyleCnt="0"/>
      <dgm:spPr/>
    </dgm:pt>
    <dgm:pt modelId="{40069C07-2E59-494D-AD4F-7C223D616851}" type="pres">
      <dgm:prSet presAssocID="{515C917E-CB8B-4C0C-BED7-025B00A86A1D}" presName="background" presStyleLbl="node0" presStyleIdx="0" presStyleCnt="2"/>
      <dgm:spPr/>
    </dgm:pt>
    <dgm:pt modelId="{0816EFC1-5A95-4E06-B3F4-8230CBB0B5A7}" type="pres">
      <dgm:prSet presAssocID="{515C917E-CB8B-4C0C-BED7-025B00A86A1D}" presName="text" presStyleLbl="fgAcc0" presStyleIdx="0" presStyleCnt="2">
        <dgm:presLayoutVars>
          <dgm:chPref val="3"/>
        </dgm:presLayoutVars>
      </dgm:prSet>
      <dgm:spPr/>
    </dgm:pt>
    <dgm:pt modelId="{95918D90-EDFB-435F-8E37-7D09725F7CC2}" type="pres">
      <dgm:prSet presAssocID="{515C917E-CB8B-4C0C-BED7-025B00A86A1D}" presName="hierChild2" presStyleCnt="0"/>
      <dgm:spPr/>
    </dgm:pt>
    <dgm:pt modelId="{C25D0B6C-170E-4213-9AE4-BA41CF94CBD5}" type="pres">
      <dgm:prSet presAssocID="{B7B264DF-73BD-4CCA-BB0E-5465631A3841}" presName="hierRoot1" presStyleCnt="0"/>
      <dgm:spPr/>
    </dgm:pt>
    <dgm:pt modelId="{97B44AD3-9A1C-4A19-AB88-FBB706085D3F}" type="pres">
      <dgm:prSet presAssocID="{B7B264DF-73BD-4CCA-BB0E-5465631A3841}" presName="composite" presStyleCnt="0"/>
      <dgm:spPr/>
    </dgm:pt>
    <dgm:pt modelId="{501035B3-1088-48B9-A5DD-83E568AF331C}" type="pres">
      <dgm:prSet presAssocID="{B7B264DF-73BD-4CCA-BB0E-5465631A3841}" presName="background" presStyleLbl="node0" presStyleIdx="1" presStyleCnt="2"/>
      <dgm:spPr/>
    </dgm:pt>
    <dgm:pt modelId="{24D9EA1D-9D25-49CB-A804-3D8EE8FD0D28}" type="pres">
      <dgm:prSet presAssocID="{B7B264DF-73BD-4CCA-BB0E-5465631A3841}" presName="text" presStyleLbl="fgAcc0" presStyleIdx="1" presStyleCnt="2">
        <dgm:presLayoutVars>
          <dgm:chPref val="3"/>
        </dgm:presLayoutVars>
      </dgm:prSet>
      <dgm:spPr/>
    </dgm:pt>
    <dgm:pt modelId="{ABCDBC23-13A4-475E-859E-4C66E0CF4899}" type="pres">
      <dgm:prSet presAssocID="{B7B264DF-73BD-4CCA-BB0E-5465631A3841}" presName="hierChild2" presStyleCnt="0"/>
      <dgm:spPr/>
    </dgm:pt>
  </dgm:ptLst>
  <dgm:cxnLst>
    <dgm:cxn modelId="{50918D61-DB0B-41ED-8D3E-9CF592B36E22}" srcId="{1F800914-FF56-4303-A489-47A1DDF475C7}" destId="{B7B264DF-73BD-4CCA-BB0E-5465631A3841}" srcOrd="1" destOrd="0" parTransId="{800E874F-BD47-46D6-A83F-9DE2BAF80954}" sibTransId="{33B5FC1C-242E-480B-BAEE-E23D62FBDAB2}"/>
    <dgm:cxn modelId="{0878364B-6BF8-4E28-A2AF-5F6D474F6805}" type="presOf" srcId="{B7B264DF-73BD-4CCA-BB0E-5465631A3841}" destId="{24D9EA1D-9D25-49CB-A804-3D8EE8FD0D28}" srcOrd="0" destOrd="0" presId="urn:microsoft.com/office/officeart/2005/8/layout/hierarchy1"/>
    <dgm:cxn modelId="{DE56116E-66D8-4DCE-9710-8008D0529C19}" type="presOf" srcId="{1F800914-FF56-4303-A489-47A1DDF475C7}" destId="{C158F6B8-0C52-4A8D-9360-0879132F2E74}" srcOrd="0" destOrd="0" presId="urn:microsoft.com/office/officeart/2005/8/layout/hierarchy1"/>
    <dgm:cxn modelId="{8575BFC5-19F4-4DAF-A9C5-9DDCB8B6521F}" srcId="{1F800914-FF56-4303-A489-47A1DDF475C7}" destId="{515C917E-CB8B-4C0C-BED7-025B00A86A1D}" srcOrd="0" destOrd="0" parTransId="{59F4BF2B-676B-4296-9252-A4D9457A12B4}" sibTransId="{AC2ECEC9-7631-4D1F-9663-5AACAEA8F5B1}"/>
    <dgm:cxn modelId="{E4E9C9E4-7F06-4512-B36E-18C45E35C305}" type="presOf" srcId="{515C917E-CB8B-4C0C-BED7-025B00A86A1D}" destId="{0816EFC1-5A95-4E06-B3F4-8230CBB0B5A7}" srcOrd="0" destOrd="0" presId="urn:microsoft.com/office/officeart/2005/8/layout/hierarchy1"/>
    <dgm:cxn modelId="{6EA9A3A4-6AF7-48A8-A0F5-D64A0BE305E0}" type="presParOf" srcId="{C158F6B8-0C52-4A8D-9360-0879132F2E74}" destId="{16A42B1D-5936-43FF-B8C5-F68B86FFF05B}" srcOrd="0" destOrd="0" presId="urn:microsoft.com/office/officeart/2005/8/layout/hierarchy1"/>
    <dgm:cxn modelId="{B351D8B0-7E76-4272-8902-68245B47B3C0}" type="presParOf" srcId="{16A42B1D-5936-43FF-B8C5-F68B86FFF05B}" destId="{68CF8675-AFEA-48C6-8D63-1D98AAA33833}" srcOrd="0" destOrd="0" presId="urn:microsoft.com/office/officeart/2005/8/layout/hierarchy1"/>
    <dgm:cxn modelId="{F2B3BF7D-EA6B-4C53-A54E-62D863E29A17}" type="presParOf" srcId="{68CF8675-AFEA-48C6-8D63-1D98AAA33833}" destId="{40069C07-2E59-494D-AD4F-7C223D616851}" srcOrd="0" destOrd="0" presId="urn:microsoft.com/office/officeart/2005/8/layout/hierarchy1"/>
    <dgm:cxn modelId="{F4DCA685-CA59-4595-B3B5-A166B039247A}" type="presParOf" srcId="{68CF8675-AFEA-48C6-8D63-1D98AAA33833}" destId="{0816EFC1-5A95-4E06-B3F4-8230CBB0B5A7}" srcOrd="1" destOrd="0" presId="urn:microsoft.com/office/officeart/2005/8/layout/hierarchy1"/>
    <dgm:cxn modelId="{8B40EF57-C30A-4559-8DE0-4D35C47296C1}" type="presParOf" srcId="{16A42B1D-5936-43FF-B8C5-F68B86FFF05B}" destId="{95918D90-EDFB-435F-8E37-7D09725F7CC2}" srcOrd="1" destOrd="0" presId="urn:microsoft.com/office/officeart/2005/8/layout/hierarchy1"/>
    <dgm:cxn modelId="{695EC9AB-029C-4C6B-A3F9-00006DDF2B9C}" type="presParOf" srcId="{C158F6B8-0C52-4A8D-9360-0879132F2E74}" destId="{C25D0B6C-170E-4213-9AE4-BA41CF94CBD5}" srcOrd="1" destOrd="0" presId="urn:microsoft.com/office/officeart/2005/8/layout/hierarchy1"/>
    <dgm:cxn modelId="{464C32A2-CD02-42DB-A561-ED4662995F68}" type="presParOf" srcId="{C25D0B6C-170E-4213-9AE4-BA41CF94CBD5}" destId="{97B44AD3-9A1C-4A19-AB88-FBB706085D3F}" srcOrd="0" destOrd="0" presId="urn:microsoft.com/office/officeart/2005/8/layout/hierarchy1"/>
    <dgm:cxn modelId="{698CC57D-1944-4E6B-A482-3F2F6D05CA41}" type="presParOf" srcId="{97B44AD3-9A1C-4A19-AB88-FBB706085D3F}" destId="{501035B3-1088-48B9-A5DD-83E568AF331C}" srcOrd="0" destOrd="0" presId="urn:microsoft.com/office/officeart/2005/8/layout/hierarchy1"/>
    <dgm:cxn modelId="{F97B18EC-501D-47D8-9FFF-611687A8D3A2}" type="presParOf" srcId="{97B44AD3-9A1C-4A19-AB88-FBB706085D3F}" destId="{24D9EA1D-9D25-49CB-A804-3D8EE8FD0D28}" srcOrd="1" destOrd="0" presId="urn:microsoft.com/office/officeart/2005/8/layout/hierarchy1"/>
    <dgm:cxn modelId="{83C8CC98-B848-413B-B1D0-C6AF4053B13F}" type="presParOf" srcId="{C25D0B6C-170E-4213-9AE4-BA41CF94CBD5}" destId="{ABCDBC23-13A4-475E-859E-4C66E0CF489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A877F4D2-9F2C-4AAF-9AA1-A6782536F25E}" type="doc">
      <dgm:prSet loTypeId="urn:microsoft.com/office/officeart/2005/8/layout/vProcess5" loCatId="process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D6B979B5-B9D9-4BAA-B810-A52FCCB6B359}">
      <dgm:prSet custT="1"/>
      <dgm:spPr/>
      <dgm:t>
        <a:bodyPr/>
        <a:lstStyle/>
        <a:p>
          <a:r>
            <a:rPr lang="en-US" sz="1800" dirty="0"/>
            <a:t>39. “If attackers are skilled enough, security doesn’t matter.”</a:t>
          </a:r>
        </a:p>
      </dgm:t>
    </dgm:pt>
    <dgm:pt modelId="{F7E4CEBB-D5BA-4954-A040-DBF5578BF53A}" type="parTrans" cxnId="{47EE7397-2BC3-4A17-A0DC-FB36853A5207}">
      <dgm:prSet/>
      <dgm:spPr/>
      <dgm:t>
        <a:bodyPr/>
        <a:lstStyle/>
        <a:p>
          <a:endParaRPr lang="en-US"/>
        </a:p>
      </dgm:t>
    </dgm:pt>
    <dgm:pt modelId="{0E26A05D-A1E2-498E-A094-498524F7EC63}" type="sibTrans" cxnId="{47EE7397-2BC3-4A17-A0DC-FB36853A5207}">
      <dgm:prSet/>
      <dgm:spPr/>
      <dgm:t>
        <a:bodyPr/>
        <a:lstStyle/>
        <a:p>
          <a:endParaRPr lang="en-US"/>
        </a:p>
      </dgm:t>
    </dgm:pt>
    <dgm:pt modelId="{0827BB91-A681-48E2-8B94-1753175E72C5}">
      <dgm:prSet/>
      <dgm:spPr/>
      <dgm:t>
        <a:bodyPr/>
        <a:lstStyle/>
        <a:p>
          <a:r>
            <a:rPr lang="en-US"/>
            <a:t>Yes/No</a:t>
          </a:r>
        </a:p>
      </dgm:t>
    </dgm:pt>
    <dgm:pt modelId="{A529C474-B2E9-444E-BD7E-289FAFBD5E24}" type="parTrans" cxnId="{9A2CC493-CE59-4830-92A4-B5DCEE3CAB62}">
      <dgm:prSet/>
      <dgm:spPr/>
      <dgm:t>
        <a:bodyPr/>
        <a:lstStyle/>
        <a:p>
          <a:endParaRPr lang="en-NZ"/>
        </a:p>
      </dgm:t>
    </dgm:pt>
    <dgm:pt modelId="{28DAB51C-0B97-49DF-AFA4-C1D6E0B9F539}" type="sibTrans" cxnId="{9A2CC493-CE59-4830-92A4-B5DCEE3CAB62}">
      <dgm:prSet/>
      <dgm:spPr/>
      <dgm:t>
        <a:bodyPr/>
        <a:lstStyle/>
        <a:p>
          <a:endParaRPr lang="en-NZ"/>
        </a:p>
      </dgm:t>
    </dgm:pt>
    <dgm:pt modelId="{632664B5-4D3B-4D58-971A-CC882B4D6B63}" type="pres">
      <dgm:prSet presAssocID="{A877F4D2-9F2C-4AAF-9AA1-A6782536F25E}" presName="outerComposite" presStyleCnt="0">
        <dgm:presLayoutVars>
          <dgm:chMax val="5"/>
          <dgm:dir/>
          <dgm:resizeHandles val="exact"/>
        </dgm:presLayoutVars>
      </dgm:prSet>
      <dgm:spPr/>
    </dgm:pt>
    <dgm:pt modelId="{2FDE486E-F796-4CE5-AB04-DA95EA380D9C}" type="pres">
      <dgm:prSet presAssocID="{A877F4D2-9F2C-4AAF-9AA1-A6782536F25E}" presName="dummyMaxCanvas" presStyleCnt="0">
        <dgm:presLayoutVars/>
      </dgm:prSet>
      <dgm:spPr/>
    </dgm:pt>
    <dgm:pt modelId="{A7F1637E-3549-4B24-AF44-376DA93322A3}" type="pres">
      <dgm:prSet presAssocID="{A877F4D2-9F2C-4AAF-9AA1-A6782536F25E}" presName="TwoNodes_1" presStyleLbl="node1" presStyleIdx="0" presStyleCnt="2">
        <dgm:presLayoutVars>
          <dgm:bulletEnabled val="1"/>
        </dgm:presLayoutVars>
      </dgm:prSet>
      <dgm:spPr/>
    </dgm:pt>
    <dgm:pt modelId="{4097DEAB-9F02-46CF-815C-B7F1011B2C99}" type="pres">
      <dgm:prSet presAssocID="{A877F4D2-9F2C-4AAF-9AA1-A6782536F25E}" presName="TwoNodes_2" presStyleLbl="node1" presStyleIdx="1" presStyleCnt="2">
        <dgm:presLayoutVars>
          <dgm:bulletEnabled val="1"/>
        </dgm:presLayoutVars>
      </dgm:prSet>
      <dgm:spPr/>
    </dgm:pt>
    <dgm:pt modelId="{2D08A081-0082-4484-B60B-66A79E6CF6BF}" type="pres">
      <dgm:prSet presAssocID="{A877F4D2-9F2C-4AAF-9AA1-A6782536F25E}" presName="TwoConn_1-2" presStyleLbl="fgAccFollowNode1" presStyleIdx="0" presStyleCnt="1">
        <dgm:presLayoutVars>
          <dgm:bulletEnabled val="1"/>
        </dgm:presLayoutVars>
      </dgm:prSet>
      <dgm:spPr/>
    </dgm:pt>
    <dgm:pt modelId="{5B861CE1-461A-4D2E-A3DC-596EEA5BFF17}" type="pres">
      <dgm:prSet presAssocID="{A877F4D2-9F2C-4AAF-9AA1-A6782536F25E}" presName="TwoNodes_1_text" presStyleLbl="node1" presStyleIdx="1" presStyleCnt="2">
        <dgm:presLayoutVars>
          <dgm:bulletEnabled val="1"/>
        </dgm:presLayoutVars>
      </dgm:prSet>
      <dgm:spPr/>
    </dgm:pt>
    <dgm:pt modelId="{98D5C0A7-414C-48E0-BD62-172904EA523C}" type="pres">
      <dgm:prSet presAssocID="{A877F4D2-9F2C-4AAF-9AA1-A6782536F25E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62326801-FB12-4FA8-A9CE-23A76CD25A91}" type="presOf" srcId="{0E26A05D-A1E2-498E-A094-498524F7EC63}" destId="{2D08A081-0082-4484-B60B-66A79E6CF6BF}" srcOrd="0" destOrd="0" presId="urn:microsoft.com/office/officeart/2005/8/layout/vProcess5"/>
    <dgm:cxn modelId="{57D3E36D-861B-4861-A44B-7DD43AD6EE28}" type="presOf" srcId="{A877F4D2-9F2C-4AAF-9AA1-A6782536F25E}" destId="{632664B5-4D3B-4D58-971A-CC882B4D6B63}" srcOrd="0" destOrd="0" presId="urn:microsoft.com/office/officeart/2005/8/layout/vProcess5"/>
    <dgm:cxn modelId="{6F090E59-68F6-468B-878F-177A4EB91D90}" type="presOf" srcId="{0827BB91-A681-48E2-8B94-1753175E72C5}" destId="{98D5C0A7-414C-48E0-BD62-172904EA523C}" srcOrd="1" destOrd="0" presId="urn:microsoft.com/office/officeart/2005/8/layout/vProcess5"/>
    <dgm:cxn modelId="{1E737E7D-04D4-43F4-B0E4-4AC4E54E2101}" type="presOf" srcId="{D6B979B5-B9D9-4BAA-B810-A52FCCB6B359}" destId="{5B861CE1-461A-4D2E-A3DC-596EEA5BFF17}" srcOrd="1" destOrd="0" presId="urn:microsoft.com/office/officeart/2005/8/layout/vProcess5"/>
    <dgm:cxn modelId="{0FA39989-99B8-43D9-97BA-2F989DA7916E}" type="presOf" srcId="{D6B979B5-B9D9-4BAA-B810-A52FCCB6B359}" destId="{A7F1637E-3549-4B24-AF44-376DA93322A3}" srcOrd="0" destOrd="0" presId="urn:microsoft.com/office/officeart/2005/8/layout/vProcess5"/>
    <dgm:cxn modelId="{9A2CC493-CE59-4830-92A4-B5DCEE3CAB62}" srcId="{A877F4D2-9F2C-4AAF-9AA1-A6782536F25E}" destId="{0827BB91-A681-48E2-8B94-1753175E72C5}" srcOrd="1" destOrd="0" parTransId="{A529C474-B2E9-444E-BD7E-289FAFBD5E24}" sibTransId="{28DAB51C-0B97-49DF-AFA4-C1D6E0B9F539}"/>
    <dgm:cxn modelId="{47EE7397-2BC3-4A17-A0DC-FB36853A5207}" srcId="{A877F4D2-9F2C-4AAF-9AA1-A6782536F25E}" destId="{D6B979B5-B9D9-4BAA-B810-A52FCCB6B359}" srcOrd="0" destOrd="0" parTransId="{F7E4CEBB-D5BA-4954-A040-DBF5578BF53A}" sibTransId="{0E26A05D-A1E2-498E-A094-498524F7EC63}"/>
    <dgm:cxn modelId="{521C79D0-E795-4008-B76A-6645C2433BE6}" type="presOf" srcId="{0827BB91-A681-48E2-8B94-1753175E72C5}" destId="{4097DEAB-9F02-46CF-815C-B7F1011B2C99}" srcOrd="0" destOrd="0" presId="urn:microsoft.com/office/officeart/2005/8/layout/vProcess5"/>
    <dgm:cxn modelId="{410CA8FA-23BB-465C-B181-821DC820962B}" type="presParOf" srcId="{632664B5-4D3B-4D58-971A-CC882B4D6B63}" destId="{2FDE486E-F796-4CE5-AB04-DA95EA380D9C}" srcOrd="0" destOrd="0" presId="urn:microsoft.com/office/officeart/2005/8/layout/vProcess5"/>
    <dgm:cxn modelId="{EF8A1C7D-5421-46B1-A8D5-5A50950097BF}" type="presParOf" srcId="{632664B5-4D3B-4D58-971A-CC882B4D6B63}" destId="{A7F1637E-3549-4B24-AF44-376DA93322A3}" srcOrd="1" destOrd="0" presId="urn:microsoft.com/office/officeart/2005/8/layout/vProcess5"/>
    <dgm:cxn modelId="{169FAA6C-1B9E-4239-8649-D9C0A8A038A2}" type="presParOf" srcId="{632664B5-4D3B-4D58-971A-CC882B4D6B63}" destId="{4097DEAB-9F02-46CF-815C-B7F1011B2C99}" srcOrd="2" destOrd="0" presId="urn:microsoft.com/office/officeart/2005/8/layout/vProcess5"/>
    <dgm:cxn modelId="{9855511B-15A8-4FD2-9027-7933A9E66BC1}" type="presParOf" srcId="{632664B5-4D3B-4D58-971A-CC882B4D6B63}" destId="{2D08A081-0082-4484-B60B-66A79E6CF6BF}" srcOrd="3" destOrd="0" presId="urn:microsoft.com/office/officeart/2005/8/layout/vProcess5"/>
    <dgm:cxn modelId="{CF31BADA-C9B8-4077-A71C-4498121028AD}" type="presParOf" srcId="{632664B5-4D3B-4D58-971A-CC882B4D6B63}" destId="{5B861CE1-461A-4D2E-A3DC-596EEA5BFF17}" srcOrd="4" destOrd="0" presId="urn:microsoft.com/office/officeart/2005/8/layout/vProcess5"/>
    <dgm:cxn modelId="{56853CBC-1C2B-4E80-A957-1D63A9B99E51}" type="presParOf" srcId="{632664B5-4D3B-4D58-971A-CC882B4D6B63}" destId="{98D5C0A7-414C-48E0-BD62-172904EA523C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6249F3A9-0146-453A-8499-D57957A1E210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190E986-78AB-4AB0-8F7F-FDA316FFEDBB}">
      <dgm:prSet/>
      <dgm:spPr/>
      <dgm:t>
        <a:bodyPr/>
        <a:lstStyle/>
        <a:p>
          <a:r>
            <a:rPr lang="en-US"/>
            <a:t>A. Pen testing</a:t>
          </a:r>
        </a:p>
      </dgm:t>
    </dgm:pt>
    <dgm:pt modelId="{00661BA1-2FE6-47EB-9B4D-246EC7F7C39C}" type="parTrans" cxnId="{5A6B057A-AF52-45AC-B47B-4B06AA5F6FCF}">
      <dgm:prSet/>
      <dgm:spPr/>
      <dgm:t>
        <a:bodyPr/>
        <a:lstStyle/>
        <a:p>
          <a:endParaRPr lang="en-US"/>
        </a:p>
      </dgm:t>
    </dgm:pt>
    <dgm:pt modelId="{94B86EB8-A12E-417F-B149-243149B0C673}" type="sibTrans" cxnId="{5A6B057A-AF52-45AC-B47B-4B06AA5F6FCF}">
      <dgm:prSet/>
      <dgm:spPr/>
      <dgm:t>
        <a:bodyPr/>
        <a:lstStyle/>
        <a:p>
          <a:endParaRPr lang="en-US"/>
        </a:p>
      </dgm:t>
    </dgm:pt>
    <dgm:pt modelId="{04BF702D-67D9-4E00-A00D-33DD002DB00F}">
      <dgm:prSet/>
      <dgm:spPr/>
      <dgm:t>
        <a:bodyPr/>
        <a:lstStyle/>
        <a:p>
          <a:r>
            <a:rPr lang="en-US"/>
            <a:t>B. Threat modeling</a:t>
          </a:r>
        </a:p>
      </dgm:t>
    </dgm:pt>
    <dgm:pt modelId="{BBDB40F8-3088-4673-98FC-05323AF5FC62}" type="parTrans" cxnId="{D68540ED-DD7D-4B06-9B00-B52A41E3996B}">
      <dgm:prSet/>
      <dgm:spPr/>
      <dgm:t>
        <a:bodyPr/>
        <a:lstStyle/>
        <a:p>
          <a:endParaRPr lang="en-US"/>
        </a:p>
      </dgm:t>
    </dgm:pt>
    <dgm:pt modelId="{8C2B49FF-4BBA-42F5-8AAE-4CF765B9FDAF}" type="sibTrans" cxnId="{D68540ED-DD7D-4B06-9B00-B52A41E3996B}">
      <dgm:prSet/>
      <dgm:spPr/>
      <dgm:t>
        <a:bodyPr/>
        <a:lstStyle/>
        <a:p>
          <a:endParaRPr lang="en-US"/>
        </a:p>
      </dgm:t>
    </dgm:pt>
    <dgm:pt modelId="{14FA25D1-F3FB-4494-BBB0-DA2737050BC0}">
      <dgm:prSet/>
      <dgm:spPr/>
      <dgm:t>
        <a:bodyPr/>
        <a:lstStyle/>
        <a:p>
          <a:r>
            <a:rPr lang="en-US"/>
            <a:t>C. Incident response</a:t>
          </a:r>
        </a:p>
      </dgm:t>
    </dgm:pt>
    <dgm:pt modelId="{B8AC07D2-31BE-42E8-80BB-C1210EBE3A35}" type="parTrans" cxnId="{06DF6008-65C6-4D7B-A8CC-71E6DF7D4424}">
      <dgm:prSet/>
      <dgm:spPr/>
      <dgm:t>
        <a:bodyPr/>
        <a:lstStyle/>
        <a:p>
          <a:endParaRPr lang="en-US"/>
        </a:p>
      </dgm:t>
    </dgm:pt>
    <dgm:pt modelId="{DBE66656-59BF-43A8-A47E-E31CC65EF378}" type="sibTrans" cxnId="{06DF6008-65C6-4D7B-A8CC-71E6DF7D4424}">
      <dgm:prSet/>
      <dgm:spPr/>
      <dgm:t>
        <a:bodyPr/>
        <a:lstStyle/>
        <a:p>
          <a:endParaRPr lang="en-US"/>
        </a:p>
      </dgm:t>
    </dgm:pt>
    <dgm:pt modelId="{A8C34EBB-DEB2-421C-B990-F3DEB6B5B9CF}">
      <dgm:prSet/>
      <dgm:spPr/>
      <dgm:t>
        <a:bodyPr/>
        <a:lstStyle/>
        <a:p>
          <a:r>
            <a:rPr lang="en-US"/>
            <a:t>D. Forensics</a:t>
          </a:r>
        </a:p>
      </dgm:t>
    </dgm:pt>
    <dgm:pt modelId="{80525379-1B28-4254-9ED9-E749DDA64057}" type="parTrans" cxnId="{1E9B2835-F6E6-4953-BBA5-E85CD8800892}">
      <dgm:prSet/>
      <dgm:spPr/>
      <dgm:t>
        <a:bodyPr/>
        <a:lstStyle/>
        <a:p>
          <a:endParaRPr lang="en-US"/>
        </a:p>
      </dgm:t>
    </dgm:pt>
    <dgm:pt modelId="{F492FD65-7EBA-4335-9047-464D270AAAC9}" type="sibTrans" cxnId="{1E9B2835-F6E6-4953-BBA5-E85CD8800892}">
      <dgm:prSet/>
      <dgm:spPr/>
      <dgm:t>
        <a:bodyPr/>
        <a:lstStyle/>
        <a:p>
          <a:endParaRPr lang="en-US"/>
        </a:p>
      </dgm:t>
    </dgm:pt>
    <dgm:pt modelId="{DBEECD26-E571-471C-8920-AD45B875C224}" type="pres">
      <dgm:prSet presAssocID="{6249F3A9-0146-453A-8499-D57957A1E210}" presName="linear" presStyleCnt="0">
        <dgm:presLayoutVars>
          <dgm:dir/>
          <dgm:animLvl val="lvl"/>
          <dgm:resizeHandles val="exact"/>
        </dgm:presLayoutVars>
      </dgm:prSet>
      <dgm:spPr/>
    </dgm:pt>
    <dgm:pt modelId="{AC61434A-A4C1-4DE1-9A51-16D1481701C1}" type="pres">
      <dgm:prSet presAssocID="{0190E986-78AB-4AB0-8F7F-FDA316FFEDBB}" presName="parentLin" presStyleCnt="0"/>
      <dgm:spPr/>
    </dgm:pt>
    <dgm:pt modelId="{371A9C77-D37D-49F1-A668-A2C612C671E3}" type="pres">
      <dgm:prSet presAssocID="{0190E986-78AB-4AB0-8F7F-FDA316FFEDBB}" presName="parentLeftMargin" presStyleLbl="node1" presStyleIdx="0" presStyleCnt="4"/>
      <dgm:spPr/>
    </dgm:pt>
    <dgm:pt modelId="{75310A0E-D7F2-4D2F-8F2C-CBDAC3A68363}" type="pres">
      <dgm:prSet presAssocID="{0190E986-78AB-4AB0-8F7F-FDA316FFEDB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89E548A-A013-4136-80C7-D9C4F074405E}" type="pres">
      <dgm:prSet presAssocID="{0190E986-78AB-4AB0-8F7F-FDA316FFEDBB}" presName="negativeSpace" presStyleCnt="0"/>
      <dgm:spPr/>
    </dgm:pt>
    <dgm:pt modelId="{2163CF79-96DF-4F15-AD33-40E09EBBFD9C}" type="pres">
      <dgm:prSet presAssocID="{0190E986-78AB-4AB0-8F7F-FDA316FFEDBB}" presName="childText" presStyleLbl="conFgAcc1" presStyleIdx="0" presStyleCnt="4">
        <dgm:presLayoutVars>
          <dgm:bulletEnabled val="1"/>
        </dgm:presLayoutVars>
      </dgm:prSet>
      <dgm:spPr/>
    </dgm:pt>
    <dgm:pt modelId="{A5AA5053-5663-429D-97E4-741413D0A53F}" type="pres">
      <dgm:prSet presAssocID="{94B86EB8-A12E-417F-B149-243149B0C673}" presName="spaceBetweenRectangles" presStyleCnt="0"/>
      <dgm:spPr/>
    </dgm:pt>
    <dgm:pt modelId="{AE8E1520-20F5-47CF-BED8-9066BC230EC1}" type="pres">
      <dgm:prSet presAssocID="{04BF702D-67D9-4E00-A00D-33DD002DB00F}" presName="parentLin" presStyleCnt="0"/>
      <dgm:spPr/>
    </dgm:pt>
    <dgm:pt modelId="{C364D52A-CD94-4A01-A6B4-3E0A648C155B}" type="pres">
      <dgm:prSet presAssocID="{04BF702D-67D9-4E00-A00D-33DD002DB00F}" presName="parentLeftMargin" presStyleLbl="node1" presStyleIdx="0" presStyleCnt="4"/>
      <dgm:spPr/>
    </dgm:pt>
    <dgm:pt modelId="{A08E5B7F-9A7F-4DCC-8359-A1F366AC9E2D}" type="pres">
      <dgm:prSet presAssocID="{04BF702D-67D9-4E00-A00D-33DD002DB00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1978929-A978-4CB3-85B5-99AD73F4DFFE}" type="pres">
      <dgm:prSet presAssocID="{04BF702D-67D9-4E00-A00D-33DD002DB00F}" presName="negativeSpace" presStyleCnt="0"/>
      <dgm:spPr/>
    </dgm:pt>
    <dgm:pt modelId="{DB3DCA74-8D51-46B7-B9A1-CEFF0D32E0C7}" type="pres">
      <dgm:prSet presAssocID="{04BF702D-67D9-4E00-A00D-33DD002DB00F}" presName="childText" presStyleLbl="conFgAcc1" presStyleIdx="1" presStyleCnt="4">
        <dgm:presLayoutVars>
          <dgm:bulletEnabled val="1"/>
        </dgm:presLayoutVars>
      </dgm:prSet>
      <dgm:spPr/>
    </dgm:pt>
    <dgm:pt modelId="{2D6E0A83-2139-418F-B9AB-6B06F63D0F6D}" type="pres">
      <dgm:prSet presAssocID="{8C2B49FF-4BBA-42F5-8AAE-4CF765B9FDAF}" presName="spaceBetweenRectangles" presStyleCnt="0"/>
      <dgm:spPr/>
    </dgm:pt>
    <dgm:pt modelId="{8F0019B9-6AB7-4084-845A-603164253237}" type="pres">
      <dgm:prSet presAssocID="{14FA25D1-F3FB-4494-BBB0-DA2737050BC0}" presName="parentLin" presStyleCnt="0"/>
      <dgm:spPr/>
    </dgm:pt>
    <dgm:pt modelId="{DAF4E1F3-FC68-4232-B435-0830A022E8E2}" type="pres">
      <dgm:prSet presAssocID="{14FA25D1-F3FB-4494-BBB0-DA2737050BC0}" presName="parentLeftMargin" presStyleLbl="node1" presStyleIdx="1" presStyleCnt="4"/>
      <dgm:spPr/>
    </dgm:pt>
    <dgm:pt modelId="{9DD969DB-B7CA-4AD2-A255-CA46C964C921}" type="pres">
      <dgm:prSet presAssocID="{14FA25D1-F3FB-4494-BBB0-DA2737050BC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AAE358B-1475-4417-8CB1-2C69D6C59EE7}" type="pres">
      <dgm:prSet presAssocID="{14FA25D1-F3FB-4494-BBB0-DA2737050BC0}" presName="negativeSpace" presStyleCnt="0"/>
      <dgm:spPr/>
    </dgm:pt>
    <dgm:pt modelId="{0C6C51EE-F16F-4FDE-86D6-74A45A165B94}" type="pres">
      <dgm:prSet presAssocID="{14FA25D1-F3FB-4494-BBB0-DA2737050BC0}" presName="childText" presStyleLbl="conFgAcc1" presStyleIdx="2" presStyleCnt="4">
        <dgm:presLayoutVars>
          <dgm:bulletEnabled val="1"/>
        </dgm:presLayoutVars>
      </dgm:prSet>
      <dgm:spPr/>
    </dgm:pt>
    <dgm:pt modelId="{564FCB1E-A265-41BB-A3E7-61765B9FD14E}" type="pres">
      <dgm:prSet presAssocID="{DBE66656-59BF-43A8-A47E-E31CC65EF378}" presName="spaceBetweenRectangles" presStyleCnt="0"/>
      <dgm:spPr/>
    </dgm:pt>
    <dgm:pt modelId="{4C94E11C-6086-4B71-9E7A-770CEB48F71D}" type="pres">
      <dgm:prSet presAssocID="{A8C34EBB-DEB2-421C-B990-F3DEB6B5B9CF}" presName="parentLin" presStyleCnt="0"/>
      <dgm:spPr/>
    </dgm:pt>
    <dgm:pt modelId="{C082B26E-C818-44B1-A68B-279E210D5785}" type="pres">
      <dgm:prSet presAssocID="{A8C34EBB-DEB2-421C-B990-F3DEB6B5B9CF}" presName="parentLeftMargin" presStyleLbl="node1" presStyleIdx="2" presStyleCnt="4"/>
      <dgm:spPr/>
    </dgm:pt>
    <dgm:pt modelId="{545CF857-9A35-46A8-85BB-27E052F89A22}" type="pres">
      <dgm:prSet presAssocID="{A8C34EBB-DEB2-421C-B990-F3DEB6B5B9CF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557D6987-80A6-43A8-A68D-293D39157A4E}" type="pres">
      <dgm:prSet presAssocID="{A8C34EBB-DEB2-421C-B990-F3DEB6B5B9CF}" presName="negativeSpace" presStyleCnt="0"/>
      <dgm:spPr/>
    </dgm:pt>
    <dgm:pt modelId="{CF4DD8B4-35BE-41F8-9D42-A202D3048230}" type="pres">
      <dgm:prSet presAssocID="{A8C34EBB-DEB2-421C-B990-F3DEB6B5B9CF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06DF6008-65C6-4D7B-A8CC-71E6DF7D4424}" srcId="{6249F3A9-0146-453A-8499-D57957A1E210}" destId="{14FA25D1-F3FB-4494-BBB0-DA2737050BC0}" srcOrd="2" destOrd="0" parTransId="{B8AC07D2-31BE-42E8-80BB-C1210EBE3A35}" sibTransId="{DBE66656-59BF-43A8-A47E-E31CC65EF378}"/>
    <dgm:cxn modelId="{C84D6F19-DAA6-4976-B7E7-24CDAB13B669}" type="presOf" srcId="{14FA25D1-F3FB-4494-BBB0-DA2737050BC0}" destId="{DAF4E1F3-FC68-4232-B435-0830A022E8E2}" srcOrd="0" destOrd="0" presId="urn:microsoft.com/office/officeart/2005/8/layout/list1"/>
    <dgm:cxn modelId="{BADEC622-21F6-46D0-B827-B5D17E25935B}" type="presOf" srcId="{0190E986-78AB-4AB0-8F7F-FDA316FFEDBB}" destId="{371A9C77-D37D-49F1-A668-A2C612C671E3}" srcOrd="0" destOrd="0" presId="urn:microsoft.com/office/officeart/2005/8/layout/list1"/>
    <dgm:cxn modelId="{9A08FD23-F5EE-43BD-B3FA-FCE70EABE2C0}" type="presOf" srcId="{14FA25D1-F3FB-4494-BBB0-DA2737050BC0}" destId="{9DD969DB-B7CA-4AD2-A255-CA46C964C921}" srcOrd="1" destOrd="0" presId="urn:microsoft.com/office/officeart/2005/8/layout/list1"/>
    <dgm:cxn modelId="{1E9B2835-F6E6-4953-BBA5-E85CD8800892}" srcId="{6249F3A9-0146-453A-8499-D57957A1E210}" destId="{A8C34EBB-DEB2-421C-B990-F3DEB6B5B9CF}" srcOrd="3" destOrd="0" parTransId="{80525379-1B28-4254-9ED9-E749DDA64057}" sibTransId="{F492FD65-7EBA-4335-9047-464D270AAAC9}"/>
    <dgm:cxn modelId="{5A6B057A-AF52-45AC-B47B-4B06AA5F6FCF}" srcId="{6249F3A9-0146-453A-8499-D57957A1E210}" destId="{0190E986-78AB-4AB0-8F7F-FDA316FFEDBB}" srcOrd="0" destOrd="0" parTransId="{00661BA1-2FE6-47EB-9B4D-246EC7F7C39C}" sibTransId="{94B86EB8-A12E-417F-B149-243149B0C673}"/>
    <dgm:cxn modelId="{7F5831A9-F2DF-4465-AD1A-373D4C411552}" type="presOf" srcId="{6249F3A9-0146-453A-8499-D57957A1E210}" destId="{DBEECD26-E571-471C-8920-AD45B875C224}" srcOrd="0" destOrd="0" presId="urn:microsoft.com/office/officeart/2005/8/layout/list1"/>
    <dgm:cxn modelId="{0F2D09AD-8846-4AF6-B15B-9D1538EE5026}" type="presOf" srcId="{0190E986-78AB-4AB0-8F7F-FDA316FFEDBB}" destId="{75310A0E-D7F2-4D2F-8F2C-CBDAC3A68363}" srcOrd="1" destOrd="0" presId="urn:microsoft.com/office/officeart/2005/8/layout/list1"/>
    <dgm:cxn modelId="{72B166B1-0932-4EBC-90C1-1AD9BC5D9055}" type="presOf" srcId="{04BF702D-67D9-4E00-A00D-33DD002DB00F}" destId="{A08E5B7F-9A7F-4DCC-8359-A1F366AC9E2D}" srcOrd="1" destOrd="0" presId="urn:microsoft.com/office/officeart/2005/8/layout/list1"/>
    <dgm:cxn modelId="{15F5CFB4-BC56-4DA5-83D5-9DF545FCCF40}" type="presOf" srcId="{A8C34EBB-DEB2-421C-B990-F3DEB6B5B9CF}" destId="{C082B26E-C818-44B1-A68B-279E210D5785}" srcOrd="0" destOrd="0" presId="urn:microsoft.com/office/officeart/2005/8/layout/list1"/>
    <dgm:cxn modelId="{74F897BF-2B12-4B3F-BCFA-5E8FBAFBD2CB}" type="presOf" srcId="{A8C34EBB-DEB2-421C-B990-F3DEB6B5B9CF}" destId="{545CF857-9A35-46A8-85BB-27E052F89A22}" srcOrd="1" destOrd="0" presId="urn:microsoft.com/office/officeart/2005/8/layout/list1"/>
    <dgm:cxn modelId="{F1456CC6-CD0E-4067-A1DC-5AC0A3AD2B05}" type="presOf" srcId="{04BF702D-67D9-4E00-A00D-33DD002DB00F}" destId="{C364D52A-CD94-4A01-A6B4-3E0A648C155B}" srcOrd="0" destOrd="0" presId="urn:microsoft.com/office/officeart/2005/8/layout/list1"/>
    <dgm:cxn modelId="{D68540ED-DD7D-4B06-9B00-B52A41E3996B}" srcId="{6249F3A9-0146-453A-8499-D57957A1E210}" destId="{04BF702D-67D9-4E00-A00D-33DD002DB00F}" srcOrd="1" destOrd="0" parTransId="{BBDB40F8-3088-4673-98FC-05323AF5FC62}" sibTransId="{8C2B49FF-4BBA-42F5-8AAE-4CF765B9FDAF}"/>
    <dgm:cxn modelId="{20D2DB7A-1A73-4B8D-8E87-D6E6E218499A}" type="presParOf" srcId="{DBEECD26-E571-471C-8920-AD45B875C224}" destId="{AC61434A-A4C1-4DE1-9A51-16D1481701C1}" srcOrd="0" destOrd="0" presId="urn:microsoft.com/office/officeart/2005/8/layout/list1"/>
    <dgm:cxn modelId="{B74FDE67-0153-4F47-BF59-43D267C0548C}" type="presParOf" srcId="{AC61434A-A4C1-4DE1-9A51-16D1481701C1}" destId="{371A9C77-D37D-49F1-A668-A2C612C671E3}" srcOrd="0" destOrd="0" presId="urn:microsoft.com/office/officeart/2005/8/layout/list1"/>
    <dgm:cxn modelId="{A28EB4DC-78BC-468A-9E4C-910A93CA36B6}" type="presParOf" srcId="{AC61434A-A4C1-4DE1-9A51-16D1481701C1}" destId="{75310A0E-D7F2-4D2F-8F2C-CBDAC3A68363}" srcOrd="1" destOrd="0" presId="urn:microsoft.com/office/officeart/2005/8/layout/list1"/>
    <dgm:cxn modelId="{D6F5877A-37D1-46B2-8DDC-DC8D72CD187F}" type="presParOf" srcId="{DBEECD26-E571-471C-8920-AD45B875C224}" destId="{289E548A-A013-4136-80C7-D9C4F074405E}" srcOrd="1" destOrd="0" presId="urn:microsoft.com/office/officeart/2005/8/layout/list1"/>
    <dgm:cxn modelId="{44F2F78E-0358-49F0-B561-ACA80BF488CF}" type="presParOf" srcId="{DBEECD26-E571-471C-8920-AD45B875C224}" destId="{2163CF79-96DF-4F15-AD33-40E09EBBFD9C}" srcOrd="2" destOrd="0" presId="urn:microsoft.com/office/officeart/2005/8/layout/list1"/>
    <dgm:cxn modelId="{2B87C56B-6C89-4534-AE09-CCFD38B5BF86}" type="presParOf" srcId="{DBEECD26-E571-471C-8920-AD45B875C224}" destId="{A5AA5053-5663-429D-97E4-741413D0A53F}" srcOrd="3" destOrd="0" presId="urn:microsoft.com/office/officeart/2005/8/layout/list1"/>
    <dgm:cxn modelId="{43F84E43-C54D-4C90-A8AA-7F83F3375FC9}" type="presParOf" srcId="{DBEECD26-E571-471C-8920-AD45B875C224}" destId="{AE8E1520-20F5-47CF-BED8-9066BC230EC1}" srcOrd="4" destOrd="0" presId="urn:microsoft.com/office/officeart/2005/8/layout/list1"/>
    <dgm:cxn modelId="{3FA89A83-72EA-46E9-8B6E-4E2E2FC129A6}" type="presParOf" srcId="{AE8E1520-20F5-47CF-BED8-9066BC230EC1}" destId="{C364D52A-CD94-4A01-A6B4-3E0A648C155B}" srcOrd="0" destOrd="0" presId="urn:microsoft.com/office/officeart/2005/8/layout/list1"/>
    <dgm:cxn modelId="{A11F7412-413E-4C6C-9ECD-FD0D8B09E944}" type="presParOf" srcId="{AE8E1520-20F5-47CF-BED8-9066BC230EC1}" destId="{A08E5B7F-9A7F-4DCC-8359-A1F366AC9E2D}" srcOrd="1" destOrd="0" presId="urn:microsoft.com/office/officeart/2005/8/layout/list1"/>
    <dgm:cxn modelId="{36F2475E-DCDE-4A5D-BCF9-6CF2A43AC8EC}" type="presParOf" srcId="{DBEECD26-E571-471C-8920-AD45B875C224}" destId="{91978929-A978-4CB3-85B5-99AD73F4DFFE}" srcOrd="5" destOrd="0" presId="urn:microsoft.com/office/officeart/2005/8/layout/list1"/>
    <dgm:cxn modelId="{F7EAC800-E51B-4314-97E6-86A4858083C2}" type="presParOf" srcId="{DBEECD26-E571-471C-8920-AD45B875C224}" destId="{DB3DCA74-8D51-46B7-B9A1-CEFF0D32E0C7}" srcOrd="6" destOrd="0" presId="urn:microsoft.com/office/officeart/2005/8/layout/list1"/>
    <dgm:cxn modelId="{49F62C05-607F-47A8-B62D-428877D8115C}" type="presParOf" srcId="{DBEECD26-E571-471C-8920-AD45B875C224}" destId="{2D6E0A83-2139-418F-B9AB-6B06F63D0F6D}" srcOrd="7" destOrd="0" presId="urn:microsoft.com/office/officeart/2005/8/layout/list1"/>
    <dgm:cxn modelId="{88486BCF-A34A-4507-97F1-DFB3006C0A4D}" type="presParOf" srcId="{DBEECD26-E571-471C-8920-AD45B875C224}" destId="{8F0019B9-6AB7-4084-845A-603164253237}" srcOrd="8" destOrd="0" presId="urn:microsoft.com/office/officeart/2005/8/layout/list1"/>
    <dgm:cxn modelId="{CAFF1EBD-4601-4732-832B-B7D38FEFA260}" type="presParOf" srcId="{8F0019B9-6AB7-4084-845A-603164253237}" destId="{DAF4E1F3-FC68-4232-B435-0830A022E8E2}" srcOrd="0" destOrd="0" presId="urn:microsoft.com/office/officeart/2005/8/layout/list1"/>
    <dgm:cxn modelId="{75FB9188-ACEF-4F3E-BB99-76F46B713090}" type="presParOf" srcId="{8F0019B9-6AB7-4084-845A-603164253237}" destId="{9DD969DB-B7CA-4AD2-A255-CA46C964C921}" srcOrd="1" destOrd="0" presId="urn:microsoft.com/office/officeart/2005/8/layout/list1"/>
    <dgm:cxn modelId="{54B55F26-3329-4152-BBDD-054E9DD44109}" type="presParOf" srcId="{DBEECD26-E571-471C-8920-AD45B875C224}" destId="{9AAE358B-1475-4417-8CB1-2C69D6C59EE7}" srcOrd="9" destOrd="0" presId="urn:microsoft.com/office/officeart/2005/8/layout/list1"/>
    <dgm:cxn modelId="{0EFFFFFF-9A29-4A8F-A94E-F4BA77FAC96C}" type="presParOf" srcId="{DBEECD26-E571-471C-8920-AD45B875C224}" destId="{0C6C51EE-F16F-4FDE-86D6-74A45A165B94}" srcOrd="10" destOrd="0" presId="urn:microsoft.com/office/officeart/2005/8/layout/list1"/>
    <dgm:cxn modelId="{823AB228-AAEF-40DD-BC63-6213679D54CC}" type="presParOf" srcId="{DBEECD26-E571-471C-8920-AD45B875C224}" destId="{564FCB1E-A265-41BB-A3E7-61765B9FD14E}" srcOrd="11" destOrd="0" presId="urn:microsoft.com/office/officeart/2005/8/layout/list1"/>
    <dgm:cxn modelId="{BED00DBB-8584-484F-A060-D978416F8616}" type="presParOf" srcId="{DBEECD26-E571-471C-8920-AD45B875C224}" destId="{4C94E11C-6086-4B71-9E7A-770CEB48F71D}" srcOrd="12" destOrd="0" presId="urn:microsoft.com/office/officeart/2005/8/layout/list1"/>
    <dgm:cxn modelId="{46DE45F2-E056-42FC-9FB8-F9F5462D7976}" type="presParOf" srcId="{4C94E11C-6086-4B71-9E7A-770CEB48F71D}" destId="{C082B26E-C818-44B1-A68B-279E210D5785}" srcOrd="0" destOrd="0" presId="urn:microsoft.com/office/officeart/2005/8/layout/list1"/>
    <dgm:cxn modelId="{1E433C4B-6984-42C1-95C4-E45ABC29077B}" type="presParOf" srcId="{4C94E11C-6086-4B71-9E7A-770CEB48F71D}" destId="{545CF857-9A35-46A8-85BB-27E052F89A22}" srcOrd="1" destOrd="0" presId="urn:microsoft.com/office/officeart/2005/8/layout/list1"/>
    <dgm:cxn modelId="{45CDBFD9-F8D7-45E0-9E7D-884753754930}" type="presParOf" srcId="{DBEECD26-E571-471C-8920-AD45B875C224}" destId="{557D6987-80A6-43A8-A68D-293D39157A4E}" srcOrd="13" destOrd="0" presId="urn:microsoft.com/office/officeart/2005/8/layout/list1"/>
    <dgm:cxn modelId="{4055C0E7-078E-4482-8531-9EA2D42A8ECA}" type="presParOf" srcId="{DBEECD26-E571-471C-8920-AD45B875C224}" destId="{CF4DD8B4-35BE-41F8-9D42-A202D3048230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CC9E9269-4ADC-4C54-881D-313962CECAD1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3FB5319-6A84-4EDF-9DBC-0A54BE173E06}">
      <dgm:prSet/>
      <dgm:spPr/>
      <dgm:t>
        <a:bodyPr/>
        <a:lstStyle/>
        <a:p>
          <a:r>
            <a:rPr lang="en-US"/>
            <a:t>43. YES / NO</a:t>
          </a:r>
        </a:p>
      </dgm:t>
    </dgm:pt>
    <dgm:pt modelId="{1176BFF1-D04A-40D8-AC02-88E2DC037E81}" type="parTrans" cxnId="{50DF8C51-AAB7-4A7A-89CB-372C5902BC84}">
      <dgm:prSet/>
      <dgm:spPr/>
      <dgm:t>
        <a:bodyPr/>
        <a:lstStyle/>
        <a:p>
          <a:endParaRPr lang="en-US"/>
        </a:p>
      </dgm:t>
    </dgm:pt>
    <dgm:pt modelId="{EC7820F3-F146-4605-AA79-36E65504A09A}" type="sibTrans" cxnId="{50DF8C51-AAB7-4A7A-89CB-372C5902BC84}">
      <dgm:prSet/>
      <dgm:spPr/>
      <dgm:t>
        <a:bodyPr/>
        <a:lstStyle/>
        <a:p>
          <a:endParaRPr lang="en-US"/>
        </a:p>
      </dgm:t>
    </dgm:pt>
    <dgm:pt modelId="{7E0B799F-45AE-435E-8224-E6694E2F6799}">
      <dgm:prSet/>
      <dgm:spPr/>
      <dgm:t>
        <a:bodyPr/>
        <a:lstStyle/>
        <a:p>
          <a:r>
            <a:rPr lang="en-US"/>
            <a:t>“Perfect security is achievable.”</a:t>
          </a:r>
        </a:p>
      </dgm:t>
    </dgm:pt>
    <dgm:pt modelId="{C2BC5969-602A-43A2-BC30-FDB83457B321}" type="parTrans" cxnId="{C4DAB6F0-8D28-44AC-A914-7C1E38B61982}">
      <dgm:prSet/>
      <dgm:spPr/>
      <dgm:t>
        <a:bodyPr/>
        <a:lstStyle/>
        <a:p>
          <a:endParaRPr lang="en-US"/>
        </a:p>
      </dgm:t>
    </dgm:pt>
    <dgm:pt modelId="{18A3B4EF-6DD0-49C1-BDEB-83F014793301}" type="sibTrans" cxnId="{C4DAB6F0-8D28-44AC-A914-7C1E38B61982}">
      <dgm:prSet/>
      <dgm:spPr/>
      <dgm:t>
        <a:bodyPr/>
        <a:lstStyle/>
        <a:p>
          <a:endParaRPr lang="en-US"/>
        </a:p>
      </dgm:t>
    </dgm:pt>
    <dgm:pt modelId="{0B6D60D7-59F6-4E76-AFBB-806C5545CFBC}" type="pres">
      <dgm:prSet presAssocID="{CC9E9269-4ADC-4C54-881D-313962CECAD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C21110E-F8BD-4AF1-8A65-DBE618A12B12}" type="pres">
      <dgm:prSet presAssocID="{03FB5319-6A84-4EDF-9DBC-0A54BE173E06}" presName="hierRoot1" presStyleCnt="0"/>
      <dgm:spPr/>
    </dgm:pt>
    <dgm:pt modelId="{7C9084FE-61DB-4C8F-93F0-33CE298016A7}" type="pres">
      <dgm:prSet presAssocID="{03FB5319-6A84-4EDF-9DBC-0A54BE173E06}" presName="composite" presStyleCnt="0"/>
      <dgm:spPr/>
    </dgm:pt>
    <dgm:pt modelId="{743A7FA7-2CBC-4256-A354-EC467E58DE1C}" type="pres">
      <dgm:prSet presAssocID="{03FB5319-6A84-4EDF-9DBC-0A54BE173E06}" presName="background" presStyleLbl="node0" presStyleIdx="0" presStyleCnt="2"/>
      <dgm:spPr/>
    </dgm:pt>
    <dgm:pt modelId="{77361FEB-B007-4237-8363-170768E33568}" type="pres">
      <dgm:prSet presAssocID="{03FB5319-6A84-4EDF-9DBC-0A54BE173E06}" presName="text" presStyleLbl="fgAcc0" presStyleIdx="0" presStyleCnt="2">
        <dgm:presLayoutVars>
          <dgm:chPref val="3"/>
        </dgm:presLayoutVars>
      </dgm:prSet>
      <dgm:spPr/>
    </dgm:pt>
    <dgm:pt modelId="{69AAF66C-BE3A-47D0-820B-C8C911C5ED2A}" type="pres">
      <dgm:prSet presAssocID="{03FB5319-6A84-4EDF-9DBC-0A54BE173E06}" presName="hierChild2" presStyleCnt="0"/>
      <dgm:spPr/>
    </dgm:pt>
    <dgm:pt modelId="{F7D49EB4-FA6A-457E-A453-348AAD186904}" type="pres">
      <dgm:prSet presAssocID="{7E0B799F-45AE-435E-8224-E6694E2F6799}" presName="hierRoot1" presStyleCnt="0"/>
      <dgm:spPr/>
    </dgm:pt>
    <dgm:pt modelId="{BAE28902-0974-40B4-B41B-CAAFEF3FEF84}" type="pres">
      <dgm:prSet presAssocID="{7E0B799F-45AE-435E-8224-E6694E2F6799}" presName="composite" presStyleCnt="0"/>
      <dgm:spPr/>
    </dgm:pt>
    <dgm:pt modelId="{F86AEF79-2520-4BBC-9085-36032192EA15}" type="pres">
      <dgm:prSet presAssocID="{7E0B799F-45AE-435E-8224-E6694E2F6799}" presName="background" presStyleLbl="node0" presStyleIdx="1" presStyleCnt="2"/>
      <dgm:spPr/>
    </dgm:pt>
    <dgm:pt modelId="{D927943B-E782-410E-93A8-130086E8C681}" type="pres">
      <dgm:prSet presAssocID="{7E0B799F-45AE-435E-8224-E6694E2F6799}" presName="text" presStyleLbl="fgAcc0" presStyleIdx="1" presStyleCnt="2">
        <dgm:presLayoutVars>
          <dgm:chPref val="3"/>
        </dgm:presLayoutVars>
      </dgm:prSet>
      <dgm:spPr/>
    </dgm:pt>
    <dgm:pt modelId="{98B859D9-B9F7-47BA-8EAE-C32A09ED8843}" type="pres">
      <dgm:prSet presAssocID="{7E0B799F-45AE-435E-8224-E6694E2F6799}" presName="hierChild2" presStyleCnt="0"/>
      <dgm:spPr/>
    </dgm:pt>
  </dgm:ptLst>
  <dgm:cxnLst>
    <dgm:cxn modelId="{50DF8C51-AAB7-4A7A-89CB-372C5902BC84}" srcId="{CC9E9269-4ADC-4C54-881D-313962CECAD1}" destId="{03FB5319-6A84-4EDF-9DBC-0A54BE173E06}" srcOrd="0" destOrd="0" parTransId="{1176BFF1-D04A-40D8-AC02-88E2DC037E81}" sibTransId="{EC7820F3-F146-4605-AA79-36E65504A09A}"/>
    <dgm:cxn modelId="{31B7E387-951D-41CF-B39C-9295D218E77D}" type="presOf" srcId="{7E0B799F-45AE-435E-8224-E6694E2F6799}" destId="{D927943B-E782-410E-93A8-130086E8C681}" srcOrd="0" destOrd="0" presId="urn:microsoft.com/office/officeart/2005/8/layout/hierarchy1"/>
    <dgm:cxn modelId="{D2AF0DCA-5A25-449B-9006-4C99F58695D6}" type="presOf" srcId="{03FB5319-6A84-4EDF-9DBC-0A54BE173E06}" destId="{77361FEB-B007-4237-8363-170768E33568}" srcOrd="0" destOrd="0" presId="urn:microsoft.com/office/officeart/2005/8/layout/hierarchy1"/>
    <dgm:cxn modelId="{B6FFA3D3-3C41-42AF-B4AC-CAC8F0E4EA09}" type="presOf" srcId="{CC9E9269-4ADC-4C54-881D-313962CECAD1}" destId="{0B6D60D7-59F6-4E76-AFBB-806C5545CFBC}" srcOrd="0" destOrd="0" presId="urn:microsoft.com/office/officeart/2005/8/layout/hierarchy1"/>
    <dgm:cxn modelId="{C4DAB6F0-8D28-44AC-A914-7C1E38B61982}" srcId="{CC9E9269-4ADC-4C54-881D-313962CECAD1}" destId="{7E0B799F-45AE-435E-8224-E6694E2F6799}" srcOrd="1" destOrd="0" parTransId="{C2BC5969-602A-43A2-BC30-FDB83457B321}" sibTransId="{18A3B4EF-6DD0-49C1-BDEB-83F014793301}"/>
    <dgm:cxn modelId="{3594403F-8A7E-4A3D-AF97-66FD9ADFEB9D}" type="presParOf" srcId="{0B6D60D7-59F6-4E76-AFBB-806C5545CFBC}" destId="{9C21110E-F8BD-4AF1-8A65-DBE618A12B12}" srcOrd="0" destOrd="0" presId="urn:microsoft.com/office/officeart/2005/8/layout/hierarchy1"/>
    <dgm:cxn modelId="{45F6B7BC-D911-4EAF-998A-29BB19C797F6}" type="presParOf" srcId="{9C21110E-F8BD-4AF1-8A65-DBE618A12B12}" destId="{7C9084FE-61DB-4C8F-93F0-33CE298016A7}" srcOrd="0" destOrd="0" presId="urn:microsoft.com/office/officeart/2005/8/layout/hierarchy1"/>
    <dgm:cxn modelId="{861E99A6-BB4C-4684-A4D3-1C88620E3FCC}" type="presParOf" srcId="{7C9084FE-61DB-4C8F-93F0-33CE298016A7}" destId="{743A7FA7-2CBC-4256-A354-EC467E58DE1C}" srcOrd="0" destOrd="0" presId="urn:microsoft.com/office/officeart/2005/8/layout/hierarchy1"/>
    <dgm:cxn modelId="{FD739752-B5C2-451E-824F-E4DE42B24D00}" type="presParOf" srcId="{7C9084FE-61DB-4C8F-93F0-33CE298016A7}" destId="{77361FEB-B007-4237-8363-170768E33568}" srcOrd="1" destOrd="0" presId="urn:microsoft.com/office/officeart/2005/8/layout/hierarchy1"/>
    <dgm:cxn modelId="{7B427EE9-6030-47F2-9112-80B91D2AB315}" type="presParOf" srcId="{9C21110E-F8BD-4AF1-8A65-DBE618A12B12}" destId="{69AAF66C-BE3A-47D0-820B-C8C911C5ED2A}" srcOrd="1" destOrd="0" presId="urn:microsoft.com/office/officeart/2005/8/layout/hierarchy1"/>
    <dgm:cxn modelId="{1A2472C0-52D7-4A14-865C-FFAB0BEBF3EC}" type="presParOf" srcId="{0B6D60D7-59F6-4E76-AFBB-806C5545CFBC}" destId="{F7D49EB4-FA6A-457E-A453-348AAD186904}" srcOrd="1" destOrd="0" presId="urn:microsoft.com/office/officeart/2005/8/layout/hierarchy1"/>
    <dgm:cxn modelId="{E73F1839-595C-432C-A585-BBDD718A814A}" type="presParOf" srcId="{F7D49EB4-FA6A-457E-A453-348AAD186904}" destId="{BAE28902-0974-40B4-B41B-CAAFEF3FEF84}" srcOrd="0" destOrd="0" presId="urn:microsoft.com/office/officeart/2005/8/layout/hierarchy1"/>
    <dgm:cxn modelId="{B49C77C2-BEF1-450C-9722-EB26BCF2928D}" type="presParOf" srcId="{BAE28902-0974-40B4-B41B-CAAFEF3FEF84}" destId="{F86AEF79-2520-4BBC-9085-36032192EA15}" srcOrd="0" destOrd="0" presId="urn:microsoft.com/office/officeart/2005/8/layout/hierarchy1"/>
    <dgm:cxn modelId="{8D82CAC3-C0F0-419F-B47C-F54986F23FF5}" type="presParOf" srcId="{BAE28902-0974-40B4-B41B-CAAFEF3FEF84}" destId="{D927943B-E782-410E-93A8-130086E8C681}" srcOrd="1" destOrd="0" presId="urn:microsoft.com/office/officeart/2005/8/layout/hierarchy1"/>
    <dgm:cxn modelId="{4F4EC47E-3957-4934-8632-C6394CA6518B}" type="presParOf" srcId="{F7D49EB4-FA6A-457E-A453-348AAD186904}" destId="{98B859D9-B9F7-47BA-8EAE-C32A09ED884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EB3D6B-FDB9-4A5C-AD7C-41022E3D2193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53AAF1-39D0-48CD-881B-7E17F50DAE57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1. YES / NO</a:t>
          </a:r>
        </a:p>
      </dsp:txBody>
      <dsp:txXfrm>
        <a:off x="456496" y="980400"/>
        <a:ext cx="3381034" cy="2099279"/>
      </dsp:txXfrm>
    </dsp:sp>
    <dsp:sp modelId="{AB2C8F71-70A6-4C6C-A9CE-43495382B963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A3C5F4-3657-46D7-85A9-117FC92BDF87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“If software uses HTTPS, the data is secure.”</a:t>
          </a:r>
        </a:p>
      </dsp:txBody>
      <dsp:txXfrm>
        <a:off x="4748523" y="980400"/>
        <a:ext cx="3381034" cy="209927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132762-0094-40FB-ACEB-EE89A27D42B4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E02C18-BC12-4A1D-AA0C-2F883DAA3EBD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3. YES / NO</a:t>
          </a:r>
        </a:p>
      </dsp:txBody>
      <dsp:txXfrm>
        <a:off x="456496" y="980400"/>
        <a:ext cx="3381034" cy="2099279"/>
      </dsp:txXfrm>
    </dsp:sp>
    <dsp:sp modelId="{6FD21193-276F-467A-8C58-4CDC47B63C59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6919C2-27E3-4374-9C59-66B806BFAD04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“Multi-factor authentication (MFA) completely prevents account compromise.”</a:t>
          </a:r>
        </a:p>
      </dsp:txBody>
      <dsp:txXfrm>
        <a:off x="4748523" y="980400"/>
        <a:ext cx="3381034" cy="209927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1D0655-7E54-4156-9059-7E81AD10502A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710F65-6352-46EE-9B78-B76D3D2CA088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6. YES / NO</a:t>
          </a:r>
        </a:p>
      </dsp:txBody>
      <dsp:txXfrm>
        <a:off x="456496" y="980400"/>
        <a:ext cx="3381034" cy="2099279"/>
      </dsp:txXfrm>
    </dsp:sp>
    <dsp:sp modelId="{C17ABD4C-5108-4557-95C4-DCF07E520CAA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C730A0-0781-4A63-90BC-A2D20696FF93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“If source code is private, attackers can’t find vulnerabilities.”</a:t>
          </a:r>
        </a:p>
      </dsp:txBody>
      <dsp:txXfrm>
        <a:off x="4748523" y="980400"/>
        <a:ext cx="3381034" cy="209927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B98253-F4F5-4226-BE23-4F9A00658538}">
      <dsp:nvSpPr>
        <dsp:cNvPr id="0" name=""/>
        <dsp:cNvSpPr/>
      </dsp:nvSpPr>
      <dsp:spPr>
        <a:xfrm>
          <a:off x="892" y="896830"/>
          <a:ext cx="3134320" cy="19902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1497D1-6BE7-4891-B7F3-19C6B1AFC2D6}">
      <dsp:nvSpPr>
        <dsp:cNvPr id="0" name=""/>
        <dsp:cNvSpPr/>
      </dsp:nvSpPr>
      <dsp:spPr>
        <a:xfrm>
          <a:off x="349150" y="1227675"/>
          <a:ext cx="3134320" cy="19902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9. YES / NO</a:t>
          </a:r>
        </a:p>
      </dsp:txBody>
      <dsp:txXfrm>
        <a:off x="407444" y="1285969"/>
        <a:ext cx="3017732" cy="1873705"/>
      </dsp:txXfrm>
    </dsp:sp>
    <dsp:sp modelId="{7CCFB74C-851E-460E-9715-C429471F3CAF}">
      <dsp:nvSpPr>
        <dsp:cNvPr id="0" name=""/>
        <dsp:cNvSpPr/>
      </dsp:nvSpPr>
      <dsp:spPr>
        <a:xfrm>
          <a:off x="3831728" y="896830"/>
          <a:ext cx="3134320" cy="19902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B0258D-91DF-4EF7-A5B9-70B95C81D881}">
      <dsp:nvSpPr>
        <dsp:cNvPr id="0" name=""/>
        <dsp:cNvSpPr/>
      </dsp:nvSpPr>
      <dsp:spPr>
        <a:xfrm>
          <a:off x="4179986" y="1227675"/>
          <a:ext cx="3134320" cy="19902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“Open-source software is less secure because attackers can see the code.”</a:t>
          </a:r>
        </a:p>
      </dsp:txBody>
      <dsp:txXfrm>
        <a:off x="4238280" y="1285969"/>
        <a:ext cx="3017732" cy="187370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080899-F151-4BDF-BFDF-834016DF4541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5B6A4B-B52F-4E81-95D1-1C428DDCB4F9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12. YES / NO</a:t>
          </a:r>
        </a:p>
      </dsp:txBody>
      <dsp:txXfrm>
        <a:off x="456496" y="980400"/>
        <a:ext cx="3381034" cy="2099279"/>
      </dsp:txXfrm>
    </dsp:sp>
    <dsp:sp modelId="{10BF8E5F-E810-42E4-99F6-E3D7203F7945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19ABF6-6FC7-4D7A-8AE0-15DD3A89CCD2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“If input validation exists on the client side, server-side validation is optional.”</a:t>
          </a:r>
        </a:p>
      </dsp:txBody>
      <dsp:txXfrm>
        <a:off x="4748523" y="980400"/>
        <a:ext cx="3381034" cy="209927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4F9BB8-E9C2-4694-8C29-C50F427EDFD3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5FF2FD-3C3B-4FB3-BCDF-1C0FDC447EBD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16. YES / NO</a:t>
          </a:r>
        </a:p>
      </dsp:txBody>
      <dsp:txXfrm>
        <a:off x="456496" y="980400"/>
        <a:ext cx="3381034" cy="2099279"/>
      </dsp:txXfrm>
    </dsp:sp>
    <dsp:sp modelId="{7D38AD9F-CE98-4A48-97FB-66425CCF66F8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7496E2-909A-4CDD-A438-29AF06351316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“If data is encrypted, it is safe even if stolen.”</a:t>
          </a:r>
        </a:p>
      </dsp:txBody>
      <dsp:txXfrm>
        <a:off x="4748523" y="980400"/>
        <a:ext cx="3381034" cy="209927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BC85B0-A659-45BD-AE3D-C1DCD194F430}">
      <dsp:nvSpPr>
        <dsp:cNvPr id="0" name=""/>
        <dsp:cNvSpPr/>
      </dsp:nvSpPr>
      <dsp:spPr>
        <a:xfrm>
          <a:off x="0" y="0"/>
          <a:ext cx="399335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4F2F72F-1014-4E0D-868A-89161532BF12}">
      <dsp:nvSpPr>
        <dsp:cNvPr id="0" name=""/>
        <dsp:cNvSpPr/>
      </dsp:nvSpPr>
      <dsp:spPr>
        <a:xfrm>
          <a:off x="0" y="0"/>
          <a:ext cx="3993357" cy="97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A. External hackers</a:t>
          </a:r>
        </a:p>
      </dsp:txBody>
      <dsp:txXfrm>
        <a:off x="0" y="0"/>
        <a:ext cx="3993357" cy="979884"/>
      </dsp:txXfrm>
    </dsp:sp>
    <dsp:sp modelId="{900E6D30-CD9F-4241-92D1-77140E36889B}">
      <dsp:nvSpPr>
        <dsp:cNvPr id="0" name=""/>
        <dsp:cNvSpPr/>
      </dsp:nvSpPr>
      <dsp:spPr>
        <a:xfrm>
          <a:off x="0" y="979884"/>
          <a:ext cx="399335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B3E9045-F8FC-4BF9-93BD-A587D10E48B5}">
      <dsp:nvSpPr>
        <dsp:cNvPr id="0" name=""/>
        <dsp:cNvSpPr/>
      </dsp:nvSpPr>
      <dsp:spPr>
        <a:xfrm>
          <a:off x="0" y="979884"/>
          <a:ext cx="3993357" cy="97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B. Insider threats</a:t>
          </a:r>
        </a:p>
      </dsp:txBody>
      <dsp:txXfrm>
        <a:off x="0" y="979884"/>
        <a:ext cx="3993357" cy="979884"/>
      </dsp:txXfrm>
    </dsp:sp>
    <dsp:sp modelId="{263DC92A-8EBC-4926-A447-F262C66D121B}">
      <dsp:nvSpPr>
        <dsp:cNvPr id="0" name=""/>
        <dsp:cNvSpPr/>
      </dsp:nvSpPr>
      <dsp:spPr>
        <a:xfrm>
          <a:off x="0" y="1959768"/>
          <a:ext cx="3993357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E758370-FEDD-4184-B419-08424740AD18}">
      <dsp:nvSpPr>
        <dsp:cNvPr id="0" name=""/>
        <dsp:cNvSpPr/>
      </dsp:nvSpPr>
      <dsp:spPr>
        <a:xfrm>
          <a:off x="0" y="1959768"/>
          <a:ext cx="3993357" cy="97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C. Script kiddies</a:t>
          </a:r>
        </a:p>
      </dsp:txBody>
      <dsp:txXfrm>
        <a:off x="0" y="1959768"/>
        <a:ext cx="3993357" cy="979884"/>
      </dsp:txXfrm>
    </dsp:sp>
    <dsp:sp modelId="{519C07B1-8952-4129-80BB-5170BACDE748}">
      <dsp:nvSpPr>
        <dsp:cNvPr id="0" name=""/>
        <dsp:cNvSpPr/>
      </dsp:nvSpPr>
      <dsp:spPr>
        <a:xfrm>
          <a:off x="0" y="2939653"/>
          <a:ext cx="3993357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652A69F-021B-4856-B4F6-5B1870EE0D40}">
      <dsp:nvSpPr>
        <dsp:cNvPr id="0" name=""/>
        <dsp:cNvSpPr/>
      </dsp:nvSpPr>
      <dsp:spPr>
        <a:xfrm>
          <a:off x="0" y="2939653"/>
          <a:ext cx="3993357" cy="97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D. Nation-states</a:t>
          </a:r>
        </a:p>
      </dsp:txBody>
      <dsp:txXfrm>
        <a:off x="0" y="2939653"/>
        <a:ext cx="3993357" cy="97988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06CA13-3E08-4458-8D93-87D1A7D7D416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679110-E762-4A86-946E-CF091344C222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19. YES / NO</a:t>
          </a:r>
        </a:p>
      </dsp:txBody>
      <dsp:txXfrm>
        <a:off x="456496" y="980400"/>
        <a:ext cx="3381034" cy="2099279"/>
      </dsp:txXfrm>
    </dsp:sp>
    <dsp:sp modelId="{910ACABC-B01A-4343-84E1-6611A3A3466C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E8D938-6DF6-4722-8E04-EC748E7BA465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“Antivirus software is sufficient protection.”</a:t>
          </a:r>
        </a:p>
      </dsp:txBody>
      <dsp:txXfrm>
        <a:off x="4748523" y="980400"/>
        <a:ext cx="3381034" cy="209927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E55743-B3DE-411D-A86B-9CF88215BBD2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4DE758-4D80-40C2-932E-24627DF32FC9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22. YES / NO</a:t>
          </a:r>
        </a:p>
      </dsp:txBody>
      <dsp:txXfrm>
        <a:off x="456496" y="980400"/>
        <a:ext cx="3381034" cy="2099279"/>
      </dsp:txXfrm>
    </dsp:sp>
    <dsp:sp modelId="{6FD21866-3191-4D8A-AE94-B6AD1709BE60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80CC4C-639D-4297-905A-085AA801FD4E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“If a system has never been attacked, it is secure.”</a:t>
          </a:r>
        </a:p>
      </dsp:txBody>
      <dsp:txXfrm>
        <a:off x="4748523" y="980400"/>
        <a:ext cx="3381034" cy="209927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24DAA9-E861-4900-93EA-233837453E98}">
      <dsp:nvSpPr>
        <dsp:cNvPr id="0" name=""/>
        <dsp:cNvSpPr/>
      </dsp:nvSpPr>
      <dsp:spPr>
        <a:xfrm>
          <a:off x="122905" y="741805"/>
          <a:ext cx="976464" cy="97646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F1973E-1C8F-4CF2-A253-27B680044756}">
      <dsp:nvSpPr>
        <dsp:cNvPr id="0" name=""/>
        <dsp:cNvSpPr/>
      </dsp:nvSpPr>
      <dsp:spPr>
        <a:xfrm>
          <a:off x="327962" y="946862"/>
          <a:ext cx="566349" cy="5663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AC7571-4EDA-4805-A2A8-EDE759175A47}">
      <dsp:nvSpPr>
        <dsp:cNvPr id="0" name=""/>
        <dsp:cNvSpPr/>
      </dsp:nvSpPr>
      <dsp:spPr>
        <a:xfrm>
          <a:off x="1308612" y="741805"/>
          <a:ext cx="2301666" cy="9764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400" kern="1200"/>
            <a:t>Yes/No</a:t>
          </a:r>
        </a:p>
      </dsp:txBody>
      <dsp:txXfrm>
        <a:off x="1308612" y="741805"/>
        <a:ext cx="2301666" cy="97646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9CE236-F0C6-42A4-A5C6-5DD94B10F98F}">
      <dsp:nvSpPr>
        <dsp:cNvPr id="0" name=""/>
        <dsp:cNvSpPr/>
      </dsp:nvSpPr>
      <dsp:spPr>
        <a:xfrm>
          <a:off x="0" y="1143642"/>
          <a:ext cx="2677836" cy="170042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2D580A5-887D-479D-8EA6-952822625908}">
      <dsp:nvSpPr>
        <dsp:cNvPr id="0" name=""/>
        <dsp:cNvSpPr/>
      </dsp:nvSpPr>
      <dsp:spPr>
        <a:xfrm>
          <a:off x="297537" y="1426302"/>
          <a:ext cx="2677836" cy="17004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Why is this risky?</a:t>
          </a:r>
        </a:p>
      </dsp:txBody>
      <dsp:txXfrm>
        <a:off x="347341" y="1476106"/>
        <a:ext cx="2578228" cy="160081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19D514-57DB-4247-A80A-FF2D9AA4C77A}">
      <dsp:nvSpPr>
        <dsp:cNvPr id="0" name=""/>
        <dsp:cNvSpPr/>
      </dsp:nvSpPr>
      <dsp:spPr>
        <a:xfrm>
          <a:off x="0" y="459739"/>
          <a:ext cx="3886131" cy="135252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33. “Rate limiting is a security feature.”</a:t>
          </a:r>
        </a:p>
      </dsp:txBody>
      <dsp:txXfrm>
        <a:off x="66025" y="525764"/>
        <a:ext cx="3754081" cy="1220470"/>
      </dsp:txXfrm>
    </dsp:sp>
    <dsp:sp modelId="{E0553550-D818-4D3F-94E3-C9666877EE6F}">
      <dsp:nvSpPr>
        <dsp:cNvPr id="0" name=""/>
        <dsp:cNvSpPr/>
      </dsp:nvSpPr>
      <dsp:spPr>
        <a:xfrm>
          <a:off x="0" y="1910179"/>
          <a:ext cx="3886131" cy="135252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Yes/No</a:t>
          </a:r>
        </a:p>
      </dsp:txBody>
      <dsp:txXfrm>
        <a:off x="66025" y="1976204"/>
        <a:ext cx="3754081" cy="122047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069C07-2E59-494D-AD4F-7C223D616851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16EFC1-5A95-4E06-B3F4-8230CBB0B5A7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36. “Security is primarily a technical problem.”</a:t>
          </a:r>
        </a:p>
      </dsp:txBody>
      <dsp:txXfrm>
        <a:off x="456496" y="980400"/>
        <a:ext cx="3381034" cy="2099279"/>
      </dsp:txXfrm>
    </dsp:sp>
    <dsp:sp modelId="{501035B3-1088-48B9-A5DD-83E568AF331C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D9EA1D-9D25-49CB-A804-3D8EE8FD0D28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Yes/No</a:t>
          </a:r>
        </a:p>
      </dsp:txBody>
      <dsp:txXfrm>
        <a:off x="4748523" y="980400"/>
        <a:ext cx="3381034" cy="2099279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F1637E-3549-4B24-AF44-376DA93322A3}">
      <dsp:nvSpPr>
        <dsp:cNvPr id="0" name=""/>
        <dsp:cNvSpPr/>
      </dsp:nvSpPr>
      <dsp:spPr>
        <a:xfrm>
          <a:off x="0" y="0"/>
          <a:ext cx="3394353" cy="176379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39. “If attackers are skilled enough, security doesn’t matter.”</a:t>
          </a:r>
        </a:p>
      </dsp:txBody>
      <dsp:txXfrm>
        <a:off x="49049" y="49049"/>
        <a:ext cx="1576558" cy="1665694"/>
      </dsp:txXfrm>
    </dsp:sp>
    <dsp:sp modelId="{4097DEAB-9F02-46CF-815C-B7F1011B2C99}">
      <dsp:nvSpPr>
        <dsp:cNvPr id="0" name=""/>
        <dsp:cNvSpPr/>
      </dsp:nvSpPr>
      <dsp:spPr>
        <a:xfrm>
          <a:off x="599003" y="2155745"/>
          <a:ext cx="3394353" cy="176379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Yes/No</a:t>
          </a:r>
        </a:p>
      </dsp:txBody>
      <dsp:txXfrm>
        <a:off x="647297" y="2204039"/>
        <a:ext cx="1552297" cy="1667204"/>
      </dsp:txXfrm>
    </dsp:sp>
    <dsp:sp modelId="{2D08A081-0082-4484-B60B-66A79E6CF6BF}">
      <dsp:nvSpPr>
        <dsp:cNvPr id="0" name=""/>
        <dsp:cNvSpPr/>
      </dsp:nvSpPr>
      <dsp:spPr>
        <a:xfrm>
          <a:off x="2247888" y="1386536"/>
          <a:ext cx="1146464" cy="1146464"/>
        </a:xfrm>
        <a:prstGeom prst="downArrow">
          <a:avLst>
            <a:gd name="adj1" fmla="val 55000"/>
            <a:gd name="adj2" fmla="val 45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2505842" y="1386536"/>
        <a:ext cx="630556" cy="862714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63CF79-96DF-4F15-AD33-40E09EBBFD9C}">
      <dsp:nvSpPr>
        <dsp:cNvPr id="0" name=""/>
        <dsp:cNvSpPr/>
      </dsp:nvSpPr>
      <dsp:spPr>
        <a:xfrm>
          <a:off x="0" y="327068"/>
          <a:ext cx="3885184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310A0E-D7F2-4D2F-8F2C-CBDAC3A68363}">
      <dsp:nvSpPr>
        <dsp:cNvPr id="0" name=""/>
        <dsp:cNvSpPr/>
      </dsp:nvSpPr>
      <dsp:spPr>
        <a:xfrm>
          <a:off x="194259" y="17108"/>
          <a:ext cx="2719628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795" tIns="0" rIns="102795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A. Pen testing</a:t>
          </a:r>
        </a:p>
      </dsp:txBody>
      <dsp:txXfrm>
        <a:off x="224521" y="47370"/>
        <a:ext cx="2659104" cy="559396"/>
      </dsp:txXfrm>
    </dsp:sp>
    <dsp:sp modelId="{DB3DCA74-8D51-46B7-B9A1-CEFF0D32E0C7}">
      <dsp:nvSpPr>
        <dsp:cNvPr id="0" name=""/>
        <dsp:cNvSpPr/>
      </dsp:nvSpPr>
      <dsp:spPr>
        <a:xfrm>
          <a:off x="0" y="1279628"/>
          <a:ext cx="3885184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8E5B7F-9A7F-4DCC-8359-A1F366AC9E2D}">
      <dsp:nvSpPr>
        <dsp:cNvPr id="0" name=""/>
        <dsp:cNvSpPr/>
      </dsp:nvSpPr>
      <dsp:spPr>
        <a:xfrm>
          <a:off x="194259" y="969668"/>
          <a:ext cx="2719628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795" tIns="0" rIns="102795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B. Threat modeling</a:t>
          </a:r>
        </a:p>
      </dsp:txBody>
      <dsp:txXfrm>
        <a:off x="224521" y="999930"/>
        <a:ext cx="2659104" cy="559396"/>
      </dsp:txXfrm>
    </dsp:sp>
    <dsp:sp modelId="{0C6C51EE-F16F-4FDE-86D6-74A45A165B94}">
      <dsp:nvSpPr>
        <dsp:cNvPr id="0" name=""/>
        <dsp:cNvSpPr/>
      </dsp:nvSpPr>
      <dsp:spPr>
        <a:xfrm>
          <a:off x="0" y="2232189"/>
          <a:ext cx="3885184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D969DB-B7CA-4AD2-A255-CA46C964C921}">
      <dsp:nvSpPr>
        <dsp:cNvPr id="0" name=""/>
        <dsp:cNvSpPr/>
      </dsp:nvSpPr>
      <dsp:spPr>
        <a:xfrm>
          <a:off x="194259" y="1922229"/>
          <a:ext cx="2719628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795" tIns="0" rIns="102795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C. Incident response</a:t>
          </a:r>
        </a:p>
      </dsp:txBody>
      <dsp:txXfrm>
        <a:off x="224521" y="1952491"/>
        <a:ext cx="2659104" cy="559396"/>
      </dsp:txXfrm>
    </dsp:sp>
    <dsp:sp modelId="{CF4DD8B4-35BE-41F8-9D42-A202D3048230}">
      <dsp:nvSpPr>
        <dsp:cNvPr id="0" name=""/>
        <dsp:cNvSpPr/>
      </dsp:nvSpPr>
      <dsp:spPr>
        <a:xfrm>
          <a:off x="0" y="3184749"/>
          <a:ext cx="3885184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5CF857-9A35-46A8-85BB-27E052F89A22}">
      <dsp:nvSpPr>
        <dsp:cNvPr id="0" name=""/>
        <dsp:cNvSpPr/>
      </dsp:nvSpPr>
      <dsp:spPr>
        <a:xfrm>
          <a:off x="194259" y="2874789"/>
          <a:ext cx="2719628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795" tIns="0" rIns="102795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D. Forensics</a:t>
          </a:r>
        </a:p>
      </dsp:txBody>
      <dsp:txXfrm>
        <a:off x="224521" y="2905051"/>
        <a:ext cx="2659104" cy="559396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3A7FA7-2CBC-4256-A354-EC467E58DE1C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361FEB-B007-4237-8363-170768E33568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43. YES / NO</a:t>
          </a:r>
        </a:p>
      </dsp:txBody>
      <dsp:txXfrm>
        <a:off x="456496" y="980400"/>
        <a:ext cx="3381034" cy="2099279"/>
      </dsp:txXfrm>
    </dsp:sp>
    <dsp:sp modelId="{F86AEF79-2520-4BBC-9085-36032192EA15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27943B-E782-410E-93A8-130086E8C681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“Perfect security is achievable.”</a:t>
          </a:r>
        </a:p>
      </dsp:txBody>
      <dsp:txXfrm>
        <a:off x="4748523" y="980400"/>
        <a:ext cx="3381034" cy="20992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4B9FC5-4F80-45B3-A0B9-BFE02ED8702E}" type="datetimeFigureOut">
              <a:rPr lang="en-NZ" smtClean="0"/>
              <a:t>29/01/2026</a:t>
            </a:fld>
            <a:endParaRPr lang="en-N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C54732-C5E3-4298-805D-5EA60C92534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98791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C54732-C5E3-4298-805D-5EA60C925341}" type="slidenum">
              <a:rPr lang="en-NZ" smtClean="0"/>
              <a:t>45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19661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01EBE77F-97E9-FE3E-2A1F-95AC4424B6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7536670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050" y="1128094"/>
            <a:ext cx="2575635" cy="141527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sz="2800" dirty="0"/>
              <a:t>2. Multiple Choice</a:t>
            </a:r>
            <a:br>
              <a:rPr lang="en-US" sz="2800" dirty="0"/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Which statement about passwords is MOST accurate?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endParaRPr lang="en-US" sz="2800" dirty="0"/>
          </a:p>
        </p:txBody>
      </p:sp>
      <p:pic>
        <p:nvPicPr>
          <p:cNvPr id="5" name="Picture 4" descr="Programming data on computer monitor">
            <a:extLst>
              <a:ext uri="{FF2B5EF4-FFF2-40B4-BE49-F238E27FC236}">
                <a16:creationId xmlns:a16="http://schemas.microsoft.com/office/drawing/2014/main" id="{81D17570-D947-3DF2-7601-2C780AA5D0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129" r="20591" b="-1"/>
          <a:stretch>
            <a:fillRect/>
          </a:stretch>
        </p:blipFill>
        <p:spPr>
          <a:xfrm>
            <a:off x="-7414" y="10"/>
            <a:ext cx="5679453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49EDD1B-F94D-B4E6-ACAA-566B9A26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49542" y="87114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115050" y="2543364"/>
            <a:ext cx="2575635" cy="3599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defRPr sz="2800"/>
            </a:pPr>
            <a:endParaRPr lang="en-US" sz="16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A. Long passwords are always better than short ones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B. Complex passwords are more secure than long ones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C. Password security mostly depends on how they are stored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D. Passwords are secure if users don’t reuse them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440E69D9-2F1F-B7B7-C8A2-9C67E1174D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0692389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59983" y="741391"/>
            <a:ext cx="2526926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-22860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tabLst/>
              <a:defRPr sz="2800"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4. MULTIPLE CHOICE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Which is the BIGGEST risk when developers roll their own encryption?</a:t>
            </a:r>
            <a:endParaRPr lang="en-US" sz="2000" dirty="0"/>
          </a:p>
        </p:txBody>
      </p:sp>
      <p:pic>
        <p:nvPicPr>
          <p:cNvPr id="5" name="Picture 4" descr="Programming data on computer monitor">
            <a:extLst>
              <a:ext uri="{FF2B5EF4-FFF2-40B4-BE49-F238E27FC236}">
                <a16:creationId xmlns:a16="http://schemas.microsoft.com/office/drawing/2014/main" id="{1D9BF894-4D4E-1371-4DC1-738CC4D622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795" r="21257" b="-1"/>
          <a:stretch>
            <a:fillRect/>
          </a:stretch>
        </p:blipFill>
        <p:spPr>
          <a:xfrm>
            <a:off x="20" y="10"/>
            <a:ext cx="5542677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955894" y="3271199"/>
            <a:ext cx="1630908" cy="5542697"/>
          </a:xfrm>
          <a:prstGeom prst="rect">
            <a:avLst/>
          </a:prstGeom>
          <a:gradFill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 flipV="1">
            <a:off x="-2296081" y="2296080"/>
            <a:ext cx="6854280" cy="226211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346242" y="4425055"/>
            <a:ext cx="2196454" cy="243294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059983" y="2533476"/>
            <a:ext cx="2526926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defRPr sz="2800"/>
            </a:pPr>
            <a:endParaRPr lang="en-US" sz="17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A. Slower performance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B. Legal compliance issues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C. Subtle implementation flaws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D. Larger code size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adlock on computer motherboard">
            <a:extLst>
              <a:ext uri="{FF2B5EF4-FFF2-40B4-BE49-F238E27FC236}">
                <a16:creationId xmlns:a16="http://schemas.microsoft.com/office/drawing/2014/main" id="{ABBF9095-D74D-A53A-1B8D-FA2DF6AD6B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395" r="36111" b="-2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800" dirty="0"/>
              <a:t>5.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SCENARIO</a:t>
            </a:r>
            <a:endParaRPr lang="en-US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0" y="2623143"/>
            <a:ext cx="3935505" cy="16117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defRPr sz="2800"/>
            </a:pPr>
            <a:endParaRPr lang="en-US" sz="17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A system hashes passwords using SHA-256 with no salt.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What is the main problem?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CEDB54C9-7F6E-C1E7-1929-F935A2EFF7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7178929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59983" y="741391"/>
            <a:ext cx="2526926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-22860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tabLst/>
              <a:defRPr sz="2800"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7. MULTIPLE CHOICE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Which vulnerability is MOST likely to exist even in well-tested software?</a:t>
            </a:r>
            <a:endParaRPr lang="en-US" sz="2000" dirty="0"/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CA94AD53-9472-4DAD-B748-2D70D20730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40" r="42912" b="-1"/>
          <a:stretch>
            <a:fillRect/>
          </a:stretch>
        </p:blipFill>
        <p:spPr>
          <a:xfrm>
            <a:off x="20" y="10"/>
            <a:ext cx="5542677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955894" y="3271199"/>
            <a:ext cx="1630908" cy="5542697"/>
          </a:xfrm>
          <a:prstGeom prst="rect">
            <a:avLst/>
          </a:prstGeom>
          <a:gradFill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 flipV="1">
            <a:off x="-2296081" y="2296080"/>
            <a:ext cx="6854280" cy="226211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346242" y="4425055"/>
            <a:ext cx="2196454" cy="243294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059983" y="2533476"/>
            <a:ext cx="2526926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defRPr sz="2800"/>
            </a:pPr>
            <a:endParaRPr lang="en-US" sz="17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A. Syntax errors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B. Logic flaws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C. Compilation errors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D. Missing libraries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59983" y="741391"/>
            <a:ext cx="2526926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-22860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tabLst/>
              <a:defRPr sz="2800"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8. MULTIPLE CHOICE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Which statement about software updates is TRUE?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endParaRPr lang="en-US" sz="2000" dirty="0"/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D6A0314F-3FD8-ECC8-D6FE-057DC15622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40" r="42912" b="-1"/>
          <a:stretch>
            <a:fillRect/>
          </a:stretch>
        </p:blipFill>
        <p:spPr>
          <a:xfrm>
            <a:off x="20" y="10"/>
            <a:ext cx="5542677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955894" y="3271199"/>
            <a:ext cx="1630908" cy="5542697"/>
          </a:xfrm>
          <a:prstGeom prst="rect">
            <a:avLst/>
          </a:prstGeom>
          <a:gradFill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 flipV="1">
            <a:off x="-2296081" y="2296080"/>
            <a:ext cx="6854280" cy="226211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346242" y="4425055"/>
            <a:ext cx="2196454" cy="243294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059983" y="2533476"/>
            <a:ext cx="2526926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A. Updates mostly add features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B. Updates are optional if it works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C. Delaying updates increases attack windows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D. Updates only matter for 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F0AFE5B1-2228-3814-D80C-BFECE90957E9}"/>
              </a:ext>
            </a:extLst>
          </p:cNvPr>
          <p:cNvGraphicFramePr/>
          <p:nvPr/>
        </p:nvGraphicFramePr>
        <p:xfrm>
          <a:off x="914400" y="1371600"/>
          <a:ext cx="7315200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050" y="1128094"/>
            <a:ext cx="2575635" cy="14152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-22860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tabLst/>
              <a:defRPr sz="2800"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10. MULTIPLE CHOICE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does security through obscurity mean?</a:t>
            </a:r>
            <a:endParaRPr lang="en-US" sz="2000" dirty="0"/>
          </a:p>
        </p:txBody>
      </p:sp>
      <p:pic>
        <p:nvPicPr>
          <p:cNvPr id="5" name="Picture 4" descr="Programming data on computer monitor">
            <a:extLst>
              <a:ext uri="{FF2B5EF4-FFF2-40B4-BE49-F238E27FC236}">
                <a16:creationId xmlns:a16="http://schemas.microsoft.com/office/drawing/2014/main" id="{8C37D56D-EA6F-8569-780A-92EEE78C42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129" r="20591" b="-1"/>
          <a:stretch>
            <a:fillRect/>
          </a:stretch>
        </p:blipFill>
        <p:spPr>
          <a:xfrm>
            <a:off x="-7414" y="10"/>
            <a:ext cx="5679453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49EDD1B-F94D-B4E6-ACAA-566B9A26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49542" y="87114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115050" y="2543364"/>
            <a:ext cx="2575635" cy="3599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defRPr sz="2800"/>
            </a:pPr>
            <a:endParaRPr lang="en-US" sz="17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A. Using encryption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B. Hiding system details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C. Limiting access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D. Obfuscating passwords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050" y="1128094"/>
            <a:ext cx="2575635" cy="14152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11. SCENARIO</a:t>
            </a:r>
            <a:endParaRPr lang="en-US" sz="2000" dirty="0"/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B094EDE7-4632-C7E7-ACB0-7C98E2B138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74" r="42246" b="-1"/>
          <a:stretch>
            <a:fillRect/>
          </a:stretch>
        </p:blipFill>
        <p:spPr>
          <a:xfrm>
            <a:off x="-7414" y="10"/>
            <a:ext cx="5679453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49EDD1B-F94D-B4E6-ACAA-566B9A26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49542" y="87114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115049" y="2117480"/>
            <a:ext cx="2575635" cy="17217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defRPr sz="2800"/>
            </a:pPr>
            <a:endParaRPr lang="en-US" sz="17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A web app blocks SQL keywords like SELECT and DROP.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Is this effective protection?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endParaRPr lang="en-US" sz="35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62F33CFF-1343-808A-9EF2-E6F8188D44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32155465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050" y="1128094"/>
            <a:ext cx="2575635" cy="14152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-22860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tabLst/>
              <a:defRPr sz="2800"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13. MULTIPLE CHOICE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Which is the MOST dangerous assumption?</a:t>
            </a:r>
            <a:endParaRPr lang="en-US" sz="2000" dirty="0"/>
          </a:p>
        </p:txBody>
      </p:sp>
      <p:pic>
        <p:nvPicPr>
          <p:cNvPr id="5" name="Picture 4" descr="Programming data on computer monitor">
            <a:extLst>
              <a:ext uri="{FF2B5EF4-FFF2-40B4-BE49-F238E27FC236}">
                <a16:creationId xmlns:a16="http://schemas.microsoft.com/office/drawing/2014/main" id="{14E085DD-D0D3-7851-8A02-FE41D7C630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129" r="20591" b="-1"/>
          <a:stretch>
            <a:fillRect/>
          </a:stretch>
        </p:blipFill>
        <p:spPr>
          <a:xfrm>
            <a:off x="-7414" y="10"/>
            <a:ext cx="5679453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49EDD1B-F94D-B4E6-ACAA-566B9A26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49542" y="87114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115050" y="2543364"/>
            <a:ext cx="2575635" cy="3599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defRPr sz="2800"/>
            </a:pPr>
            <a:endParaRPr lang="en-US" sz="17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A. Users forget passwords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B. Attackers won’t target us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C. Code has bugs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D. Logs grow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59983" y="741391"/>
            <a:ext cx="2526926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-22860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tabLst/>
              <a:defRPr sz="2800"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14. MULTIPLE CHOICE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Which MOST influences real-world security?</a:t>
            </a:r>
            <a:endParaRPr lang="en-US" sz="2000" dirty="0"/>
          </a:p>
        </p:txBody>
      </p:sp>
      <p:pic>
        <p:nvPicPr>
          <p:cNvPr id="12" name="Picture 11" descr="Computer script on a screen">
            <a:extLst>
              <a:ext uri="{FF2B5EF4-FFF2-40B4-BE49-F238E27FC236}">
                <a16:creationId xmlns:a16="http://schemas.microsoft.com/office/drawing/2014/main" id="{55647EE4-1466-B5D3-7689-AB24A8C162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40" r="42912" b="-1"/>
          <a:stretch>
            <a:fillRect/>
          </a:stretch>
        </p:blipFill>
        <p:spPr>
          <a:xfrm>
            <a:off x="20" y="10"/>
            <a:ext cx="5542677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955894" y="3271199"/>
            <a:ext cx="1630908" cy="5542697"/>
          </a:xfrm>
          <a:prstGeom prst="rect">
            <a:avLst/>
          </a:prstGeom>
          <a:gradFill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 flipV="1">
            <a:off x="-2296081" y="2296080"/>
            <a:ext cx="6854280" cy="226211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346242" y="4425055"/>
            <a:ext cx="2196454" cy="243294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059983" y="2533476"/>
            <a:ext cx="2526926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defRPr sz="2800"/>
            </a:pPr>
            <a:endParaRPr lang="en-US" sz="17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A. Language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B. Developer mindset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C. Hardware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D. UI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17908" y="741391"/>
            <a:ext cx="3368866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-22860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tabLst/>
              <a:defRPr sz="2800"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15. SCENARIO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 app encrypts data but uses a hard-coded key.</a:t>
            </a:r>
            <a:endParaRPr lang="en-US" sz="2000" dirty="0"/>
          </a:p>
        </p:txBody>
      </p:sp>
      <p:pic>
        <p:nvPicPr>
          <p:cNvPr id="5" name="Picture 4" descr="Closeup of a keyboard">
            <a:extLst>
              <a:ext uri="{FF2B5EF4-FFF2-40B4-BE49-F238E27FC236}">
                <a16:creationId xmlns:a16="http://schemas.microsoft.com/office/drawing/2014/main" id="{F4CD9F19-3333-F756-78CE-FB47A8941B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391" r="38443" b="1"/>
          <a:stretch>
            <a:fillRect/>
          </a:stretch>
        </p:blipFill>
        <p:spPr>
          <a:xfrm>
            <a:off x="20" y="10"/>
            <a:ext cx="4571980" cy="68579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EFBDE31-BB3E-6CFC-23CD-B5976DA3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2521" cy="68580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80A60EC-72BB-121F-556A-E2837FD99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91A2FAE-D41C-FF5D-B0A0-7808248ED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5117908" y="2533476"/>
            <a:ext cx="3368865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800"/>
            </a:pPr>
            <a:endParaRPr lang="en-US" sz="17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What’s the issue?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3DED3B1E-5AEF-9FA1-A604-EBB30EEEC7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3599111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59983" y="741391"/>
            <a:ext cx="2526926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-22860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tabLst/>
              <a:defRPr sz="2800"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17. MULTIPLE CHOICE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is the PRIMARY goal of authentication?</a:t>
            </a:r>
            <a:endParaRPr lang="en-US" sz="2000" dirty="0"/>
          </a:p>
        </p:txBody>
      </p:sp>
      <p:pic>
        <p:nvPicPr>
          <p:cNvPr id="5" name="Picture 4" descr="Top view of cubes connected with black lines">
            <a:extLst>
              <a:ext uri="{FF2B5EF4-FFF2-40B4-BE49-F238E27FC236}">
                <a16:creationId xmlns:a16="http://schemas.microsoft.com/office/drawing/2014/main" id="{E54C3700-3EC1-C1D3-8304-D5E8746F1E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653" r="14731"/>
          <a:stretch>
            <a:fillRect/>
          </a:stretch>
        </p:blipFill>
        <p:spPr>
          <a:xfrm>
            <a:off x="20" y="10"/>
            <a:ext cx="5542677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955894" y="3271199"/>
            <a:ext cx="1630908" cy="5542697"/>
          </a:xfrm>
          <a:prstGeom prst="rect">
            <a:avLst/>
          </a:prstGeom>
          <a:gradFill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 flipV="1">
            <a:off x="-2296081" y="2296080"/>
            <a:ext cx="6854280" cy="226211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346242" y="4425055"/>
            <a:ext cx="2196454" cy="243294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059983" y="2533476"/>
            <a:ext cx="2526926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defRPr sz="2800"/>
            </a:pPr>
            <a:endParaRPr lang="en-US" sz="17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A. Encryption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B. Identity verification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C. Logging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D. Session management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8" y="327025"/>
            <a:ext cx="3993358" cy="1630363"/>
          </a:xfr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 sz="2400" dirty="0"/>
              <a:t>18. Multiple Choice </a:t>
            </a:r>
            <a:br>
              <a:rPr lang="en-US" sz="2400" dirty="0"/>
            </a:br>
            <a:r>
              <a:rPr lang="en-US" sz="2400" dirty="0"/>
              <a:t>Which threat model is MOST underestimated?</a:t>
            </a:r>
            <a:br>
              <a:rPr lang="en-NZ" sz="2400" dirty="0"/>
            </a:b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5D6ABC-BECF-A225-F17A-69B7B53DCB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638" r="11904" b="-2"/>
          <a:stretch>
            <a:fillRect/>
          </a:stretch>
        </p:blipFill>
        <p:spPr>
          <a:xfrm>
            <a:off x="4474766" y="1"/>
            <a:ext cx="4669234" cy="6856412"/>
          </a:xfrm>
          <a:custGeom>
            <a:avLst/>
            <a:gdLst/>
            <a:ahLst/>
            <a:cxnLst/>
            <a:rect l="l" t="t" r="r" b="b"/>
            <a:pathLst>
              <a:path w="5620032" h="6856412">
                <a:moveTo>
                  <a:pt x="13187" y="0"/>
                </a:moveTo>
                <a:lnTo>
                  <a:pt x="5620032" y="0"/>
                </a:lnTo>
                <a:lnTo>
                  <a:pt x="5620032" y="6856412"/>
                </a:lnTo>
                <a:lnTo>
                  <a:pt x="0" y="6856412"/>
                </a:lnTo>
                <a:lnTo>
                  <a:pt x="64318" y="6298274"/>
                </a:lnTo>
                <a:cubicBezTo>
                  <a:pt x="203221" y="4970220"/>
                  <a:pt x="240510" y="3632077"/>
                  <a:pt x="97152" y="2276000"/>
                </a:cubicBezTo>
                <a:cubicBezTo>
                  <a:pt x="35713" y="1694824"/>
                  <a:pt x="7455" y="1116942"/>
                  <a:pt x="6154" y="541737"/>
                </a:cubicBezTo>
                <a:close/>
              </a:path>
            </a:pathLst>
          </a:custGeom>
        </p:spPr>
      </p:pic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2AA7C7A7-D03A-D4AC-FCE6-853A92C809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6433894"/>
              </p:ext>
            </p:extLst>
          </p:nvPr>
        </p:nvGraphicFramePr>
        <p:xfrm>
          <a:off x="360759" y="2286001"/>
          <a:ext cx="3993357" cy="39195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65F4CF4E-F1D7-5D11-246A-F6D116426E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09823928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Green and yellow layers">
            <a:extLst>
              <a:ext uri="{FF2B5EF4-FFF2-40B4-BE49-F238E27FC236}">
                <a16:creationId xmlns:a16="http://schemas.microsoft.com/office/drawing/2014/main" id="{A390EF55-25D8-7435-9D7C-53F4D9057D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771" r="21624"/>
          <a:stretch>
            <a:fillRect/>
          </a:stretch>
        </p:blipFill>
        <p:spPr>
          <a:xfrm>
            <a:off x="4577270" y="10"/>
            <a:ext cx="4566728" cy="6857990"/>
          </a:xfrm>
          <a:prstGeom prst="rect">
            <a:avLst/>
          </a:prstGeom>
        </p:spPr>
      </p:pic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328512"/>
            <a:ext cx="3583791" cy="16289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600" dirty="0"/>
              <a:t>20. SCENARIO</a:t>
            </a:r>
            <a:br>
              <a:rPr lang="en-US" sz="3600" dirty="0"/>
            </a:br>
            <a:r>
              <a:rPr lang="en-US" sz="2200" dirty="0"/>
              <a:t>A system logs everything including passwords.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0324" y="2493496"/>
            <a:ext cx="3494817" cy="9355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defRPr sz="2800"/>
            </a:pPr>
            <a:endParaRPr lang="en-US" sz="20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What principle is violated?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Electronic circuit board">
            <a:extLst>
              <a:ext uri="{FF2B5EF4-FFF2-40B4-BE49-F238E27FC236}">
                <a16:creationId xmlns:a16="http://schemas.microsoft.com/office/drawing/2014/main" id="{8C01A3D3-D16C-9555-A95F-A9280EAB0F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691" r="11860" b="-1"/>
          <a:stretch>
            <a:fillRect/>
          </a:stretch>
        </p:blipFill>
        <p:spPr>
          <a:xfrm>
            <a:off x="4577270" y="10"/>
            <a:ext cx="4566728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328512"/>
            <a:ext cx="3583791" cy="16289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defRPr sz="2800"/>
            </a:pPr>
            <a:r>
              <a:rPr lang="en-US" sz="2800" dirty="0"/>
              <a:t>21. MULTIPLE CHOICE</a:t>
            </a:r>
            <a:br>
              <a:rPr lang="en-US" sz="2800" dirty="0"/>
            </a:br>
            <a:r>
              <a:rPr lang="en-US" sz="2800" dirty="0"/>
              <a:t>Which practice MOST reduces impact?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1225" y="2627033"/>
            <a:ext cx="3494817" cy="18686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defRPr sz="2800"/>
            </a:pPr>
            <a:endParaRPr lang="en-US" sz="17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A. Code reviews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B. Least privilege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C. Strong passwords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D. Fast CPUs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B627B89B-24A5-99A1-C4B3-AC914AF413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4035209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6022" y="1128094"/>
            <a:ext cx="3006246" cy="141527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defRPr sz="2800"/>
            </a:pPr>
            <a:r>
              <a:rPr lang="en-US" sz="2800" dirty="0"/>
              <a:t>23. MULTIPLE CHOICE</a:t>
            </a:r>
            <a:br>
              <a:rPr lang="en-US" sz="2800" dirty="0"/>
            </a:br>
            <a:r>
              <a:rPr lang="en-US" sz="2800" dirty="0"/>
              <a:t>Which statement about firewalls is TRUE?</a:t>
            </a:r>
          </a:p>
        </p:txBody>
      </p:sp>
      <p:pic>
        <p:nvPicPr>
          <p:cNvPr id="5" name="Picture 4" descr="Programming data on computer monitor">
            <a:extLst>
              <a:ext uri="{FF2B5EF4-FFF2-40B4-BE49-F238E27FC236}">
                <a16:creationId xmlns:a16="http://schemas.microsoft.com/office/drawing/2014/main" id="{92D09FE4-B365-1400-DCBC-DCECA9EA21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129" r="20591" b="-1"/>
          <a:stretch>
            <a:fillRect/>
          </a:stretch>
        </p:blipFill>
        <p:spPr>
          <a:xfrm>
            <a:off x="-7414" y="10"/>
            <a:ext cx="5679453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49EDD1B-F94D-B4E6-ACAA-566B9A26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49542" y="87114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115050" y="2543364"/>
            <a:ext cx="2575635" cy="3599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defRPr sz="2800"/>
            </a:pPr>
            <a:endParaRPr lang="en-US" sz="17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A. Stop all attacks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B. Replace secure coding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C. Reduce attack surface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D. Detect logic flaws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59983" y="741391"/>
            <a:ext cx="2526926" cy="161620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defRPr sz="2800"/>
            </a:pPr>
            <a:r>
              <a:rPr lang="en-US" sz="2800" dirty="0"/>
              <a:t>24. SCENARIO</a:t>
            </a:r>
            <a:br>
              <a:rPr lang="en-US" sz="2800" dirty="0"/>
            </a:br>
            <a:r>
              <a:rPr lang="en-US" sz="2800" dirty="0"/>
              <a:t>A dependency update introduces a vulnerability.</a:t>
            </a:r>
          </a:p>
        </p:txBody>
      </p:sp>
      <p:pic>
        <p:nvPicPr>
          <p:cNvPr id="5" name="Picture 4" descr="Question mark boxes">
            <a:extLst>
              <a:ext uri="{FF2B5EF4-FFF2-40B4-BE49-F238E27FC236}">
                <a16:creationId xmlns:a16="http://schemas.microsoft.com/office/drawing/2014/main" id="{514C7D01-B871-E1B0-5BE9-00A487F847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210" r="24329"/>
          <a:stretch>
            <a:fillRect/>
          </a:stretch>
        </p:blipFill>
        <p:spPr>
          <a:xfrm>
            <a:off x="20" y="10"/>
            <a:ext cx="5542677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955894" y="3271199"/>
            <a:ext cx="1630908" cy="5542697"/>
          </a:xfrm>
          <a:prstGeom prst="rect">
            <a:avLst/>
          </a:prstGeom>
          <a:gradFill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 flipV="1">
            <a:off x="-2296081" y="2296080"/>
            <a:ext cx="6854280" cy="226211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346242" y="4425055"/>
            <a:ext cx="2196454" cy="243294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059983" y="2533476"/>
            <a:ext cx="2526926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800"/>
            </a:pPr>
            <a:endParaRPr lang="en-US" sz="20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What risk category?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562310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556" y="762001"/>
            <a:ext cx="3117384" cy="1708244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defRPr sz="2800"/>
            </a:pPr>
            <a:r>
              <a:rPr lang="en-US" sz="3600" dirty="0"/>
              <a:t>25. MULTIPLE CHOICE</a:t>
            </a:r>
            <a:br>
              <a:rPr lang="en-US" sz="3600" dirty="0"/>
            </a:br>
            <a:r>
              <a:rPr lang="en-US" sz="3600" dirty="0"/>
              <a:t>Which failure is hardest to detect?</a:t>
            </a:r>
            <a:endParaRPr lang="en-US" sz="3500" dirty="0"/>
          </a:p>
        </p:txBody>
      </p:sp>
      <p:pic>
        <p:nvPicPr>
          <p:cNvPr id="17" name="Picture 16" descr="Stock numbers on a digital display">
            <a:extLst>
              <a:ext uri="{FF2B5EF4-FFF2-40B4-BE49-F238E27FC236}">
                <a16:creationId xmlns:a16="http://schemas.microsoft.com/office/drawing/2014/main" id="{0A83A221-6B9D-8704-F86E-6A351C5582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359" r="18807" b="-2"/>
          <a:stretch>
            <a:fillRect/>
          </a:stretch>
        </p:blipFill>
        <p:spPr>
          <a:xfrm>
            <a:off x="20" y="-2"/>
            <a:ext cx="4571980" cy="685800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02556" y="2470246"/>
            <a:ext cx="3117384" cy="21455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defRPr sz="2800"/>
            </a:pPr>
            <a:endParaRPr lang="en-US" sz="17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A. Crashes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B. Data corruption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C. Silent data leakage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D. Performance issues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562310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556" y="762001"/>
            <a:ext cx="3117384" cy="17082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600" dirty="0"/>
              <a:t>26. YES / NO</a:t>
            </a:r>
            <a:endParaRPr lang="en-US" sz="3500" dirty="0"/>
          </a:p>
        </p:txBody>
      </p:sp>
      <p:pic>
        <p:nvPicPr>
          <p:cNvPr id="5" name="Picture 4" descr="Programming data on computer monitor">
            <a:extLst>
              <a:ext uri="{FF2B5EF4-FFF2-40B4-BE49-F238E27FC236}">
                <a16:creationId xmlns:a16="http://schemas.microsoft.com/office/drawing/2014/main" id="{927E841B-E8D7-7FEF-0BEA-3D850D556A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519" r="25980" b="-2"/>
          <a:stretch>
            <a:fillRect/>
          </a:stretch>
        </p:blipFill>
        <p:spPr>
          <a:xfrm>
            <a:off x="20" y="-2"/>
            <a:ext cx="4571980" cy="685800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52451" y="2189469"/>
            <a:ext cx="3117384" cy="17082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800"/>
            </a:pPr>
            <a:endParaRPr lang="en-US" sz="20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“Encryption protects against data modification.”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562310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09786" y="762001"/>
            <a:ext cx="3510154" cy="1708244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defRPr sz="2800"/>
            </a:pPr>
            <a:r>
              <a:rPr lang="en-US" sz="3600" dirty="0"/>
              <a:t>27. MULTIPLE CHOICE</a:t>
            </a:r>
            <a:br>
              <a:rPr lang="en-US" sz="3600" dirty="0"/>
            </a:br>
            <a:r>
              <a:rPr lang="en-US" sz="3600" dirty="0"/>
              <a:t>What is the MOST common root cause of breaches?</a:t>
            </a:r>
            <a:endParaRPr lang="en-US" sz="3500" dirty="0"/>
          </a:p>
        </p:txBody>
      </p:sp>
      <p:pic>
        <p:nvPicPr>
          <p:cNvPr id="5" name="Picture 4" descr="Ethernet cables connected to a networking patch">
            <a:extLst>
              <a:ext uri="{FF2B5EF4-FFF2-40B4-BE49-F238E27FC236}">
                <a16:creationId xmlns:a16="http://schemas.microsoft.com/office/drawing/2014/main" id="{D4B23D06-2872-8ED8-4D28-8624300D2A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336" r="20997"/>
          <a:stretch>
            <a:fillRect/>
          </a:stretch>
        </p:blipFill>
        <p:spPr>
          <a:xfrm>
            <a:off x="20" y="-2"/>
            <a:ext cx="4571980" cy="685800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02556" y="2911242"/>
            <a:ext cx="3117384" cy="2219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defRPr sz="2800"/>
            </a:pPr>
            <a:endParaRPr lang="en-US" sz="20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A. Malware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B. Zero-days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C. Human error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D. Hardware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defRPr sz="2800"/>
            </a:pPr>
            <a:r>
              <a:rPr lang="en-US" sz="3600" dirty="0"/>
              <a:t>28. SCENARIO</a:t>
            </a:r>
            <a:br>
              <a:rPr lang="en-US" sz="3600" dirty="0"/>
            </a:br>
            <a:r>
              <a:rPr lang="en-US" sz="3600" dirty="0"/>
              <a:t>An API trusts requests from a specific IP range.</a:t>
            </a:r>
            <a:endParaRPr lang="en-US" sz="3500" dirty="0"/>
          </a:p>
        </p:txBody>
      </p:sp>
      <p:sp>
        <p:nvSpPr>
          <p:cNvPr id="3" name="TextBox 2"/>
          <p:cNvSpPr txBox="1"/>
          <p:nvPr/>
        </p:nvSpPr>
        <p:spPr>
          <a:xfrm>
            <a:off x="1523328" y="2479623"/>
            <a:ext cx="4000647" cy="15052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800"/>
            </a:pPr>
            <a:endParaRPr lang="en-US" sz="20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What’s the flaw?</a:t>
            </a: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BA2C34E8-E160-6E74-C1A6-E0B591D47C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675" r="50448" b="-1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10650BA-D090-4A23-98E3-B48BBAEA9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Close-up of a solar panel&#10;&#10;AI-generated content may be incorrect.">
            <a:extLst>
              <a:ext uri="{FF2B5EF4-FFF2-40B4-BE49-F238E27FC236}">
                <a16:creationId xmlns:a16="http://schemas.microsoft.com/office/drawing/2014/main" id="{91CC06F0-1A92-F14D-FBEA-8DAF2CC4FB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041" r="27236" b="-2"/>
          <a:stretch>
            <a:fillRect/>
          </a:stretch>
        </p:blipFill>
        <p:spPr>
          <a:xfrm>
            <a:off x="-7145" y="3725"/>
            <a:ext cx="4384623" cy="6850548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FFB939B9-73CE-4644-87BB-72AEBF0011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7145" y="-6558"/>
            <a:ext cx="4691122" cy="6874766"/>
            <a:chOff x="-9149" y="3725"/>
            <a:chExt cx="6254832" cy="6887203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5F2A0CF-7879-4629-AC2B-4069D77A3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38645"/>
              <a:ext cx="5933139" cy="6387893"/>
            </a:xfrm>
            <a:custGeom>
              <a:avLst/>
              <a:gdLst>
                <a:gd name="connsiteX0" fmla="*/ 5852909 w 5933139"/>
                <a:gd name="connsiteY0" fmla="*/ 2469528 h 6335678"/>
                <a:gd name="connsiteX1" fmla="*/ 5830799 w 5933139"/>
                <a:gd name="connsiteY1" fmla="*/ 2394015 h 6335678"/>
                <a:gd name="connsiteX2" fmla="*/ 5805878 w 5933139"/>
                <a:gd name="connsiteY2" fmla="*/ 2319439 h 6335678"/>
                <a:gd name="connsiteX3" fmla="*/ 5778708 w 5933139"/>
                <a:gd name="connsiteY3" fmla="*/ 2245800 h 6335678"/>
                <a:gd name="connsiteX4" fmla="*/ 5652978 w 5933139"/>
                <a:gd name="connsiteY4" fmla="*/ 1959675 h 6335678"/>
                <a:gd name="connsiteX5" fmla="*/ 5327691 w 5933139"/>
                <a:gd name="connsiteY5" fmla="*/ 1432958 h 6335678"/>
                <a:gd name="connsiteX6" fmla="*/ 4921458 w 5933139"/>
                <a:gd name="connsiteY6" fmla="*/ 973322 h 6335678"/>
                <a:gd name="connsiteX7" fmla="*/ 4450018 w 5933139"/>
                <a:gd name="connsiteY7" fmla="*/ 586764 h 6335678"/>
                <a:gd name="connsiteX8" fmla="*/ 4193311 w 5933139"/>
                <a:gd name="connsiteY8" fmla="*/ 423558 h 6335678"/>
                <a:gd name="connsiteX9" fmla="*/ 3924237 w 5933139"/>
                <a:gd name="connsiteY9" fmla="*/ 281901 h 6335678"/>
                <a:gd name="connsiteX10" fmla="*/ 3352175 w 5933139"/>
                <a:gd name="connsiteY10" fmla="*/ 75786 h 6335678"/>
                <a:gd name="connsiteX11" fmla="*/ 3051997 w 5933139"/>
                <a:gd name="connsiteY11" fmla="*/ 19011 h 6335678"/>
                <a:gd name="connsiteX12" fmla="*/ 2745823 w 5933139"/>
                <a:gd name="connsiteY12" fmla="*/ 86 h 6335678"/>
                <a:gd name="connsiteX13" fmla="*/ 2141720 w 5933139"/>
                <a:gd name="connsiteY13" fmla="*/ 55550 h 6335678"/>
                <a:gd name="connsiteX14" fmla="*/ 1551295 w 5933139"/>
                <a:gd name="connsiteY14" fmla="*/ 216319 h 6335678"/>
                <a:gd name="connsiteX15" fmla="*/ 1001718 w 5933139"/>
                <a:gd name="connsiteY15" fmla="*/ 498134 h 6335678"/>
                <a:gd name="connsiteX16" fmla="*/ 754755 w 5933139"/>
                <a:gd name="connsiteY16" fmla="*/ 685886 h 6335678"/>
                <a:gd name="connsiteX17" fmla="*/ 533462 w 5933139"/>
                <a:gd name="connsiteY17" fmla="*/ 903056 h 6335678"/>
                <a:gd name="connsiteX18" fmla="*/ 0 w 5933139"/>
                <a:gd name="connsiteY18" fmla="*/ 1646568 h 6335678"/>
                <a:gd name="connsiteX19" fmla="*/ 0 w 5933139"/>
                <a:gd name="connsiteY19" fmla="*/ 4709059 h 6335678"/>
                <a:gd name="connsiteX20" fmla="*/ 120671 w 5933139"/>
                <a:gd name="connsiteY20" fmla="*/ 4907491 h 6335678"/>
                <a:gd name="connsiteX21" fmla="*/ 507979 w 5933139"/>
                <a:gd name="connsiteY21" fmla="*/ 5384178 h 6335678"/>
                <a:gd name="connsiteX22" fmla="*/ 972112 w 5933139"/>
                <a:gd name="connsiteY22" fmla="*/ 5778607 h 6335678"/>
                <a:gd name="connsiteX23" fmla="*/ 1229943 w 5933139"/>
                <a:gd name="connsiteY23" fmla="*/ 5939939 h 6335678"/>
                <a:gd name="connsiteX24" fmla="*/ 1502389 w 5933139"/>
                <a:gd name="connsiteY24" fmla="*/ 6073913 h 6335678"/>
                <a:gd name="connsiteX25" fmla="*/ 2673870 w 5933139"/>
                <a:gd name="connsiteY25" fmla="*/ 6333993 h 6335678"/>
                <a:gd name="connsiteX26" fmla="*/ 2749196 w 5933139"/>
                <a:gd name="connsiteY26" fmla="*/ 6335679 h 6335678"/>
                <a:gd name="connsiteX27" fmla="*/ 2787983 w 5933139"/>
                <a:gd name="connsiteY27" fmla="*/ 6335492 h 6335678"/>
                <a:gd name="connsiteX28" fmla="*/ 2826770 w 5933139"/>
                <a:gd name="connsiteY28" fmla="*/ 6334368 h 6335678"/>
                <a:gd name="connsiteX29" fmla="*/ 2981918 w 5933139"/>
                <a:gd name="connsiteY29" fmla="*/ 6319939 h 6335678"/>
                <a:gd name="connsiteX30" fmla="*/ 3285282 w 5933139"/>
                <a:gd name="connsiteY30" fmla="*/ 6241803 h 6335678"/>
                <a:gd name="connsiteX31" fmla="*/ 3566347 w 5933139"/>
                <a:gd name="connsiteY31" fmla="*/ 6104831 h 6335678"/>
                <a:gd name="connsiteX32" fmla="*/ 3818369 w 5933139"/>
                <a:gd name="connsiteY32" fmla="*/ 5926823 h 6335678"/>
                <a:gd name="connsiteX33" fmla="*/ 4044908 w 5933139"/>
                <a:gd name="connsiteY33" fmla="*/ 5726329 h 6335678"/>
                <a:gd name="connsiteX34" fmla="*/ 4151151 w 5933139"/>
                <a:gd name="connsiteY34" fmla="*/ 5622147 h 6335678"/>
                <a:gd name="connsiteX35" fmla="*/ 4253834 w 5933139"/>
                <a:gd name="connsiteY35" fmla="*/ 5516841 h 6335678"/>
                <a:gd name="connsiteX36" fmla="*/ 4452453 w 5933139"/>
                <a:gd name="connsiteY36" fmla="*/ 5306979 h 6335678"/>
                <a:gd name="connsiteX37" fmla="*/ 4548578 w 5933139"/>
                <a:gd name="connsiteY37" fmla="*/ 5202797 h 6335678"/>
                <a:gd name="connsiteX38" fmla="*/ 4596546 w 5933139"/>
                <a:gd name="connsiteY38" fmla="*/ 5151456 h 6335678"/>
                <a:gd name="connsiteX39" fmla="*/ 4643016 w 5933139"/>
                <a:gd name="connsiteY39" fmla="*/ 5103300 h 6335678"/>
                <a:gd name="connsiteX40" fmla="*/ 4739515 w 5933139"/>
                <a:gd name="connsiteY40" fmla="*/ 5013172 h 6335678"/>
                <a:gd name="connsiteX41" fmla="*/ 4842198 w 5933139"/>
                <a:gd name="connsiteY41" fmla="*/ 4930164 h 6335678"/>
                <a:gd name="connsiteX42" fmla="*/ 5071360 w 5933139"/>
                <a:gd name="connsiteY42" fmla="*/ 4780449 h 6335678"/>
                <a:gd name="connsiteX43" fmla="*/ 5332001 w 5933139"/>
                <a:gd name="connsiteY43" fmla="*/ 4615932 h 6335678"/>
                <a:gd name="connsiteX44" fmla="*/ 5397396 w 5933139"/>
                <a:gd name="connsiteY44" fmla="*/ 4563655 h 6335678"/>
                <a:gd name="connsiteX45" fmla="*/ 5459417 w 5933139"/>
                <a:gd name="connsiteY45" fmla="*/ 4505380 h 6335678"/>
                <a:gd name="connsiteX46" fmla="*/ 5567159 w 5933139"/>
                <a:gd name="connsiteY46" fmla="*/ 4374029 h 6335678"/>
                <a:gd name="connsiteX47" fmla="*/ 5651292 w 5933139"/>
                <a:gd name="connsiteY47" fmla="*/ 4231810 h 6335678"/>
                <a:gd name="connsiteX48" fmla="*/ 5716686 w 5933139"/>
                <a:gd name="connsiteY48" fmla="*/ 4085655 h 6335678"/>
                <a:gd name="connsiteX49" fmla="*/ 5820681 w 5933139"/>
                <a:gd name="connsiteY49" fmla="*/ 3791848 h 6335678"/>
                <a:gd name="connsiteX50" fmla="*/ 5898629 w 5933139"/>
                <a:gd name="connsiteY50" fmla="*/ 3487922 h 6335678"/>
                <a:gd name="connsiteX51" fmla="*/ 5932170 w 5933139"/>
                <a:gd name="connsiteY51" fmla="*/ 3174066 h 6335678"/>
                <a:gd name="connsiteX52" fmla="*/ 5872209 w 5933139"/>
                <a:gd name="connsiteY52" fmla="*/ 2545978 h 6335678"/>
                <a:gd name="connsiteX53" fmla="*/ 5852909 w 5933139"/>
                <a:gd name="connsiteY53" fmla="*/ 2469528 h 6335678"/>
                <a:gd name="connsiteX54" fmla="*/ 5507386 w 5933139"/>
                <a:gd name="connsiteY54" fmla="*/ 3724580 h 6335678"/>
                <a:gd name="connsiteX55" fmla="*/ 5453609 w 5933139"/>
                <a:gd name="connsiteY55" fmla="*/ 3989906 h 6335678"/>
                <a:gd name="connsiteX56" fmla="*/ 5344181 w 5933139"/>
                <a:gd name="connsiteY56" fmla="*/ 4220380 h 6335678"/>
                <a:gd name="connsiteX57" fmla="*/ 5171419 w 5933139"/>
                <a:gd name="connsiteY57" fmla="*/ 4388644 h 6335678"/>
                <a:gd name="connsiteX58" fmla="*/ 5057868 w 5933139"/>
                <a:gd name="connsiteY58" fmla="*/ 4453851 h 6335678"/>
                <a:gd name="connsiteX59" fmla="*/ 4930265 w 5933139"/>
                <a:gd name="connsiteY59" fmla="*/ 4516810 h 6335678"/>
                <a:gd name="connsiteX60" fmla="*/ 4660067 w 5933139"/>
                <a:gd name="connsiteY60" fmla="*/ 4664276 h 6335678"/>
                <a:gd name="connsiteX61" fmla="*/ 4408794 w 5933139"/>
                <a:gd name="connsiteY61" fmla="*/ 4857836 h 6335678"/>
                <a:gd name="connsiteX62" fmla="*/ 4352207 w 5933139"/>
                <a:gd name="connsiteY62" fmla="*/ 4911988 h 6335678"/>
                <a:gd name="connsiteX63" fmla="*/ 4299366 w 5933139"/>
                <a:gd name="connsiteY63" fmla="*/ 4965390 h 6335678"/>
                <a:gd name="connsiteX64" fmla="*/ 4197621 w 5933139"/>
                <a:gd name="connsiteY64" fmla="*/ 5074257 h 6335678"/>
                <a:gd name="connsiteX65" fmla="*/ 4008744 w 5933139"/>
                <a:gd name="connsiteY65" fmla="*/ 5297985 h 6335678"/>
                <a:gd name="connsiteX66" fmla="*/ 3917304 w 5933139"/>
                <a:gd name="connsiteY66" fmla="*/ 5409100 h 6335678"/>
                <a:gd name="connsiteX67" fmla="*/ 3826052 w 5933139"/>
                <a:gd name="connsiteY67" fmla="*/ 5518153 h 6335678"/>
                <a:gd name="connsiteX68" fmla="*/ 3637925 w 5933139"/>
                <a:gd name="connsiteY68" fmla="*/ 5725017 h 6335678"/>
                <a:gd name="connsiteX69" fmla="*/ 3433497 w 5933139"/>
                <a:gd name="connsiteY69" fmla="*/ 5906586 h 6335678"/>
                <a:gd name="connsiteX70" fmla="*/ 3204522 w 5933139"/>
                <a:gd name="connsiteY70" fmla="*/ 6046744 h 6335678"/>
                <a:gd name="connsiteX71" fmla="*/ 2950439 w 5933139"/>
                <a:gd name="connsiteY71" fmla="*/ 6129190 h 6335678"/>
                <a:gd name="connsiteX72" fmla="*/ 2816839 w 5933139"/>
                <a:gd name="connsiteY72" fmla="*/ 6146428 h 6335678"/>
                <a:gd name="connsiteX73" fmla="*/ 2749009 w 5933139"/>
                <a:gd name="connsiteY73" fmla="*/ 6149051 h 6335678"/>
                <a:gd name="connsiteX74" fmla="*/ 2678930 w 5933139"/>
                <a:gd name="connsiteY74" fmla="*/ 6148677 h 6335678"/>
                <a:gd name="connsiteX75" fmla="*/ 2125793 w 5933139"/>
                <a:gd name="connsiteY75" fmla="*/ 6065481 h 6335678"/>
                <a:gd name="connsiteX76" fmla="*/ 1610506 w 5933139"/>
                <a:gd name="connsiteY76" fmla="*/ 5851310 h 6335678"/>
                <a:gd name="connsiteX77" fmla="*/ 1373099 w 5933139"/>
                <a:gd name="connsiteY77" fmla="*/ 5706279 h 6335678"/>
                <a:gd name="connsiteX78" fmla="*/ 1315949 w 5933139"/>
                <a:gd name="connsiteY78" fmla="*/ 5666743 h 6335678"/>
                <a:gd name="connsiteX79" fmla="*/ 1259923 w 5933139"/>
                <a:gd name="connsiteY79" fmla="*/ 5625894 h 6335678"/>
                <a:gd name="connsiteX80" fmla="*/ 1204647 w 5933139"/>
                <a:gd name="connsiteY80" fmla="*/ 5583922 h 6335678"/>
                <a:gd name="connsiteX81" fmla="*/ 1150308 w 5933139"/>
                <a:gd name="connsiteY81" fmla="*/ 5540826 h 6335678"/>
                <a:gd name="connsiteX82" fmla="*/ 751569 w 5933139"/>
                <a:gd name="connsiteY82" fmla="*/ 5158015 h 6335678"/>
                <a:gd name="connsiteX83" fmla="*/ 663315 w 5933139"/>
                <a:gd name="connsiteY83" fmla="*/ 5052146 h 6335678"/>
                <a:gd name="connsiteX84" fmla="*/ 580869 w 5933139"/>
                <a:gd name="connsiteY84" fmla="*/ 4942718 h 6335678"/>
                <a:gd name="connsiteX85" fmla="*/ 432279 w 5933139"/>
                <a:gd name="connsiteY85" fmla="*/ 4713369 h 6335678"/>
                <a:gd name="connsiteX86" fmla="*/ 205553 w 5933139"/>
                <a:gd name="connsiteY86" fmla="*/ 4219443 h 6335678"/>
                <a:gd name="connsiteX87" fmla="*/ 79448 w 5933139"/>
                <a:gd name="connsiteY87" fmla="*/ 3693850 h 6335678"/>
                <a:gd name="connsiteX88" fmla="*/ 53590 w 5933139"/>
                <a:gd name="connsiteY88" fmla="*/ 3425339 h 6335678"/>
                <a:gd name="connsiteX89" fmla="*/ 49655 w 5933139"/>
                <a:gd name="connsiteY89" fmla="*/ 3155890 h 6335678"/>
                <a:gd name="connsiteX90" fmla="*/ 67830 w 5933139"/>
                <a:gd name="connsiteY90" fmla="*/ 2886817 h 6335678"/>
                <a:gd name="connsiteX91" fmla="*/ 108679 w 5933139"/>
                <a:gd name="connsiteY91" fmla="*/ 2619992 h 6335678"/>
                <a:gd name="connsiteX92" fmla="*/ 263077 w 5933139"/>
                <a:gd name="connsiteY92" fmla="*/ 2101520 h 6335678"/>
                <a:gd name="connsiteX93" fmla="*/ 837575 w 5933139"/>
                <a:gd name="connsiteY93" fmla="*/ 1186370 h 6335678"/>
                <a:gd name="connsiteX94" fmla="*/ 1031698 w 5933139"/>
                <a:gd name="connsiteY94" fmla="*/ 996932 h 6335678"/>
                <a:gd name="connsiteX95" fmla="*/ 1236688 w 5933139"/>
                <a:gd name="connsiteY95" fmla="*/ 819298 h 6335678"/>
                <a:gd name="connsiteX96" fmla="*/ 1687143 w 5933139"/>
                <a:gd name="connsiteY96" fmla="*/ 511438 h 6335678"/>
                <a:gd name="connsiteX97" fmla="*/ 2196246 w 5933139"/>
                <a:gd name="connsiteY97" fmla="*/ 300639 h 6335678"/>
                <a:gd name="connsiteX98" fmla="*/ 2745823 w 5933139"/>
                <a:gd name="connsiteY98" fmla="*/ 229248 h 6335678"/>
                <a:gd name="connsiteX99" fmla="*/ 3019206 w 5933139"/>
                <a:gd name="connsiteY99" fmla="*/ 252108 h 6335678"/>
                <a:gd name="connsiteX100" fmla="*/ 3288092 w 5933139"/>
                <a:gd name="connsiteY100" fmla="*/ 313006 h 6335678"/>
                <a:gd name="connsiteX101" fmla="*/ 3548172 w 5933139"/>
                <a:gd name="connsiteY101" fmla="*/ 407069 h 6335678"/>
                <a:gd name="connsiteX102" fmla="*/ 3611505 w 5933139"/>
                <a:gd name="connsiteY102" fmla="*/ 435176 h 6335678"/>
                <a:gd name="connsiteX103" fmla="*/ 3674089 w 5933139"/>
                <a:gd name="connsiteY103" fmla="*/ 464968 h 6335678"/>
                <a:gd name="connsiteX104" fmla="*/ 3735736 w 5933139"/>
                <a:gd name="connsiteY104" fmla="*/ 496823 h 6335678"/>
                <a:gd name="connsiteX105" fmla="*/ 3796634 w 5933139"/>
                <a:gd name="connsiteY105" fmla="*/ 530176 h 6335678"/>
                <a:gd name="connsiteX106" fmla="*/ 4251585 w 5933139"/>
                <a:gd name="connsiteY106" fmla="*/ 847405 h 6335678"/>
                <a:gd name="connsiteX107" fmla="*/ 4644515 w 5933139"/>
                <a:gd name="connsiteY107" fmla="*/ 1236775 h 6335678"/>
                <a:gd name="connsiteX108" fmla="*/ 4816527 w 5933139"/>
                <a:gd name="connsiteY108" fmla="*/ 1451883 h 6335678"/>
                <a:gd name="connsiteX109" fmla="*/ 4970738 w 5933139"/>
                <a:gd name="connsiteY109" fmla="*/ 1678610 h 6335678"/>
                <a:gd name="connsiteX110" fmla="*/ 5223885 w 5933139"/>
                <a:gd name="connsiteY110" fmla="*/ 2159232 h 6335678"/>
                <a:gd name="connsiteX111" fmla="*/ 5395709 w 5933139"/>
                <a:gd name="connsiteY111" fmla="*/ 2666087 h 6335678"/>
                <a:gd name="connsiteX112" fmla="*/ 5458855 w 5933139"/>
                <a:gd name="connsiteY112" fmla="*/ 2924292 h 6335678"/>
                <a:gd name="connsiteX113" fmla="*/ 5499142 w 5933139"/>
                <a:gd name="connsiteY113" fmla="*/ 3186995 h 6335678"/>
                <a:gd name="connsiteX114" fmla="*/ 5516755 w 5933139"/>
                <a:gd name="connsiteY114" fmla="*/ 3454007 h 6335678"/>
                <a:gd name="connsiteX115" fmla="*/ 5507386 w 5933139"/>
                <a:gd name="connsiteY115" fmla="*/ 3724580 h 6335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5933139" h="6335678">
                  <a:moveTo>
                    <a:pt x="5852909" y="2469528"/>
                  </a:moveTo>
                  <a:lnTo>
                    <a:pt x="5830799" y="2394015"/>
                  </a:lnTo>
                  <a:lnTo>
                    <a:pt x="5805878" y="2319439"/>
                  </a:lnTo>
                  <a:cubicBezTo>
                    <a:pt x="5797446" y="2294705"/>
                    <a:pt x="5787890" y="2270346"/>
                    <a:pt x="5778708" y="2245800"/>
                  </a:cubicBezTo>
                  <a:cubicBezTo>
                    <a:pt x="5740858" y="2148364"/>
                    <a:pt x="5699073" y="2052614"/>
                    <a:pt x="5652978" y="1959675"/>
                  </a:cubicBezTo>
                  <a:cubicBezTo>
                    <a:pt x="5559664" y="1773985"/>
                    <a:pt x="5450986" y="1597663"/>
                    <a:pt x="5327691" y="1432958"/>
                  </a:cubicBezTo>
                  <a:cubicBezTo>
                    <a:pt x="5204960" y="1268067"/>
                    <a:pt x="5068362" y="1114980"/>
                    <a:pt x="4921458" y="973322"/>
                  </a:cubicBezTo>
                  <a:cubicBezTo>
                    <a:pt x="4774742" y="831665"/>
                    <a:pt x="4616408" y="703125"/>
                    <a:pt x="4450018" y="586764"/>
                  </a:cubicBezTo>
                  <a:cubicBezTo>
                    <a:pt x="4366822" y="528489"/>
                    <a:pt x="4281003" y="474337"/>
                    <a:pt x="4193311" y="423558"/>
                  </a:cubicBezTo>
                  <a:cubicBezTo>
                    <a:pt x="4105806" y="372404"/>
                    <a:pt x="4015865" y="325560"/>
                    <a:pt x="3924237" y="281901"/>
                  </a:cubicBezTo>
                  <a:cubicBezTo>
                    <a:pt x="3740983" y="195333"/>
                    <a:pt x="3549483" y="125067"/>
                    <a:pt x="3352175" y="75786"/>
                  </a:cubicBezTo>
                  <a:cubicBezTo>
                    <a:pt x="3253428" y="51240"/>
                    <a:pt x="3153368" y="31565"/>
                    <a:pt x="3051997" y="19011"/>
                  </a:cubicBezTo>
                  <a:cubicBezTo>
                    <a:pt x="2950814" y="5895"/>
                    <a:pt x="2848506" y="-851"/>
                    <a:pt x="2745823" y="86"/>
                  </a:cubicBezTo>
                  <a:cubicBezTo>
                    <a:pt x="2543643" y="1585"/>
                    <a:pt x="2341838" y="20135"/>
                    <a:pt x="2141720" y="55550"/>
                  </a:cubicBezTo>
                  <a:cubicBezTo>
                    <a:pt x="1941976" y="91339"/>
                    <a:pt x="1743356" y="143055"/>
                    <a:pt x="1551295" y="216319"/>
                  </a:cubicBezTo>
                  <a:cubicBezTo>
                    <a:pt x="1359233" y="289396"/>
                    <a:pt x="1173917" y="383459"/>
                    <a:pt x="1001718" y="498134"/>
                  </a:cubicBezTo>
                  <a:cubicBezTo>
                    <a:pt x="915712" y="555659"/>
                    <a:pt x="832141" y="617119"/>
                    <a:pt x="754755" y="685886"/>
                  </a:cubicBezTo>
                  <a:cubicBezTo>
                    <a:pt x="677555" y="754841"/>
                    <a:pt x="604666" y="828293"/>
                    <a:pt x="533462" y="903056"/>
                  </a:cubicBezTo>
                  <a:cubicBezTo>
                    <a:pt x="323413" y="1125660"/>
                    <a:pt x="143906" y="1376370"/>
                    <a:pt x="0" y="1646568"/>
                  </a:cubicBezTo>
                  <a:lnTo>
                    <a:pt x="0" y="4709059"/>
                  </a:lnTo>
                  <a:cubicBezTo>
                    <a:pt x="37850" y="4776702"/>
                    <a:pt x="78136" y="4843033"/>
                    <a:pt x="120671" y="4907491"/>
                  </a:cubicBezTo>
                  <a:cubicBezTo>
                    <a:pt x="234034" y="5078941"/>
                    <a:pt x="365198" y="5239336"/>
                    <a:pt x="507979" y="5384178"/>
                  </a:cubicBezTo>
                  <a:cubicBezTo>
                    <a:pt x="650948" y="5529395"/>
                    <a:pt x="805909" y="5662059"/>
                    <a:pt x="972112" y="5778607"/>
                  </a:cubicBezTo>
                  <a:cubicBezTo>
                    <a:pt x="1055308" y="5836881"/>
                    <a:pt x="1141314" y="5890846"/>
                    <a:pt x="1229943" y="5939939"/>
                  </a:cubicBezTo>
                  <a:cubicBezTo>
                    <a:pt x="1318385" y="5989406"/>
                    <a:pt x="1409450" y="6033815"/>
                    <a:pt x="1502389" y="6073913"/>
                  </a:cubicBezTo>
                  <a:cubicBezTo>
                    <a:pt x="1874145" y="6233559"/>
                    <a:pt x="2272884" y="6320689"/>
                    <a:pt x="2673870" y="6333993"/>
                  </a:cubicBezTo>
                  <a:lnTo>
                    <a:pt x="2749196" y="6335679"/>
                  </a:lnTo>
                  <a:lnTo>
                    <a:pt x="2787983" y="6335492"/>
                  </a:lnTo>
                  <a:lnTo>
                    <a:pt x="2826770" y="6334368"/>
                  </a:lnTo>
                  <a:cubicBezTo>
                    <a:pt x="2878486" y="6332494"/>
                    <a:pt x="2930390" y="6327247"/>
                    <a:pt x="2981918" y="6319939"/>
                  </a:cubicBezTo>
                  <a:cubicBezTo>
                    <a:pt x="3085163" y="6304949"/>
                    <a:pt x="3187096" y="6278529"/>
                    <a:pt x="3285282" y="6241803"/>
                  </a:cubicBezTo>
                  <a:cubicBezTo>
                    <a:pt x="3383467" y="6205265"/>
                    <a:pt x="3477530" y="6158608"/>
                    <a:pt x="3566347" y="6104831"/>
                  </a:cubicBezTo>
                  <a:cubicBezTo>
                    <a:pt x="3655164" y="6051053"/>
                    <a:pt x="3739109" y="5990905"/>
                    <a:pt x="3818369" y="5926823"/>
                  </a:cubicBezTo>
                  <a:cubicBezTo>
                    <a:pt x="3897630" y="5862739"/>
                    <a:pt x="3973143" y="5795471"/>
                    <a:pt x="4044908" y="5726329"/>
                  </a:cubicBezTo>
                  <a:cubicBezTo>
                    <a:pt x="4080884" y="5691852"/>
                    <a:pt x="4116299" y="5656999"/>
                    <a:pt x="4151151" y="5622147"/>
                  </a:cubicBezTo>
                  <a:cubicBezTo>
                    <a:pt x="4185816" y="5586920"/>
                    <a:pt x="4220106" y="5552068"/>
                    <a:pt x="4253834" y="5516841"/>
                  </a:cubicBezTo>
                  <a:cubicBezTo>
                    <a:pt x="4321289" y="5446388"/>
                    <a:pt x="4387808" y="5376871"/>
                    <a:pt x="4452453" y="5306979"/>
                  </a:cubicBezTo>
                  <a:lnTo>
                    <a:pt x="4548578" y="5202797"/>
                  </a:lnTo>
                  <a:lnTo>
                    <a:pt x="4596546" y="5151456"/>
                  </a:lnTo>
                  <a:cubicBezTo>
                    <a:pt x="4612661" y="5134592"/>
                    <a:pt x="4627276" y="5119040"/>
                    <a:pt x="4643016" y="5103300"/>
                  </a:cubicBezTo>
                  <a:cubicBezTo>
                    <a:pt x="4674308" y="5072196"/>
                    <a:pt x="4706162" y="5041841"/>
                    <a:pt x="4739515" y="5013172"/>
                  </a:cubicBezTo>
                  <a:cubicBezTo>
                    <a:pt x="4772493" y="4984128"/>
                    <a:pt x="4806596" y="4956397"/>
                    <a:pt x="4842198" y="4930164"/>
                  </a:cubicBezTo>
                  <a:cubicBezTo>
                    <a:pt x="4913026" y="4876949"/>
                    <a:pt x="4988914" y="4828980"/>
                    <a:pt x="5071360" y="4780449"/>
                  </a:cubicBezTo>
                  <a:cubicBezTo>
                    <a:pt x="5153243" y="4731544"/>
                    <a:pt x="5243372" y="4682076"/>
                    <a:pt x="5332001" y="4615932"/>
                  </a:cubicBezTo>
                  <a:cubicBezTo>
                    <a:pt x="5354111" y="4599443"/>
                    <a:pt x="5376035" y="4582205"/>
                    <a:pt x="5397396" y="4563655"/>
                  </a:cubicBezTo>
                  <a:cubicBezTo>
                    <a:pt x="5418757" y="4545104"/>
                    <a:pt x="5439368" y="4525617"/>
                    <a:pt x="5459417" y="4505380"/>
                  </a:cubicBezTo>
                  <a:cubicBezTo>
                    <a:pt x="5499329" y="4464719"/>
                    <a:pt x="5535493" y="4420311"/>
                    <a:pt x="5567159" y="4374029"/>
                  </a:cubicBezTo>
                  <a:cubicBezTo>
                    <a:pt x="5599388" y="4328121"/>
                    <a:pt x="5626558" y="4279965"/>
                    <a:pt x="5651292" y="4231810"/>
                  </a:cubicBezTo>
                  <a:cubicBezTo>
                    <a:pt x="5675651" y="4183466"/>
                    <a:pt x="5697012" y="4134561"/>
                    <a:pt x="5716686" y="4085655"/>
                  </a:cubicBezTo>
                  <a:cubicBezTo>
                    <a:pt x="5756223" y="3987845"/>
                    <a:pt x="5789576" y="3891158"/>
                    <a:pt x="5820681" y="3791848"/>
                  </a:cubicBezTo>
                  <a:cubicBezTo>
                    <a:pt x="5851972" y="3692726"/>
                    <a:pt x="5878955" y="3591167"/>
                    <a:pt x="5898629" y="3487922"/>
                  </a:cubicBezTo>
                  <a:cubicBezTo>
                    <a:pt x="5918116" y="3384490"/>
                    <a:pt x="5929172" y="3279372"/>
                    <a:pt x="5932170" y="3174066"/>
                  </a:cubicBezTo>
                  <a:cubicBezTo>
                    <a:pt x="5937604" y="2963454"/>
                    <a:pt x="5920552" y="2750968"/>
                    <a:pt x="5872209" y="2545978"/>
                  </a:cubicBezTo>
                  <a:cubicBezTo>
                    <a:pt x="5865838" y="2520307"/>
                    <a:pt x="5860029" y="2494637"/>
                    <a:pt x="5852909" y="2469528"/>
                  </a:cubicBezTo>
                  <a:close/>
                  <a:moveTo>
                    <a:pt x="5507386" y="3724580"/>
                  </a:moveTo>
                  <a:cubicBezTo>
                    <a:pt x="5497830" y="3814521"/>
                    <a:pt x="5480591" y="3905586"/>
                    <a:pt x="5453609" y="3989906"/>
                  </a:cubicBezTo>
                  <a:cubicBezTo>
                    <a:pt x="5426439" y="4074413"/>
                    <a:pt x="5390088" y="4152924"/>
                    <a:pt x="5344181" y="4220380"/>
                  </a:cubicBezTo>
                  <a:cubicBezTo>
                    <a:pt x="5297898" y="4287835"/>
                    <a:pt x="5241311" y="4342549"/>
                    <a:pt x="5171419" y="4388644"/>
                  </a:cubicBezTo>
                  <a:cubicBezTo>
                    <a:pt x="5136755" y="4411879"/>
                    <a:pt x="5098342" y="4433052"/>
                    <a:pt x="5057868" y="4453851"/>
                  </a:cubicBezTo>
                  <a:cubicBezTo>
                    <a:pt x="5017395" y="4474837"/>
                    <a:pt x="4974298" y="4495449"/>
                    <a:pt x="4930265" y="4516810"/>
                  </a:cubicBezTo>
                  <a:cubicBezTo>
                    <a:pt x="4841823" y="4559719"/>
                    <a:pt x="4748696" y="4607126"/>
                    <a:pt x="4660067" y="4664276"/>
                  </a:cubicBezTo>
                  <a:cubicBezTo>
                    <a:pt x="4571251" y="4721238"/>
                    <a:pt x="4486181" y="4786071"/>
                    <a:pt x="4408794" y="4857836"/>
                  </a:cubicBezTo>
                  <a:cubicBezTo>
                    <a:pt x="4389682" y="4875637"/>
                    <a:pt x="4370008" y="4894375"/>
                    <a:pt x="4352207" y="4911988"/>
                  </a:cubicBezTo>
                  <a:lnTo>
                    <a:pt x="4299366" y="4965390"/>
                  </a:lnTo>
                  <a:cubicBezTo>
                    <a:pt x="4264514" y="5001179"/>
                    <a:pt x="4230599" y="5037531"/>
                    <a:pt x="4197621" y="5074257"/>
                  </a:cubicBezTo>
                  <a:cubicBezTo>
                    <a:pt x="4131664" y="5147896"/>
                    <a:pt x="4070204" y="5223784"/>
                    <a:pt x="4008744" y="5297985"/>
                  </a:cubicBezTo>
                  <a:lnTo>
                    <a:pt x="3917304" y="5409100"/>
                  </a:lnTo>
                  <a:cubicBezTo>
                    <a:pt x="3886949" y="5446013"/>
                    <a:pt x="3856782" y="5482364"/>
                    <a:pt x="3826052" y="5518153"/>
                  </a:cubicBezTo>
                  <a:cubicBezTo>
                    <a:pt x="3764592" y="5589544"/>
                    <a:pt x="3702758" y="5659435"/>
                    <a:pt x="3637925" y="5725017"/>
                  </a:cubicBezTo>
                  <a:cubicBezTo>
                    <a:pt x="3573093" y="5790412"/>
                    <a:pt x="3505637" y="5852059"/>
                    <a:pt x="3433497" y="5906586"/>
                  </a:cubicBezTo>
                  <a:cubicBezTo>
                    <a:pt x="3361544" y="5961112"/>
                    <a:pt x="3285469" y="6009268"/>
                    <a:pt x="3204522" y="6046744"/>
                  </a:cubicBezTo>
                  <a:cubicBezTo>
                    <a:pt x="3123763" y="6084594"/>
                    <a:pt x="3038506" y="6112513"/>
                    <a:pt x="2950439" y="6129190"/>
                  </a:cubicBezTo>
                  <a:cubicBezTo>
                    <a:pt x="2906405" y="6137809"/>
                    <a:pt x="2861810" y="6143055"/>
                    <a:pt x="2816839" y="6146428"/>
                  </a:cubicBezTo>
                  <a:cubicBezTo>
                    <a:pt x="2794354" y="6147927"/>
                    <a:pt x="2771681" y="6148677"/>
                    <a:pt x="2749009" y="6149051"/>
                  </a:cubicBezTo>
                  <a:lnTo>
                    <a:pt x="2678930" y="6148677"/>
                  </a:lnTo>
                  <a:cubicBezTo>
                    <a:pt x="2491927" y="6144367"/>
                    <a:pt x="2305675" y="6116260"/>
                    <a:pt x="2125793" y="6065481"/>
                  </a:cubicBezTo>
                  <a:cubicBezTo>
                    <a:pt x="1945911" y="6014515"/>
                    <a:pt x="1773524" y="5940501"/>
                    <a:pt x="1610506" y="5851310"/>
                  </a:cubicBezTo>
                  <a:cubicBezTo>
                    <a:pt x="1528997" y="5806714"/>
                    <a:pt x="1449924" y="5757808"/>
                    <a:pt x="1373099" y="5706279"/>
                  </a:cubicBezTo>
                  <a:lnTo>
                    <a:pt x="1315949" y="5666743"/>
                  </a:lnTo>
                  <a:lnTo>
                    <a:pt x="1259923" y="5625894"/>
                  </a:lnTo>
                  <a:lnTo>
                    <a:pt x="1204647" y="5583922"/>
                  </a:lnTo>
                  <a:cubicBezTo>
                    <a:pt x="1186284" y="5569869"/>
                    <a:pt x="1168483" y="5555066"/>
                    <a:pt x="1150308" y="5540826"/>
                  </a:cubicBezTo>
                  <a:cubicBezTo>
                    <a:pt x="1006402" y="5424839"/>
                    <a:pt x="872615" y="5296860"/>
                    <a:pt x="751569" y="5158015"/>
                  </a:cubicBezTo>
                  <a:cubicBezTo>
                    <a:pt x="721214" y="5123350"/>
                    <a:pt x="691983" y="5087935"/>
                    <a:pt x="663315" y="5052146"/>
                  </a:cubicBezTo>
                  <a:cubicBezTo>
                    <a:pt x="635021" y="5016170"/>
                    <a:pt x="607289" y="4980006"/>
                    <a:pt x="580869" y="4942718"/>
                  </a:cubicBezTo>
                  <a:cubicBezTo>
                    <a:pt x="527654" y="4868517"/>
                    <a:pt x="478186" y="4791880"/>
                    <a:pt x="432279" y="4713369"/>
                  </a:cubicBezTo>
                  <a:cubicBezTo>
                    <a:pt x="340651" y="4556159"/>
                    <a:pt x="264764" y="4390330"/>
                    <a:pt x="205553" y="4219443"/>
                  </a:cubicBezTo>
                  <a:cubicBezTo>
                    <a:pt x="146154" y="4048555"/>
                    <a:pt x="104369" y="3872045"/>
                    <a:pt x="79448" y="3693850"/>
                  </a:cubicBezTo>
                  <a:cubicBezTo>
                    <a:pt x="67268" y="3604659"/>
                    <a:pt x="58087" y="3515092"/>
                    <a:pt x="53590" y="3425339"/>
                  </a:cubicBezTo>
                  <a:cubicBezTo>
                    <a:pt x="47969" y="3335585"/>
                    <a:pt x="47406" y="3245644"/>
                    <a:pt x="49655" y="3155890"/>
                  </a:cubicBezTo>
                  <a:cubicBezTo>
                    <a:pt x="52278" y="3066137"/>
                    <a:pt x="58274" y="2976383"/>
                    <a:pt x="67830" y="2886817"/>
                  </a:cubicBezTo>
                  <a:cubicBezTo>
                    <a:pt x="77761" y="2797438"/>
                    <a:pt x="91253" y="2708246"/>
                    <a:pt x="108679" y="2619992"/>
                  </a:cubicBezTo>
                  <a:cubicBezTo>
                    <a:pt x="143906" y="2443108"/>
                    <a:pt x="195809" y="2269409"/>
                    <a:pt x="263077" y="2101520"/>
                  </a:cubicBezTo>
                  <a:cubicBezTo>
                    <a:pt x="397614" y="1765740"/>
                    <a:pt x="593048" y="1453382"/>
                    <a:pt x="837575" y="1186370"/>
                  </a:cubicBezTo>
                  <a:cubicBezTo>
                    <a:pt x="898473" y="1119289"/>
                    <a:pt x="964242" y="1056893"/>
                    <a:pt x="1031698" y="996932"/>
                  </a:cubicBezTo>
                  <a:cubicBezTo>
                    <a:pt x="1099154" y="936784"/>
                    <a:pt x="1166235" y="876261"/>
                    <a:pt x="1236688" y="819298"/>
                  </a:cubicBezTo>
                  <a:cubicBezTo>
                    <a:pt x="1377221" y="704999"/>
                    <a:pt x="1526935" y="600442"/>
                    <a:pt x="1687143" y="511438"/>
                  </a:cubicBezTo>
                  <a:cubicBezTo>
                    <a:pt x="1847163" y="422621"/>
                    <a:pt x="2017676" y="348795"/>
                    <a:pt x="2196246" y="300639"/>
                  </a:cubicBezTo>
                  <a:cubicBezTo>
                    <a:pt x="2374629" y="251921"/>
                    <a:pt x="2560320" y="227749"/>
                    <a:pt x="2745823" y="229248"/>
                  </a:cubicBezTo>
                  <a:cubicBezTo>
                    <a:pt x="2837076" y="230372"/>
                    <a:pt x="2928516" y="238055"/>
                    <a:pt x="3019206" y="252108"/>
                  </a:cubicBezTo>
                  <a:cubicBezTo>
                    <a:pt x="3109710" y="266724"/>
                    <a:pt x="3199650" y="286773"/>
                    <a:pt x="3288092" y="313006"/>
                  </a:cubicBezTo>
                  <a:cubicBezTo>
                    <a:pt x="3376347" y="339426"/>
                    <a:pt x="3463477" y="370343"/>
                    <a:pt x="3548172" y="407069"/>
                  </a:cubicBezTo>
                  <a:cubicBezTo>
                    <a:pt x="3569345" y="416438"/>
                    <a:pt x="3590519" y="425432"/>
                    <a:pt x="3611505" y="435176"/>
                  </a:cubicBezTo>
                  <a:lnTo>
                    <a:pt x="3674089" y="464968"/>
                  </a:lnTo>
                  <a:lnTo>
                    <a:pt x="3735736" y="496823"/>
                  </a:lnTo>
                  <a:cubicBezTo>
                    <a:pt x="3756160" y="507690"/>
                    <a:pt x="3776397" y="519120"/>
                    <a:pt x="3796634" y="530176"/>
                  </a:cubicBezTo>
                  <a:cubicBezTo>
                    <a:pt x="3957965" y="621054"/>
                    <a:pt x="4110303" y="728046"/>
                    <a:pt x="4251585" y="847405"/>
                  </a:cubicBezTo>
                  <a:cubicBezTo>
                    <a:pt x="4393242" y="966390"/>
                    <a:pt x="4524781" y="1096991"/>
                    <a:pt x="4644515" y="1236775"/>
                  </a:cubicBezTo>
                  <a:cubicBezTo>
                    <a:pt x="4704663" y="1306479"/>
                    <a:pt x="4762375" y="1378057"/>
                    <a:pt x="4816527" y="1451883"/>
                  </a:cubicBezTo>
                  <a:cubicBezTo>
                    <a:pt x="4870679" y="1525897"/>
                    <a:pt x="4922020" y="1601598"/>
                    <a:pt x="4970738" y="1678610"/>
                  </a:cubicBezTo>
                  <a:cubicBezTo>
                    <a:pt x="5067799" y="1833008"/>
                    <a:pt x="5152494" y="1993965"/>
                    <a:pt x="5223885" y="2159232"/>
                  </a:cubicBezTo>
                  <a:cubicBezTo>
                    <a:pt x="5295275" y="2324686"/>
                    <a:pt x="5349615" y="2495199"/>
                    <a:pt x="5395709" y="2666087"/>
                  </a:cubicBezTo>
                  <a:cubicBezTo>
                    <a:pt x="5418757" y="2751718"/>
                    <a:pt x="5440680" y="2837537"/>
                    <a:pt x="5458855" y="2924292"/>
                  </a:cubicBezTo>
                  <a:cubicBezTo>
                    <a:pt x="5477406" y="3011048"/>
                    <a:pt x="5490522" y="3098740"/>
                    <a:pt x="5499142" y="3186995"/>
                  </a:cubicBezTo>
                  <a:cubicBezTo>
                    <a:pt x="5507761" y="3275250"/>
                    <a:pt x="5513944" y="3364254"/>
                    <a:pt x="5516755" y="3454007"/>
                  </a:cubicBezTo>
                  <a:cubicBezTo>
                    <a:pt x="5518629" y="3543761"/>
                    <a:pt x="5516755" y="3634264"/>
                    <a:pt x="5507386" y="372458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7E50BFD-51AC-4ACE-820C-A285E6672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41478"/>
              <a:ext cx="5953893" cy="6434152"/>
            </a:xfrm>
            <a:custGeom>
              <a:avLst/>
              <a:gdLst>
                <a:gd name="connsiteX0" fmla="*/ 2739452 w 5953893"/>
                <a:gd name="connsiteY0" fmla="*/ 0 h 6434152"/>
                <a:gd name="connsiteX1" fmla="*/ 0 w 5953893"/>
                <a:gd name="connsiteY1" fmla="*/ 1610693 h 6434152"/>
                <a:gd name="connsiteX2" fmla="*/ 0 w 5953893"/>
                <a:gd name="connsiteY2" fmla="*/ 4823273 h 6434152"/>
                <a:gd name="connsiteX3" fmla="*/ 352456 w 5953893"/>
                <a:gd name="connsiteY3" fmla="*/ 5326193 h 6434152"/>
                <a:gd name="connsiteX4" fmla="*/ 2739452 w 5953893"/>
                <a:gd name="connsiteY4" fmla="*/ 6434153 h 6434152"/>
                <a:gd name="connsiteX5" fmla="*/ 4618282 w 5953893"/>
                <a:gd name="connsiteY5" fmla="*/ 5167859 h 6434152"/>
                <a:gd name="connsiteX6" fmla="*/ 5860029 w 5953893"/>
                <a:gd name="connsiteY6" fmla="*/ 3948409 h 6434152"/>
                <a:gd name="connsiteX7" fmla="*/ 2739452 w 5953893"/>
                <a:gd name="connsiteY7" fmla="*/ 0 h 6434152"/>
                <a:gd name="connsiteX8" fmla="*/ 5317011 w 5953893"/>
                <a:gd name="connsiteY8" fmla="*/ 3797009 h 6434152"/>
                <a:gd name="connsiteX9" fmla="*/ 5176478 w 5953893"/>
                <a:gd name="connsiteY9" fmla="*/ 4100747 h 6434152"/>
                <a:gd name="connsiteX10" fmla="*/ 4942257 w 5953893"/>
                <a:gd name="connsiteY10" fmla="*/ 4250274 h 6434152"/>
                <a:gd name="connsiteX11" fmla="*/ 4216171 w 5953893"/>
                <a:gd name="connsiteY11" fmla="*/ 4773243 h 6434152"/>
                <a:gd name="connsiteX12" fmla="*/ 3905125 w 5953893"/>
                <a:gd name="connsiteY12" fmla="*/ 5105837 h 6434152"/>
                <a:gd name="connsiteX13" fmla="*/ 3308329 w 5953893"/>
                <a:gd name="connsiteY13" fmla="*/ 5682022 h 6434152"/>
                <a:gd name="connsiteX14" fmla="*/ 2739452 w 5953893"/>
                <a:gd name="connsiteY14" fmla="*/ 5870898 h 6434152"/>
                <a:gd name="connsiteX15" fmla="*/ 1647419 w 5953893"/>
                <a:gd name="connsiteY15" fmla="*/ 5625809 h 6434152"/>
                <a:gd name="connsiteX16" fmla="*/ 781175 w 5953893"/>
                <a:gd name="connsiteY16" fmla="*/ 4960620 h 6434152"/>
                <a:gd name="connsiteX17" fmla="*/ 312545 w 5953893"/>
                <a:gd name="connsiteY17" fmla="*/ 4165205 h 6434152"/>
                <a:gd name="connsiteX18" fmla="*/ 142032 w 5953893"/>
                <a:gd name="connsiteY18" fmla="*/ 3217451 h 6434152"/>
                <a:gd name="connsiteX19" fmla="*/ 347210 w 5953893"/>
                <a:gd name="connsiteY19" fmla="*/ 2181444 h 6434152"/>
                <a:gd name="connsiteX20" fmla="*/ 906155 w 5953893"/>
                <a:gd name="connsiteY20" fmla="*/ 1337497 h 6434152"/>
                <a:gd name="connsiteX21" fmla="*/ 2739265 w 5953893"/>
                <a:gd name="connsiteY21" fmla="*/ 563818 h 6434152"/>
                <a:gd name="connsiteX22" fmla="*/ 3849849 w 5953893"/>
                <a:gd name="connsiteY22" fmla="*/ 881796 h 6434152"/>
                <a:gd name="connsiteX23" fmla="*/ 4834515 w 5953893"/>
                <a:gd name="connsiteY23" fmla="*/ 1742419 h 6434152"/>
                <a:gd name="connsiteX24" fmla="*/ 5325256 w 5953893"/>
                <a:gd name="connsiteY24" fmla="*/ 2742076 h 6434152"/>
                <a:gd name="connsiteX25" fmla="*/ 5317011 w 5953893"/>
                <a:gd name="connsiteY25" fmla="*/ 3797009 h 643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53893" h="6434152">
                  <a:moveTo>
                    <a:pt x="2739452" y="0"/>
                  </a:moveTo>
                  <a:cubicBezTo>
                    <a:pt x="1568346" y="0"/>
                    <a:pt x="546204" y="647950"/>
                    <a:pt x="0" y="1610693"/>
                  </a:cubicBezTo>
                  <a:lnTo>
                    <a:pt x="0" y="4823273"/>
                  </a:lnTo>
                  <a:cubicBezTo>
                    <a:pt x="101746" y="5002593"/>
                    <a:pt x="219793" y="5171045"/>
                    <a:pt x="352456" y="5326193"/>
                  </a:cubicBezTo>
                  <a:cubicBezTo>
                    <a:pt x="932013" y="6005060"/>
                    <a:pt x="1786453" y="6434153"/>
                    <a:pt x="2739452" y="6434153"/>
                  </a:cubicBezTo>
                  <a:cubicBezTo>
                    <a:pt x="3612442" y="6434153"/>
                    <a:pt x="4046220" y="5750227"/>
                    <a:pt x="4618282" y="5167859"/>
                  </a:cubicBezTo>
                  <a:cubicBezTo>
                    <a:pt x="5190344" y="4585679"/>
                    <a:pt x="5621311" y="4803036"/>
                    <a:pt x="5860029" y="3948409"/>
                  </a:cubicBezTo>
                  <a:cubicBezTo>
                    <a:pt x="6403423" y="2003810"/>
                    <a:pt x="4485244" y="0"/>
                    <a:pt x="2739452" y="0"/>
                  </a:cubicBezTo>
                  <a:close/>
                  <a:moveTo>
                    <a:pt x="5317011" y="3797009"/>
                  </a:moveTo>
                  <a:cubicBezTo>
                    <a:pt x="5275976" y="3943538"/>
                    <a:pt x="5228756" y="4045658"/>
                    <a:pt x="5176478" y="4100747"/>
                  </a:cubicBezTo>
                  <a:cubicBezTo>
                    <a:pt x="5131883" y="4147591"/>
                    <a:pt x="5061991" y="4186004"/>
                    <a:pt x="4942257" y="4250274"/>
                  </a:cubicBezTo>
                  <a:cubicBezTo>
                    <a:pt x="4753381" y="4351458"/>
                    <a:pt x="4494613" y="4489929"/>
                    <a:pt x="4216171" y="4773243"/>
                  </a:cubicBezTo>
                  <a:cubicBezTo>
                    <a:pt x="4106555" y="4884733"/>
                    <a:pt x="4004247" y="4997159"/>
                    <a:pt x="3905125" y="5105837"/>
                  </a:cubicBezTo>
                  <a:cubicBezTo>
                    <a:pt x="3701071" y="5329753"/>
                    <a:pt x="3508260" y="5541302"/>
                    <a:pt x="3308329" y="5682022"/>
                  </a:cubicBezTo>
                  <a:cubicBezTo>
                    <a:pt x="3122826" y="5812624"/>
                    <a:pt x="2947441" y="5870898"/>
                    <a:pt x="2739452" y="5870898"/>
                  </a:cubicBezTo>
                  <a:cubicBezTo>
                    <a:pt x="2357765" y="5870898"/>
                    <a:pt x="1990319" y="5788452"/>
                    <a:pt x="1647419" y="5625809"/>
                  </a:cubicBezTo>
                  <a:cubicBezTo>
                    <a:pt x="1319509" y="5470286"/>
                    <a:pt x="1019893" y="5240187"/>
                    <a:pt x="781175" y="4960620"/>
                  </a:cubicBezTo>
                  <a:cubicBezTo>
                    <a:pt x="579370" y="4724151"/>
                    <a:pt x="421598" y="4456576"/>
                    <a:pt x="312545" y="4165205"/>
                  </a:cubicBezTo>
                  <a:cubicBezTo>
                    <a:pt x="199369" y="3863153"/>
                    <a:pt x="142032" y="3544237"/>
                    <a:pt x="142032" y="3217451"/>
                  </a:cubicBezTo>
                  <a:cubicBezTo>
                    <a:pt x="142032" y="2857688"/>
                    <a:pt x="211174" y="2509166"/>
                    <a:pt x="347210" y="2181444"/>
                  </a:cubicBezTo>
                  <a:cubicBezTo>
                    <a:pt x="478561" y="1865339"/>
                    <a:pt x="666688" y="1581275"/>
                    <a:pt x="906155" y="1337497"/>
                  </a:cubicBezTo>
                  <a:cubicBezTo>
                    <a:pt x="1396334" y="838512"/>
                    <a:pt x="2047469" y="563818"/>
                    <a:pt x="2739265" y="563818"/>
                  </a:cubicBezTo>
                  <a:cubicBezTo>
                    <a:pt x="3094157" y="563818"/>
                    <a:pt x="3478280" y="673808"/>
                    <a:pt x="3849849" y="881796"/>
                  </a:cubicBezTo>
                  <a:cubicBezTo>
                    <a:pt x="4226851" y="1092783"/>
                    <a:pt x="4567316" y="1390338"/>
                    <a:pt x="4834515" y="1742419"/>
                  </a:cubicBezTo>
                  <a:cubicBezTo>
                    <a:pt x="5070798" y="2053653"/>
                    <a:pt x="5240374" y="2399363"/>
                    <a:pt x="5325256" y="2742076"/>
                  </a:cubicBezTo>
                  <a:cubicBezTo>
                    <a:pt x="5414634" y="3102964"/>
                    <a:pt x="5411824" y="3458044"/>
                    <a:pt x="5317011" y="3797009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0394888-C50F-41C1-92D4-0E2B4315A8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31462"/>
              <a:ext cx="5953893" cy="6444167"/>
            </a:xfrm>
            <a:custGeom>
              <a:avLst/>
              <a:gdLst>
                <a:gd name="connsiteX0" fmla="*/ 2739452 w 5953893"/>
                <a:gd name="connsiteY0" fmla="*/ 0 h 6434152"/>
                <a:gd name="connsiteX1" fmla="*/ 0 w 5953893"/>
                <a:gd name="connsiteY1" fmla="*/ 1610693 h 6434152"/>
                <a:gd name="connsiteX2" fmla="*/ 0 w 5953893"/>
                <a:gd name="connsiteY2" fmla="*/ 4823273 h 6434152"/>
                <a:gd name="connsiteX3" fmla="*/ 352456 w 5953893"/>
                <a:gd name="connsiteY3" fmla="*/ 5326193 h 6434152"/>
                <a:gd name="connsiteX4" fmla="*/ 2739452 w 5953893"/>
                <a:gd name="connsiteY4" fmla="*/ 6434153 h 6434152"/>
                <a:gd name="connsiteX5" fmla="*/ 4618282 w 5953893"/>
                <a:gd name="connsiteY5" fmla="*/ 5167859 h 6434152"/>
                <a:gd name="connsiteX6" fmla="*/ 5860029 w 5953893"/>
                <a:gd name="connsiteY6" fmla="*/ 3948409 h 6434152"/>
                <a:gd name="connsiteX7" fmla="*/ 2739452 w 5953893"/>
                <a:gd name="connsiteY7" fmla="*/ 0 h 6434152"/>
                <a:gd name="connsiteX8" fmla="*/ 5208520 w 5953893"/>
                <a:gd name="connsiteY8" fmla="*/ 3766654 h 6434152"/>
                <a:gd name="connsiteX9" fmla="*/ 5094782 w 5953893"/>
                <a:gd name="connsiteY9" fmla="*/ 4022985 h 6434152"/>
                <a:gd name="connsiteX10" fmla="*/ 4888855 w 5953893"/>
                <a:gd name="connsiteY10" fmla="*/ 4150777 h 6434152"/>
                <a:gd name="connsiteX11" fmla="*/ 4135411 w 5953893"/>
                <a:gd name="connsiteY11" fmla="*/ 4694170 h 6434152"/>
                <a:gd name="connsiteX12" fmla="*/ 3821555 w 5953893"/>
                <a:gd name="connsiteY12" fmla="*/ 5029762 h 6434152"/>
                <a:gd name="connsiteX13" fmla="*/ 2739265 w 5953893"/>
                <a:gd name="connsiteY13" fmla="*/ 5758097 h 6434152"/>
                <a:gd name="connsiteX14" fmla="*/ 1695575 w 5953893"/>
                <a:gd name="connsiteY14" fmla="*/ 5523876 h 6434152"/>
                <a:gd name="connsiteX15" fmla="*/ 866619 w 5953893"/>
                <a:gd name="connsiteY15" fmla="*/ 4887356 h 6434152"/>
                <a:gd name="connsiteX16" fmla="*/ 417851 w 5953893"/>
                <a:gd name="connsiteY16" fmla="*/ 4125481 h 6434152"/>
                <a:gd name="connsiteX17" fmla="*/ 254645 w 5953893"/>
                <a:gd name="connsiteY17" fmla="*/ 3217264 h 6434152"/>
                <a:gd name="connsiteX18" fmla="*/ 451204 w 5953893"/>
                <a:gd name="connsiteY18" fmla="*/ 2224540 h 6434152"/>
                <a:gd name="connsiteX19" fmla="*/ 986540 w 5953893"/>
                <a:gd name="connsiteY19" fmla="*/ 1416383 h 6434152"/>
                <a:gd name="connsiteX20" fmla="*/ 2739452 w 5953893"/>
                <a:gd name="connsiteY20" fmla="*/ 676244 h 6434152"/>
                <a:gd name="connsiteX21" fmla="*/ 3794947 w 5953893"/>
                <a:gd name="connsiteY21" fmla="*/ 979795 h 6434152"/>
                <a:gd name="connsiteX22" fmla="*/ 4744762 w 5953893"/>
                <a:gd name="connsiteY22" fmla="*/ 1810250 h 6434152"/>
                <a:gd name="connsiteX23" fmla="*/ 5215827 w 5953893"/>
                <a:gd name="connsiteY23" fmla="*/ 2768871 h 6434152"/>
                <a:gd name="connsiteX24" fmla="*/ 5208520 w 5953893"/>
                <a:gd name="connsiteY24" fmla="*/ 3766654 h 643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953893" h="6434152">
                  <a:moveTo>
                    <a:pt x="2739452" y="0"/>
                  </a:moveTo>
                  <a:cubicBezTo>
                    <a:pt x="1568346" y="0"/>
                    <a:pt x="546204" y="647950"/>
                    <a:pt x="0" y="1610693"/>
                  </a:cubicBezTo>
                  <a:lnTo>
                    <a:pt x="0" y="4823273"/>
                  </a:lnTo>
                  <a:cubicBezTo>
                    <a:pt x="101746" y="5002593"/>
                    <a:pt x="219793" y="5171045"/>
                    <a:pt x="352456" y="5326193"/>
                  </a:cubicBezTo>
                  <a:cubicBezTo>
                    <a:pt x="932013" y="6005060"/>
                    <a:pt x="1786453" y="6434153"/>
                    <a:pt x="2739452" y="6434153"/>
                  </a:cubicBezTo>
                  <a:cubicBezTo>
                    <a:pt x="3612442" y="6434153"/>
                    <a:pt x="4046220" y="5750227"/>
                    <a:pt x="4618282" y="5167859"/>
                  </a:cubicBezTo>
                  <a:cubicBezTo>
                    <a:pt x="5190344" y="4585679"/>
                    <a:pt x="5621311" y="4803036"/>
                    <a:pt x="5860029" y="3948409"/>
                  </a:cubicBezTo>
                  <a:cubicBezTo>
                    <a:pt x="6403423" y="2003810"/>
                    <a:pt x="4485244" y="0"/>
                    <a:pt x="2739452" y="0"/>
                  </a:cubicBezTo>
                  <a:close/>
                  <a:moveTo>
                    <a:pt x="5208520" y="3766654"/>
                  </a:moveTo>
                  <a:cubicBezTo>
                    <a:pt x="5173667" y="3891634"/>
                    <a:pt x="5133194" y="3982699"/>
                    <a:pt x="5094782" y="4022985"/>
                  </a:cubicBezTo>
                  <a:cubicBezTo>
                    <a:pt x="5060492" y="4058962"/>
                    <a:pt x="4984792" y="4099435"/>
                    <a:pt x="4888855" y="4150777"/>
                  </a:cubicBezTo>
                  <a:cubicBezTo>
                    <a:pt x="4693420" y="4255333"/>
                    <a:pt x="4426033" y="4398489"/>
                    <a:pt x="4135411" y="4694170"/>
                  </a:cubicBezTo>
                  <a:cubicBezTo>
                    <a:pt x="4024297" y="4807158"/>
                    <a:pt x="3921239" y="4920334"/>
                    <a:pt x="3821555" y="5029762"/>
                  </a:cubicBezTo>
                  <a:cubicBezTo>
                    <a:pt x="3385341" y="5508324"/>
                    <a:pt x="3138940" y="5758097"/>
                    <a:pt x="2739265" y="5758097"/>
                  </a:cubicBezTo>
                  <a:cubicBezTo>
                    <a:pt x="2374442" y="5758097"/>
                    <a:pt x="2023297" y="5679211"/>
                    <a:pt x="1695575" y="5523876"/>
                  </a:cubicBezTo>
                  <a:cubicBezTo>
                    <a:pt x="1381906" y="5375098"/>
                    <a:pt x="1095219" y="5154930"/>
                    <a:pt x="866619" y="4887356"/>
                  </a:cubicBezTo>
                  <a:cubicBezTo>
                    <a:pt x="673246" y="4661005"/>
                    <a:pt x="522220" y="4404673"/>
                    <a:pt x="417851" y="4125481"/>
                  </a:cubicBezTo>
                  <a:cubicBezTo>
                    <a:pt x="309547" y="3836171"/>
                    <a:pt x="254645" y="3530558"/>
                    <a:pt x="254645" y="3217264"/>
                  </a:cubicBezTo>
                  <a:cubicBezTo>
                    <a:pt x="254645" y="2872490"/>
                    <a:pt x="320790" y="2538585"/>
                    <a:pt x="451204" y="2224540"/>
                  </a:cubicBezTo>
                  <a:cubicBezTo>
                    <a:pt x="577121" y="1921739"/>
                    <a:pt x="757191" y="1649855"/>
                    <a:pt x="986540" y="1416383"/>
                  </a:cubicBezTo>
                  <a:cubicBezTo>
                    <a:pt x="1455357" y="939134"/>
                    <a:pt x="2078011" y="676244"/>
                    <a:pt x="2739452" y="676244"/>
                  </a:cubicBezTo>
                  <a:cubicBezTo>
                    <a:pt x="3075232" y="676244"/>
                    <a:pt x="3440243" y="781175"/>
                    <a:pt x="3794947" y="979795"/>
                  </a:cubicBezTo>
                  <a:cubicBezTo>
                    <a:pt x="4158459" y="1183286"/>
                    <a:pt x="4486931" y="1470348"/>
                    <a:pt x="4744762" y="1810250"/>
                  </a:cubicBezTo>
                  <a:cubicBezTo>
                    <a:pt x="4971862" y="2109491"/>
                    <a:pt x="5134693" y="2440961"/>
                    <a:pt x="5215827" y="2768871"/>
                  </a:cubicBezTo>
                  <a:cubicBezTo>
                    <a:pt x="5300334" y="3110834"/>
                    <a:pt x="5297898" y="3446614"/>
                    <a:pt x="5208520" y="376665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16" name="Freeform: Shape 15">
              <a:extLst>
                <a:ext uri="{FF2B5EF4-FFF2-40B4-BE49-F238E27FC236}">
                  <a16:creationId xmlns:a16="http://schemas.microsoft.com/office/drawing/2014/main" id="{F22C906F-48B7-4ABF-B36E-0C0A056A5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3725"/>
              <a:ext cx="5855313" cy="6880645"/>
            </a:xfrm>
            <a:custGeom>
              <a:avLst/>
              <a:gdLst>
                <a:gd name="connsiteX0" fmla="*/ 5855313 w 5855313"/>
                <a:gd name="connsiteY0" fmla="*/ 4717843 h 6880645"/>
                <a:gd name="connsiteX1" fmla="*/ 5855313 w 5855313"/>
                <a:gd name="connsiteY1" fmla="*/ 6880645 h 6880645"/>
                <a:gd name="connsiteX2" fmla="*/ 0 w 5855313"/>
                <a:gd name="connsiteY2" fmla="*/ 6880645 h 6880645"/>
                <a:gd name="connsiteX3" fmla="*/ 0 w 5855313"/>
                <a:gd name="connsiteY3" fmla="*/ 5268859 h 6880645"/>
                <a:gd name="connsiteX4" fmla="*/ 36130 w 5855313"/>
                <a:gd name="connsiteY4" fmla="*/ 5327430 h 6880645"/>
                <a:gd name="connsiteX5" fmla="*/ 2782721 w 5855313"/>
                <a:gd name="connsiteY5" fmla="*/ 6765687 h 6880645"/>
                <a:gd name="connsiteX6" fmla="*/ 5834702 w 5855313"/>
                <a:gd name="connsiteY6" fmla="*/ 4773305 h 6880645"/>
                <a:gd name="connsiteX7" fmla="*/ 9148 w 5855313"/>
                <a:gd name="connsiteY7" fmla="*/ 0 h 6880645"/>
                <a:gd name="connsiteX8" fmla="*/ 5855312 w 5855313"/>
                <a:gd name="connsiteY8" fmla="*/ 0 h 6880645"/>
                <a:gd name="connsiteX9" fmla="*/ 5855312 w 5855313"/>
                <a:gd name="connsiteY9" fmla="*/ 96759 h 6880645"/>
                <a:gd name="connsiteX10" fmla="*/ 5855313 w 5855313"/>
                <a:gd name="connsiteY10" fmla="*/ 96759 h 6880645"/>
                <a:gd name="connsiteX11" fmla="*/ 5855313 w 5855313"/>
                <a:gd name="connsiteY11" fmla="*/ 2289203 h 6880645"/>
                <a:gd name="connsiteX12" fmla="*/ 5834702 w 5855313"/>
                <a:gd name="connsiteY12" fmla="*/ 2233742 h 6880645"/>
                <a:gd name="connsiteX13" fmla="*/ 2782721 w 5855313"/>
                <a:gd name="connsiteY13" fmla="*/ 241359 h 6880645"/>
                <a:gd name="connsiteX14" fmla="*/ 36130 w 5855313"/>
                <a:gd name="connsiteY14" fmla="*/ 1679616 h 6880645"/>
                <a:gd name="connsiteX15" fmla="*/ 0 w 5855313"/>
                <a:gd name="connsiteY15" fmla="*/ 1738187 h 6880645"/>
                <a:gd name="connsiteX16" fmla="*/ 0 w 5855313"/>
                <a:gd name="connsiteY16" fmla="*/ 96759 h 6880645"/>
                <a:gd name="connsiteX17" fmla="*/ 9148 w 5855313"/>
                <a:gd name="connsiteY17" fmla="*/ 96759 h 688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55313" h="6880645">
                  <a:moveTo>
                    <a:pt x="5855313" y="4717843"/>
                  </a:moveTo>
                  <a:lnTo>
                    <a:pt x="5855313" y="6880645"/>
                  </a:lnTo>
                  <a:lnTo>
                    <a:pt x="0" y="6880645"/>
                  </a:lnTo>
                  <a:lnTo>
                    <a:pt x="0" y="5268859"/>
                  </a:lnTo>
                  <a:lnTo>
                    <a:pt x="36130" y="5327430"/>
                  </a:lnTo>
                  <a:cubicBezTo>
                    <a:pt x="631370" y="6195172"/>
                    <a:pt x="1639396" y="6765687"/>
                    <a:pt x="2782721" y="6765687"/>
                  </a:cubicBezTo>
                  <a:cubicBezTo>
                    <a:pt x="4154711" y="6765687"/>
                    <a:pt x="5331871" y="5944145"/>
                    <a:pt x="5834702" y="4773305"/>
                  </a:cubicBezTo>
                  <a:close/>
                  <a:moveTo>
                    <a:pt x="9148" y="0"/>
                  </a:moveTo>
                  <a:lnTo>
                    <a:pt x="5855312" y="0"/>
                  </a:lnTo>
                  <a:lnTo>
                    <a:pt x="5855312" y="96759"/>
                  </a:lnTo>
                  <a:lnTo>
                    <a:pt x="5855313" y="96759"/>
                  </a:lnTo>
                  <a:lnTo>
                    <a:pt x="5855313" y="2289203"/>
                  </a:lnTo>
                  <a:lnTo>
                    <a:pt x="5834702" y="2233742"/>
                  </a:lnTo>
                  <a:cubicBezTo>
                    <a:pt x="5331871" y="1062902"/>
                    <a:pt x="4154711" y="241359"/>
                    <a:pt x="2782721" y="241359"/>
                  </a:cubicBezTo>
                  <a:cubicBezTo>
                    <a:pt x="1639396" y="241359"/>
                    <a:pt x="631370" y="811875"/>
                    <a:pt x="36130" y="1679616"/>
                  </a:cubicBezTo>
                  <a:lnTo>
                    <a:pt x="0" y="1738187"/>
                  </a:lnTo>
                  <a:lnTo>
                    <a:pt x="0" y="96759"/>
                  </a:lnTo>
                  <a:lnTo>
                    <a:pt x="9148" y="96759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17" name="Freeform: Shape 16">
              <a:extLst>
                <a:ext uri="{FF2B5EF4-FFF2-40B4-BE49-F238E27FC236}">
                  <a16:creationId xmlns:a16="http://schemas.microsoft.com/office/drawing/2014/main" id="{B4ABE2AA-A788-450F-94A8-AED4B698F3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6370"/>
              <a:ext cx="6254832" cy="6864558"/>
            </a:xfrm>
            <a:custGeom>
              <a:avLst/>
              <a:gdLst>
                <a:gd name="connsiteX0" fmla="*/ 2766060 w 6254832"/>
                <a:gd name="connsiteY0" fmla="*/ 0 h 6864558"/>
                <a:gd name="connsiteX1" fmla="*/ 0 w 6254832"/>
                <a:gd name="connsiteY1" fmla="*/ 1340683 h 6864558"/>
                <a:gd name="connsiteX2" fmla="*/ 0 w 6254832"/>
                <a:gd name="connsiteY2" fmla="*/ 2201306 h 6864558"/>
                <a:gd name="connsiteX3" fmla="*/ 1312 w 6254832"/>
                <a:gd name="connsiteY3" fmla="*/ 2197746 h 6864558"/>
                <a:gd name="connsiteX4" fmla="*/ 612723 w 6254832"/>
                <a:gd name="connsiteY4" fmla="*/ 1201649 h 6864558"/>
                <a:gd name="connsiteX5" fmla="*/ 1571344 w 6254832"/>
                <a:gd name="connsiteY5" fmla="*/ 483245 h 6864558"/>
                <a:gd name="connsiteX6" fmla="*/ 1641235 w 6254832"/>
                <a:gd name="connsiteY6" fmla="*/ 452328 h 6864558"/>
                <a:gd name="connsiteX7" fmla="*/ 1711502 w 6254832"/>
                <a:gd name="connsiteY7" fmla="*/ 422348 h 6864558"/>
                <a:gd name="connsiteX8" fmla="*/ 1783080 w 6254832"/>
                <a:gd name="connsiteY8" fmla="*/ 395178 h 6864558"/>
                <a:gd name="connsiteX9" fmla="*/ 1855220 w 6254832"/>
                <a:gd name="connsiteY9" fmla="*/ 369133 h 6864558"/>
                <a:gd name="connsiteX10" fmla="*/ 1928297 w 6254832"/>
                <a:gd name="connsiteY10" fmla="*/ 345711 h 6864558"/>
                <a:gd name="connsiteX11" fmla="*/ 2001749 w 6254832"/>
                <a:gd name="connsiteY11" fmla="*/ 323600 h 6864558"/>
                <a:gd name="connsiteX12" fmla="*/ 2076138 w 6254832"/>
                <a:gd name="connsiteY12" fmla="*/ 304300 h 6864558"/>
                <a:gd name="connsiteX13" fmla="*/ 2113426 w 6254832"/>
                <a:gd name="connsiteY13" fmla="*/ 294744 h 6864558"/>
                <a:gd name="connsiteX14" fmla="*/ 2132163 w 6254832"/>
                <a:gd name="connsiteY14" fmla="*/ 290060 h 6864558"/>
                <a:gd name="connsiteX15" fmla="*/ 2151089 w 6254832"/>
                <a:gd name="connsiteY15" fmla="*/ 286312 h 6864558"/>
                <a:gd name="connsiteX16" fmla="*/ 2763249 w 6254832"/>
                <a:gd name="connsiteY16" fmla="*/ 218482 h 6864558"/>
                <a:gd name="connsiteX17" fmla="*/ 3372225 w 6254832"/>
                <a:gd name="connsiteY17" fmla="*/ 301302 h 6864558"/>
                <a:gd name="connsiteX18" fmla="*/ 3663596 w 6254832"/>
                <a:gd name="connsiteY18" fmla="*/ 398364 h 6864558"/>
                <a:gd name="connsiteX19" fmla="*/ 3941663 w 6254832"/>
                <a:gd name="connsiteY19" fmla="*/ 526717 h 6864558"/>
                <a:gd name="connsiteX20" fmla="*/ 4204366 w 6254832"/>
                <a:gd name="connsiteY20" fmla="*/ 681678 h 6864558"/>
                <a:gd name="connsiteX21" fmla="*/ 4450018 w 6254832"/>
                <a:gd name="connsiteY21" fmla="*/ 860061 h 6864558"/>
                <a:gd name="connsiteX22" fmla="*/ 4678992 w 6254832"/>
                <a:gd name="connsiteY22" fmla="*/ 1057181 h 6864558"/>
                <a:gd name="connsiteX23" fmla="*/ 4889791 w 6254832"/>
                <a:gd name="connsiteY23" fmla="*/ 1271166 h 6864558"/>
                <a:gd name="connsiteX24" fmla="*/ 5083164 w 6254832"/>
                <a:gd name="connsiteY24" fmla="*/ 1498642 h 6864558"/>
                <a:gd name="connsiteX25" fmla="*/ 5257987 w 6254832"/>
                <a:gd name="connsiteY25" fmla="*/ 1738484 h 6864558"/>
                <a:gd name="connsiteX26" fmla="*/ 5413510 w 6254832"/>
                <a:gd name="connsiteY26" fmla="*/ 1989195 h 6864558"/>
                <a:gd name="connsiteX27" fmla="*/ 5548609 w 6254832"/>
                <a:gd name="connsiteY27" fmla="*/ 2249462 h 6864558"/>
                <a:gd name="connsiteX28" fmla="*/ 5747791 w 6254832"/>
                <a:gd name="connsiteY28" fmla="*/ 2795666 h 6864558"/>
                <a:gd name="connsiteX29" fmla="*/ 5806814 w 6254832"/>
                <a:gd name="connsiteY29" fmla="*/ 3078980 h 6864558"/>
                <a:gd name="connsiteX30" fmla="*/ 5816933 w 6254832"/>
                <a:gd name="connsiteY30" fmla="*/ 3150558 h 6864558"/>
                <a:gd name="connsiteX31" fmla="*/ 5825178 w 6254832"/>
                <a:gd name="connsiteY31" fmla="*/ 3222323 h 6864558"/>
                <a:gd name="connsiteX32" fmla="*/ 5831923 w 6254832"/>
                <a:gd name="connsiteY32" fmla="*/ 3294276 h 6864558"/>
                <a:gd name="connsiteX33" fmla="*/ 5836233 w 6254832"/>
                <a:gd name="connsiteY33" fmla="*/ 3366416 h 6864558"/>
                <a:gd name="connsiteX34" fmla="*/ 5833047 w 6254832"/>
                <a:gd name="connsiteY34" fmla="*/ 3655726 h 6864558"/>
                <a:gd name="connsiteX35" fmla="*/ 5827426 w 6254832"/>
                <a:gd name="connsiteY35" fmla="*/ 3728054 h 6864558"/>
                <a:gd name="connsiteX36" fmla="*/ 5819556 w 6254832"/>
                <a:gd name="connsiteY36" fmla="*/ 3800194 h 6864558"/>
                <a:gd name="connsiteX37" fmla="*/ 5809063 w 6254832"/>
                <a:gd name="connsiteY37" fmla="*/ 3872147 h 6864558"/>
                <a:gd name="connsiteX38" fmla="*/ 5796696 w 6254832"/>
                <a:gd name="connsiteY38" fmla="*/ 3943912 h 6864558"/>
                <a:gd name="connsiteX39" fmla="*/ 5725305 w 6254832"/>
                <a:gd name="connsiteY39" fmla="*/ 4225165 h 6864558"/>
                <a:gd name="connsiteX40" fmla="*/ 5605384 w 6254832"/>
                <a:gd name="connsiteY40" fmla="*/ 4478312 h 6864558"/>
                <a:gd name="connsiteX41" fmla="*/ 5412573 w 6254832"/>
                <a:gd name="connsiteY41" fmla="*/ 4677306 h 6864558"/>
                <a:gd name="connsiteX42" fmla="*/ 5155867 w 6254832"/>
                <a:gd name="connsiteY42" fmla="*/ 4834703 h 6864558"/>
                <a:gd name="connsiteX43" fmla="*/ 4645452 w 6254832"/>
                <a:gd name="connsiteY43" fmla="*/ 5207396 h 6864558"/>
                <a:gd name="connsiteX44" fmla="*/ 4536211 w 6254832"/>
                <a:gd name="connsiteY44" fmla="*/ 5319072 h 6864558"/>
                <a:gd name="connsiteX45" fmla="*/ 4430343 w 6254832"/>
                <a:gd name="connsiteY45" fmla="*/ 5432061 h 6864558"/>
                <a:gd name="connsiteX46" fmla="*/ 4220668 w 6254832"/>
                <a:gd name="connsiteY46" fmla="*/ 5657663 h 6864558"/>
                <a:gd name="connsiteX47" fmla="*/ 4115174 w 6254832"/>
                <a:gd name="connsiteY47" fmla="*/ 5768777 h 6864558"/>
                <a:gd name="connsiteX48" fmla="*/ 4007245 w 6254832"/>
                <a:gd name="connsiteY48" fmla="*/ 5876707 h 6864558"/>
                <a:gd name="connsiteX49" fmla="*/ 3781081 w 6254832"/>
                <a:gd name="connsiteY49" fmla="*/ 6078887 h 6864558"/>
                <a:gd name="connsiteX50" fmla="*/ 3534493 w 6254832"/>
                <a:gd name="connsiteY50" fmla="*/ 6249775 h 6864558"/>
                <a:gd name="connsiteX51" fmla="*/ 3265232 w 6254832"/>
                <a:gd name="connsiteY51" fmla="*/ 6373068 h 6864558"/>
                <a:gd name="connsiteX52" fmla="*/ 3194779 w 6254832"/>
                <a:gd name="connsiteY52" fmla="*/ 6394804 h 6864558"/>
                <a:gd name="connsiteX53" fmla="*/ 3123575 w 6254832"/>
                <a:gd name="connsiteY53" fmla="*/ 6412792 h 6864558"/>
                <a:gd name="connsiteX54" fmla="*/ 3051435 w 6254832"/>
                <a:gd name="connsiteY54" fmla="*/ 6426471 h 6864558"/>
                <a:gd name="connsiteX55" fmla="*/ 2978733 w 6254832"/>
                <a:gd name="connsiteY55" fmla="*/ 6436214 h 6864558"/>
                <a:gd name="connsiteX56" fmla="*/ 2905656 w 6254832"/>
                <a:gd name="connsiteY56" fmla="*/ 6442211 h 6864558"/>
                <a:gd name="connsiteX57" fmla="*/ 2832204 w 6254832"/>
                <a:gd name="connsiteY57" fmla="*/ 6444459 h 6864558"/>
                <a:gd name="connsiteX58" fmla="*/ 2758565 w 6254832"/>
                <a:gd name="connsiteY58" fmla="*/ 6443335 h 6864558"/>
                <a:gd name="connsiteX59" fmla="*/ 2683239 w 6254832"/>
                <a:gd name="connsiteY59" fmla="*/ 6438463 h 6864558"/>
                <a:gd name="connsiteX60" fmla="*/ 2091503 w 6254832"/>
                <a:gd name="connsiteY60" fmla="*/ 6343275 h 6864558"/>
                <a:gd name="connsiteX61" fmla="*/ 1948347 w 6254832"/>
                <a:gd name="connsiteY61" fmla="*/ 6301490 h 6864558"/>
                <a:gd name="connsiteX62" fmla="*/ 1807626 w 6254832"/>
                <a:gd name="connsiteY62" fmla="*/ 6252585 h 6864558"/>
                <a:gd name="connsiteX63" fmla="*/ 1738297 w 6254832"/>
                <a:gd name="connsiteY63" fmla="*/ 6225790 h 6864558"/>
                <a:gd name="connsiteX64" fmla="*/ 1669529 w 6254832"/>
                <a:gd name="connsiteY64" fmla="*/ 6197684 h 6864558"/>
                <a:gd name="connsiteX65" fmla="*/ 1635239 w 6254832"/>
                <a:gd name="connsiteY65" fmla="*/ 6183630 h 6864558"/>
                <a:gd name="connsiteX66" fmla="*/ 1601699 w 6254832"/>
                <a:gd name="connsiteY66" fmla="*/ 6167891 h 6864558"/>
                <a:gd name="connsiteX67" fmla="*/ 1534618 w 6254832"/>
                <a:gd name="connsiteY67" fmla="*/ 6136411 h 6864558"/>
                <a:gd name="connsiteX68" fmla="*/ 592299 w 6254832"/>
                <a:gd name="connsiteY68" fmla="*/ 5443116 h 6864558"/>
                <a:gd name="connsiteX69" fmla="*/ 0 w 6254832"/>
                <a:gd name="connsiteY69" fmla="*/ 4496675 h 6864558"/>
                <a:gd name="connsiteX70" fmla="*/ 0 w 6254832"/>
                <a:gd name="connsiteY70" fmla="*/ 5523875 h 6864558"/>
                <a:gd name="connsiteX71" fmla="*/ 2766060 w 6254832"/>
                <a:gd name="connsiteY71" fmla="*/ 6864559 h 6864558"/>
                <a:gd name="connsiteX72" fmla="*/ 6254833 w 6254832"/>
                <a:gd name="connsiteY72" fmla="*/ 3432373 h 6864558"/>
                <a:gd name="connsiteX73" fmla="*/ 2766060 w 6254832"/>
                <a:gd name="connsiteY73" fmla="*/ 0 h 6864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6254832" h="6864558">
                  <a:moveTo>
                    <a:pt x="2766060" y="0"/>
                  </a:moveTo>
                  <a:cubicBezTo>
                    <a:pt x="1639549" y="0"/>
                    <a:pt x="637831" y="525405"/>
                    <a:pt x="0" y="1340683"/>
                  </a:cubicBezTo>
                  <a:lnTo>
                    <a:pt x="0" y="2201306"/>
                  </a:lnTo>
                  <a:cubicBezTo>
                    <a:pt x="375" y="2200181"/>
                    <a:pt x="937" y="2198870"/>
                    <a:pt x="1312" y="2197746"/>
                  </a:cubicBezTo>
                  <a:cubicBezTo>
                    <a:pt x="142969" y="1837045"/>
                    <a:pt x="347959" y="1497143"/>
                    <a:pt x="612723" y="1201649"/>
                  </a:cubicBezTo>
                  <a:cubicBezTo>
                    <a:pt x="876550" y="906155"/>
                    <a:pt x="1201836" y="655258"/>
                    <a:pt x="1571344" y="483245"/>
                  </a:cubicBezTo>
                  <a:lnTo>
                    <a:pt x="1641235" y="452328"/>
                  </a:lnTo>
                  <a:cubicBezTo>
                    <a:pt x="1664658" y="442210"/>
                    <a:pt x="1687518" y="430967"/>
                    <a:pt x="1711502" y="422348"/>
                  </a:cubicBezTo>
                  <a:lnTo>
                    <a:pt x="1783080" y="395178"/>
                  </a:lnTo>
                  <a:cubicBezTo>
                    <a:pt x="1807064" y="386372"/>
                    <a:pt x="1830674" y="376441"/>
                    <a:pt x="1855220" y="369133"/>
                  </a:cubicBezTo>
                  <a:lnTo>
                    <a:pt x="1928297" y="345711"/>
                  </a:lnTo>
                  <a:cubicBezTo>
                    <a:pt x="1952656" y="338028"/>
                    <a:pt x="1976828" y="329409"/>
                    <a:pt x="2001749" y="323600"/>
                  </a:cubicBezTo>
                  <a:lnTo>
                    <a:pt x="2076138" y="304300"/>
                  </a:lnTo>
                  <a:lnTo>
                    <a:pt x="2113426" y="294744"/>
                  </a:lnTo>
                  <a:lnTo>
                    <a:pt x="2132163" y="290060"/>
                  </a:lnTo>
                  <a:lnTo>
                    <a:pt x="2151089" y="286312"/>
                  </a:lnTo>
                  <a:cubicBezTo>
                    <a:pt x="2351395" y="241716"/>
                    <a:pt x="2557322" y="219044"/>
                    <a:pt x="2763249" y="218482"/>
                  </a:cubicBezTo>
                  <a:cubicBezTo>
                    <a:pt x="2968802" y="218294"/>
                    <a:pt x="3174167" y="247900"/>
                    <a:pt x="3372225" y="301302"/>
                  </a:cubicBezTo>
                  <a:cubicBezTo>
                    <a:pt x="3471347" y="327910"/>
                    <a:pt x="3568596" y="360513"/>
                    <a:pt x="3663596" y="398364"/>
                  </a:cubicBezTo>
                  <a:cubicBezTo>
                    <a:pt x="3758784" y="435652"/>
                    <a:pt x="3851348" y="479311"/>
                    <a:pt x="3941663" y="526717"/>
                  </a:cubicBezTo>
                  <a:cubicBezTo>
                    <a:pt x="4031979" y="573936"/>
                    <a:pt x="4119297" y="626402"/>
                    <a:pt x="4204366" y="681678"/>
                  </a:cubicBezTo>
                  <a:cubicBezTo>
                    <a:pt x="4289060" y="737516"/>
                    <a:pt x="4370944" y="797289"/>
                    <a:pt x="4450018" y="860061"/>
                  </a:cubicBezTo>
                  <a:cubicBezTo>
                    <a:pt x="4529091" y="922832"/>
                    <a:pt x="4605540" y="988601"/>
                    <a:pt x="4678992" y="1057181"/>
                  </a:cubicBezTo>
                  <a:cubicBezTo>
                    <a:pt x="4752444" y="1125574"/>
                    <a:pt x="4822335" y="1197527"/>
                    <a:pt x="4889791" y="1271166"/>
                  </a:cubicBezTo>
                  <a:cubicBezTo>
                    <a:pt x="4957247" y="1344805"/>
                    <a:pt x="5021705" y="1420693"/>
                    <a:pt x="5083164" y="1498642"/>
                  </a:cubicBezTo>
                  <a:cubicBezTo>
                    <a:pt x="5144062" y="1576965"/>
                    <a:pt x="5202899" y="1656601"/>
                    <a:pt x="5257987" y="1738484"/>
                  </a:cubicBezTo>
                  <a:cubicBezTo>
                    <a:pt x="5313076" y="1820368"/>
                    <a:pt x="5365354" y="1903751"/>
                    <a:pt x="5413510" y="1989195"/>
                  </a:cubicBezTo>
                  <a:cubicBezTo>
                    <a:pt x="5462041" y="2074451"/>
                    <a:pt x="5507011" y="2161207"/>
                    <a:pt x="5548609" y="2249462"/>
                  </a:cubicBezTo>
                  <a:cubicBezTo>
                    <a:pt x="5631430" y="2426158"/>
                    <a:pt x="5698323" y="2608851"/>
                    <a:pt x="5747791" y="2795666"/>
                  </a:cubicBezTo>
                  <a:cubicBezTo>
                    <a:pt x="5771963" y="2889167"/>
                    <a:pt x="5791825" y="2983792"/>
                    <a:pt x="5806814" y="3078980"/>
                  </a:cubicBezTo>
                  <a:cubicBezTo>
                    <a:pt x="5810562" y="3102777"/>
                    <a:pt x="5814497" y="3126574"/>
                    <a:pt x="5816933" y="3150558"/>
                  </a:cubicBezTo>
                  <a:cubicBezTo>
                    <a:pt x="5819556" y="3174542"/>
                    <a:pt x="5823304" y="3198339"/>
                    <a:pt x="5825178" y="3222323"/>
                  </a:cubicBezTo>
                  <a:cubicBezTo>
                    <a:pt x="5827426" y="3246308"/>
                    <a:pt x="5830050" y="3270292"/>
                    <a:pt x="5831923" y="3294276"/>
                  </a:cubicBezTo>
                  <a:lnTo>
                    <a:pt x="5836233" y="3366416"/>
                  </a:lnTo>
                  <a:cubicBezTo>
                    <a:pt x="5839981" y="3462728"/>
                    <a:pt x="5839981" y="3559227"/>
                    <a:pt x="5833047" y="3655726"/>
                  </a:cubicBezTo>
                  <a:cubicBezTo>
                    <a:pt x="5830986" y="3679711"/>
                    <a:pt x="5830237" y="3704069"/>
                    <a:pt x="5827426" y="3728054"/>
                  </a:cubicBezTo>
                  <a:lnTo>
                    <a:pt x="5819556" y="3800194"/>
                  </a:lnTo>
                  <a:lnTo>
                    <a:pt x="5809063" y="3872147"/>
                  </a:lnTo>
                  <a:cubicBezTo>
                    <a:pt x="5805690" y="3896131"/>
                    <a:pt x="5800818" y="3919928"/>
                    <a:pt x="5796696" y="3943912"/>
                  </a:cubicBezTo>
                  <a:cubicBezTo>
                    <a:pt x="5778708" y="4039287"/>
                    <a:pt x="5755848" y="4134662"/>
                    <a:pt x="5725305" y="4225165"/>
                  </a:cubicBezTo>
                  <a:cubicBezTo>
                    <a:pt x="5694763" y="4315669"/>
                    <a:pt x="5656726" y="4402237"/>
                    <a:pt x="5605384" y="4478312"/>
                  </a:cubicBezTo>
                  <a:cubicBezTo>
                    <a:pt x="5554980" y="4555324"/>
                    <a:pt x="5489960" y="4620718"/>
                    <a:pt x="5412573" y="4677306"/>
                  </a:cubicBezTo>
                  <a:cubicBezTo>
                    <a:pt x="5335374" y="4734269"/>
                    <a:pt x="5245995" y="4782987"/>
                    <a:pt x="5155867" y="4834703"/>
                  </a:cubicBezTo>
                  <a:cubicBezTo>
                    <a:pt x="4973924" y="4936261"/>
                    <a:pt x="4794791" y="5058806"/>
                    <a:pt x="4645452" y="5207396"/>
                  </a:cubicBezTo>
                  <a:cubicBezTo>
                    <a:pt x="4607414" y="5244497"/>
                    <a:pt x="4571813" y="5281597"/>
                    <a:pt x="4536211" y="5319072"/>
                  </a:cubicBezTo>
                  <a:lnTo>
                    <a:pt x="4430343" y="5432061"/>
                  </a:lnTo>
                  <a:cubicBezTo>
                    <a:pt x="4360264" y="5507574"/>
                    <a:pt x="4290934" y="5583087"/>
                    <a:pt x="4220668" y="5657663"/>
                  </a:cubicBezTo>
                  <a:cubicBezTo>
                    <a:pt x="4185628" y="5694951"/>
                    <a:pt x="4150589" y="5732052"/>
                    <a:pt x="4115174" y="5768777"/>
                  </a:cubicBezTo>
                  <a:cubicBezTo>
                    <a:pt x="4079573" y="5805316"/>
                    <a:pt x="4043597" y="5841292"/>
                    <a:pt x="4007245" y="5876707"/>
                  </a:cubicBezTo>
                  <a:cubicBezTo>
                    <a:pt x="3934543" y="5947723"/>
                    <a:pt x="3859405" y="6015740"/>
                    <a:pt x="3781081" y="6078887"/>
                  </a:cubicBezTo>
                  <a:cubicBezTo>
                    <a:pt x="3702945" y="6142220"/>
                    <a:pt x="3620312" y="6199557"/>
                    <a:pt x="3534493" y="6249775"/>
                  </a:cubicBezTo>
                  <a:cubicBezTo>
                    <a:pt x="3448300" y="6299429"/>
                    <a:pt x="3358359" y="6341589"/>
                    <a:pt x="3265232" y="6373068"/>
                  </a:cubicBezTo>
                  <a:cubicBezTo>
                    <a:pt x="3241998" y="6381313"/>
                    <a:pt x="3218201" y="6387497"/>
                    <a:pt x="3194779" y="6394804"/>
                  </a:cubicBezTo>
                  <a:cubicBezTo>
                    <a:pt x="3171169" y="6401175"/>
                    <a:pt x="3147185" y="6406797"/>
                    <a:pt x="3123575" y="6412792"/>
                  </a:cubicBezTo>
                  <a:cubicBezTo>
                    <a:pt x="3099404" y="6417477"/>
                    <a:pt x="3075420" y="6422161"/>
                    <a:pt x="3051435" y="6426471"/>
                  </a:cubicBezTo>
                  <a:cubicBezTo>
                    <a:pt x="3027076" y="6429657"/>
                    <a:pt x="3002904" y="6433591"/>
                    <a:pt x="2978733" y="6436214"/>
                  </a:cubicBezTo>
                  <a:cubicBezTo>
                    <a:pt x="2954374" y="6438088"/>
                    <a:pt x="2930015" y="6440899"/>
                    <a:pt x="2905656" y="6442211"/>
                  </a:cubicBezTo>
                  <a:cubicBezTo>
                    <a:pt x="2881109" y="6442960"/>
                    <a:pt x="2856751" y="6444272"/>
                    <a:pt x="2832204" y="6444459"/>
                  </a:cubicBezTo>
                  <a:cubicBezTo>
                    <a:pt x="2807658" y="6444084"/>
                    <a:pt x="2783298" y="6444084"/>
                    <a:pt x="2758565" y="6443335"/>
                  </a:cubicBezTo>
                  <a:lnTo>
                    <a:pt x="2683239" y="6438463"/>
                  </a:lnTo>
                  <a:cubicBezTo>
                    <a:pt x="2482559" y="6425909"/>
                    <a:pt x="2284126" y="6393492"/>
                    <a:pt x="2091503" y="6343275"/>
                  </a:cubicBezTo>
                  <a:lnTo>
                    <a:pt x="1948347" y="6301490"/>
                  </a:lnTo>
                  <a:cubicBezTo>
                    <a:pt x="1901127" y="6286126"/>
                    <a:pt x="1854658" y="6268699"/>
                    <a:pt x="1807626" y="6252585"/>
                  </a:cubicBezTo>
                  <a:cubicBezTo>
                    <a:pt x="1784017" y="6245090"/>
                    <a:pt x="1761344" y="6234972"/>
                    <a:pt x="1738297" y="6225790"/>
                  </a:cubicBezTo>
                  <a:lnTo>
                    <a:pt x="1669529" y="6197684"/>
                  </a:lnTo>
                  <a:lnTo>
                    <a:pt x="1635239" y="6183630"/>
                  </a:lnTo>
                  <a:lnTo>
                    <a:pt x="1601699" y="6167891"/>
                  </a:lnTo>
                  <a:lnTo>
                    <a:pt x="1534618" y="6136411"/>
                  </a:lnTo>
                  <a:cubicBezTo>
                    <a:pt x="1179164" y="5964961"/>
                    <a:pt x="857250" y="5729616"/>
                    <a:pt x="592299" y="5443116"/>
                  </a:cubicBezTo>
                  <a:cubicBezTo>
                    <a:pt x="336904" y="5166173"/>
                    <a:pt x="137160" y="4842573"/>
                    <a:pt x="0" y="4496675"/>
                  </a:cubicBezTo>
                  <a:lnTo>
                    <a:pt x="0" y="5523875"/>
                  </a:lnTo>
                  <a:cubicBezTo>
                    <a:pt x="637831" y="6338966"/>
                    <a:pt x="1639549" y="6864559"/>
                    <a:pt x="2766060" y="6864559"/>
                  </a:cubicBezTo>
                  <a:cubicBezTo>
                    <a:pt x="4692858" y="6864559"/>
                    <a:pt x="6254833" y="5327879"/>
                    <a:pt x="6254833" y="3432373"/>
                  </a:cubicBezTo>
                  <a:cubicBezTo>
                    <a:pt x="6254833" y="1536679"/>
                    <a:pt x="4692858" y="0"/>
                    <a:pt x="2766060" y="0"/>
                  </a:cubicBezTo>
                  <a:close/>
                </a:path>
              </a:pathLst>
            </a:custGeom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0578" y="802955"/>
            <a:ext cx="3733482" cy="145405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200" dirty="0"/>
              <a:t>29 “Pen testing guarantees security.”</a:t>
            </a:r>
            <a:br>
              <a:rPr lang="en-NZ" sz="3200" dirty="0"/>
            </a:br>
            <a:endParaRPr lang="en-US" sz="3100" dirty="0">
              <a:solidFill>
                <a:schemeClr val="tx2"/>
              </a:solidFill>
            </a:endParaRP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D0AB1234-FFF9-89FA-14B5-FA95AA80D7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46453962"/>
              </p:ext>
            </p:extLst>
          </p:nvPr>
        </p:nvGraphicFramePr>
        <p:xfrm>
          <a:off x="4567930" y="2147183"/>
          <a:ext cx="3733184" cy="2460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10650BA-D090-4A23-98E3-B48BBAEA9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rogramming data on computer monitor">
            <a:extLst>
              <a:ext uri="{FF2B5EF4-FFF2-40B4-BE49-F238E27FC236}">
                <a16:creationId xmlns:a16="http://schemas.microsoft.com/office/drawing/2014/main" id="{93F2C409-BD9E-7601-A97A-34B2DCA614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408" r="26869" b="-2"/>
          <a:stretch>
            <a:fillRect/>
          </a:stretch>
        </p:blipFill>
        <p:spPr>
          <a:xfrm>
            <a:off x="-7145" y="3725"/>
            <a:ext cx="4384623" cy="6850548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FFB939B9-73CE-4644-87BB-72AEBF0011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7145" y="-6558"/>
            <a:ext cx="4691122" cy="6874766"/>
            <a:chOff x="-9149" y="3725"/>
            <a:chExt cx="6254832" cy="6887203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5F2A0CF-7879-4629-AC2B-4069D77A3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38645"/>
              <a:ext cx="5933139" cy="6387893"/>
            </a:xfrm>
            <a:custGeom>
              <a:avLst/>
              <a:gdLst>
                <a:gd name="connsiteX0" fmla="*/ 5852909 w 5933139"/>
                <a:gd name="connsiteY0" fmla="*/ 2469528 h 6335678"/>
                <a:gd name="connsiteX1" fmla="*/ 5830799 w 5933139"/>
                <a:gd name="connsiteY1" fmla="*/ 2394015 h 6335678"/>
                <a:gd name="connsiteX2" fmla="*/ 5805878 w 5933139"/>
                <a:gd name="connsiteY2" fmla="*/ 2319439 h 6335678"/>
                <a:gd name="connsiteX3" fmla="*/ 5778708 w 5933139"/>
                <a:gd name="connsiteY3" fmla="*/ 2245800 h 6335678"/>
                <a:gd name="connsiteX4" fmla="*/ 5652978 w 5933139"/>
                <a:gd name="connsiteY4" fmla="*/ 1959675 h 6335678"/>
                <a:gd name="connsiteX5" fmla="*/ 5327691 w 5933139"/>
                <a:gd name="connsiteY5" fmla="*/ 1432958 h 6335678"/>
                <a:gd name="connsiteX6" fmla="*/ 4921458 w 5933139"/>
                <a:gd name="connsiteY6" fmla="*/ 973322 h 6335678"/>
                <a:gd name="connsiteX7" fmla="*/ 4450018 w 5933139"/>
                <a:gd name="connsiteY7" fmla="*/ 586764 h 6335678"/>
                <a:gd name="connsiteX8" fmla="*/ 4193311 w 5933139"/>
                <a:gd name="connsiteY8" fmla="*/ 423558 h 6335678"/>
                <a:gd name="connsiteX9" fmla="*/ 3924237 w 5933139"/>
                <a:gd name="connsiteY9" fmla="*/ 281901 h 6335678"/>
                <a:gd name="connsiteX10" fmla="*/ 3352175 w 5933139"/>
                <a:gd name="connsiteY10" fmla="*/ 75786 h 6335678"/>
                <a:gd name="connsiteX11" fmla="*/ 3051997 w 5933139"/>
                <a:gd name="connsiteY11" fmla="*/ 19011 h 6335678"/>
                <a:gd name="connsiteX12" fmla="*/ 2745823 w 5933139"/>
                <a:gd name="connsiteY12" fmla="*/ 86 h 6335678"/>
                <a:gd name="connsiteX13" fmla="*/ 2141720 w 5933139"/>
                <a:gd name="connsiteY13" fmla="*/ 55550 h 6335678"/>
                <a:gd name="connsiteX14" fmla="*/ 1551295 w 5933139"/>
                <a:gd name="connsiteY14" fmla="*/ 216319 h 6335678"/>
                <a:gd name="connsiteX15" fmla="*/ 1001718 w 5933139"/>
                <a:gd name="connsiteY15" fmla="*/ 498134 h 6335678"/>
                <a:gd name="connsiteX16" fmla="*/ 754755 w 5933139"/>
                <a:gd name="connsiteY16" fmla="*/ 685886 h 6335678"/>
                <a:gd name="connsiteX17" fmla="*/ 533462 w 5933139"/>
                <a:gd name="connsiteY17" fmla="*/ 903056 h 6335678"/>
                <a:gd name="connsiteX18" fmla="*/ 0 w 5933139"/>
                <a:gd name="connsiteY18" fmla="*/ 1646568 h 6335678"/>
                <a:gd name="connsiteX19" fmla="*/ 0 w 5933139"/>
                <a:gd name="connsiteY19" fmla="*/ 4709059 h 6335678"/>
                <a:gd name="connsiteX20" fmla="*/ 120671 w 5933139"/>
                <a:gd name="connsiteY20" fmla="*/ 4907491 h 6335678"/>
                <a:gd name="connsiteX21" fmla="*/ 507979 w 5933139"/>
                <a:gd name="connsiteY21" fmla="*/ 5384178 h 6335678"/>
                <a:gd name="connsiteX22" fmla="*/ 972112 w 5933139"/>
                <a:gd name="connsiteY22" fmla="*/ 5778607 h 6335678"/>
                <a:gd name="connsiteX23" fmla="*/ 1229943 w 5933139"/>
                <a:gd name="connsiteY23" fmla="*/ 5939939 h 6335678"/>
                <a:gd name="connsiteX24" fmla="*/ 1502389 w 5933139"/>
                <a:gd name="connsiteY24" fmla="*/ 6073913 h 6335678"/>
                <a:gd name="connsiteX25" fmla="*/ 2673870 w 5933139"/>
                <a:gd name="connsiteY25" fmla="*/ 6333993 h 6335678"/>
                <a:gd name="connsiteX26" fmla="*/ 2749196 w 5933139"/>
                <a:gd name="connsiteY26" fmla="*/ 6335679 h 6335678"/>
                <a:gd name="connsiteX27" fmla="*/ 2787983 w 5933139"/>
                <a:gd name="connsiteY27" fmla="*/ 6335492 h 6335678"/>
                <a:gd name="connsiteX28" fmla="*/ 2826770 w 5933139"/>
                <a:gd name="connsiteY28" fmla="*/ 6334368 h 6335678"/>
                <a:gd name="connsiteX29" fmla="*/ 2981918 w 5933139"/>
                <a:gd name="connsiteY29" fmla="*/ 6319939 h 6335678"/>
                <a:gd name="connsiteX30" fmla="*/ 3285282 w 5933139"/>
                <a:gd name="connsiteY30" fmla="*/ 6241803 h 6335678"/>
                <a:gd name="connsiteX31" fmla="*/ 3566347 w 5933139"/>
                <a:gd name="connsiteY31" fmla="*/ 6104831 h 6335678"/>
                <a:gd name="connsiteX32" fmla="*/ 3818369 w 5933139"/>
                <a:gd name="connsiteY32" fmla="*/ 5926823 h 6335678"/>
                <a:gd name="connsiteX33" fmla="*/ 4044908 w 5933139"/>
                <a:gd name="connsiteY33" fmla="*/ 5726329 h 6335678"/>
                <a:gd name="connsiteX34" fmla="*/ 4151151 w 5933139"/>
                <a:gd name="connsiteY34" fmla="*/ 5622147 h 6335678"/>
                <a:gd name="connsiteX35" fmla="*/ 4253834 w 5933139"/>
                <a:gd name="connsiteY35" fmla="*/ 5516841 h 6335678"/>
                <a:gd name="connsiteX36" fmla="*/ 4452453 w 5933139"/>
                <a:gd name="connsiteY36" fmla="*/ 5306979 h 6335678"/>
                <a:gd name="connsiteX37" fmla="*/ 4548578 w 5933139"/>
                <a:gd name="connsiteY37" fmla="*/ 5202797 h 6335678"/>
                <a:gd name="connsiteX38" fmla="*/ 4596546 w 5933139"/>
                <a:gd name="connsiteY38" fmla="*/ 5151456 h 6335678"/>
                <a:gd name="connsiteX39" fmla="*/ 4643016 w 5933139"/>
                <a:gd name="connsiteY39" fmla="*/ 5103300 h 6335678"/>
                <a:gd name="connsiteX40" fmla="*/ 4739515 w 5933139"/>
                <a:gd name="connsiteY40" fmla="*/ 5013172 h 6335678"/>
                <a:gd name="connsiteX41" fmla="*/ 4842198 w 5933139"/>
                <a:gd name="connsiteY41" fmla="*/ 4930164 h 6335678"/>
                <a:gd name="connsiteX42" fmla="*/ 5071360 w 5933139"/>
                <a:gd name="connsiteY42" fmla="*/ 4780449 h 6335678"/>
                <a:gd name="connsiteX43" fmla="*/ 5332001 w 5933139"/>
                <a:gd name="connsiteY43" fmla="*/ 4615932 h 6335678"/>
                <a:gd name="connsiteX44" fmla="*/ 5397396 w 5933139"/>
                <a:gd name="connsiteY44" fmla="*/ 4563655 h 6335678"/>
                <a:gd name="connsiteX45" fmla="*/ 5459417 w 5933139"/>
                <a:gd name="connsiteY45" fmla="*/ 4505380 h 6335678"/>
                <a:gd name="connsiteX46" fmla="*/ 5567159 w 5933139"/>
                <a:gd name="connsiteY46" fmla="*/ 4374029 h 6335678"/>
                <a:gd name="connsiteX47" fmla="*/ 5651292 w 5933139"/>
                <a:gd name="connsiteY47" fmla="*/ 4231810 h 6335678"/>
                <a:gd name="connsiteX48" fmla="*/ 5716686 w 5933139"/>
                <a:gd name="connsiteY48" fmla="*/ 4085655 h 6335678"/>
                <a:gd name="connsiteX49" fmla="*/ 5820681 w 5933139"/>
                <a:gd name="connsiteY49" fmla="*/ 3791848 h 6335678"/>
                <a:gd name="connsiteX50" fmla="*/ 5898629 w 5933139"/>
                <a:gd name="connsiteY50" fmla="*/ 3487922 h 6335678"/>
                <a:gd name="connsiteX51" fmla="*/ 5932170 w 5933139"/>
                <a:gd name="connsiteY51" fmla="*/ 3174066 h 6335678"/>
                <a:gd name="connsiteX52" fmla="*/ 5872209 w 5933139"/>
                <a:gd name="connsiteY52" fmla="*/ 2545978 h 6335678"/>
                <a:gd name="connsiteX53" fmla="*/ 5852909 w 5933139"/>
                <a:gd name="connsiteY53" fmla="*/ 2469528 h 6335678"/>
                <a:gd name="connsiteX54" fmla="*/ 5507386 w 5933139"/>
                <a:gd name="connsiteY54" fmla="*/ 3724580 h 6335678"/>
                <a:gd name="connsiteX55" fmla="*/ 5453609 w 5933139"/>
                <a:gd name="connsiteY55" fmla="*/ 3989906 h 6335678"/>
                <a:gd name="connsiteX56" fmla="*/ 5344181 w 5933139"/>
                <a:gd name="connsiteY56" fmla="*/ 4220380 h 6335678"/>
                <a:gd name="connsiteX57" fmla="*/ 5171419 w 5933139"/>
                <a:gd name="connsiteY57" fmla="*/ 4388644 h 6335678"/>
                <a:gd name="connsiteX58" fmla="*/ 5057868 w 5933139"/>
                <a:gd name="connsiteY58" fmla="*/ 4453851 h 6335678"/>
                <a:gd name="connsiteX59" fmla="*/ 4930265 w 5933139"/>
                <a:gd name="connsiteY59" fmla="*/ 4516810 h 6335678"/>
                <a:gd name="connsiteX60" fmla="*/ 4660067 w 5933139"/>
                <a:gd name="connsiteY60" fmla="*/ 4664276 h 6335678"/>
                <a:gd name="connsiteX61" fmla="*/ 4408794 w 5933139"/>
                <a:gd name="connsiteY61" fmla="*/ 4857836 h 6335678"/>
                <a:gd name="connsiteX62" fmla="*/ 4352207 w 5933139"/>
                <a:gd name="connsiteY62" fmla="*/ 4911988 h 6335678"/>
                <a:gd name="connsiteX63" fmla="*/ 4299366 w 5933139"/>
                <a:gd name="connsiteY63" fmla="*/ 4965390 h 6335678"/>
                <a:gd name="connsiteX64" fmla="*/ 4197621 w 5933139"/>
                <a:gd name="connsiteY64" fmla="*/ 5074257 h 6335678"/>
                <a:gd name="connsiteX65" fmla="*/ 4008744 w 5933139"/>
                <a:gd name="connsiteY65" fmla="*/ 5297985 h 6335678"/>
                <a:gd name="connsiteX66" fmla="*/ 3917304 w 5933139"/>
                <a:gd name="connsiteY66" fmla="*/ 5409100 h 6335678"/>
                <a:gd name="connsiteX67" fmla="*/ 3826052 w 5933139"/>
                <a:gd name="connsiteY67" fmla="*/ 5518153 h 6335678"/>
                <a:gd name="connsiteX68" fmla="*/ 3637925 w 5933139"/>
                <a:gd name="connsiteY68" fmla="*/ 5725017 h 6335678"/>
                <a:gd name="connsiteX69" fmla="*/ 3433497 w 5933139"/>
                <a:gd name="connsiteY69" fmla="*/ 5906586 h 6335678"/>
                <a:gd name="connsiteX70" fmla="*/ 3204522 w 5933139"/>
                <a:gd name="connsiteY70" fmla="*/ 6046744 h 6335678"/>
                <a:gd name="connsiteX71" fmla="*/ 2950439 w 5933139"/>
                <a:gd name="connsiteY71" fmla="*/ 6129190 h 6335678"/>
                <a:gd name="connsiteX72" fmla="*/ 2816839 w 5933139"/>
                <a:gd name="connsiteY72" fmla="*/ 6146428 h 6335678"/>
                <a:gd name="connsiteX73" fmla="*/ 2749009 w 5933139"/>
                <a:gd name="connsiteY73" fmla="*/ 6149051 h 6335678"/>
                <a:gd name="connsiteX74" fmla="*/ 2678930 w 5933139"/>
                <a:gd name="connsiteY74" fmla="*/ 6148677 h 6335678"/>
                <a:gd name="connsiteX75" fmla="*/ 2125793 w 5933139"/>
                <a:gd name="connsiteY75" fmla="*/ 6065481 h 6335678"/>
                <a:gd name="connsiteX76" fmla="*/ 1610506 w 5933139"/>
                <a:gd name="connsiteY76" fmla="*/ 5851310 h 6335678"/>
                <a:gd name="connsiteX77" fmla="*/ 1373099 w 5933139"/>
                <a:gd name="connsiteY77" fmla="*/ 5706279 h 6335678"/>
                <a:gd name="connsiteX78" fmla="*/ 1315949 w 5933139"/>
                <a:gd name="connsiteY78" fmla="*/ 5666743 h 6335678"/>
                <a:gd name="connsiteX79" fmla="*/ 1259923 w 5933139"/>
                <a:gd name="connsiteY79" fmla="*/ 5625894 h 6335678"/>
                <a:gd name="connsiteX80" fmla="*/ 1204647 w 5933139"/>
                <a:gd name="connsiteY80" fmla="*/ 5583922 h 6335678"/>
                <a:gd name="connsiteX81" fmla="*/ 1150308 w 5933139"/>
                <a:gd name="connsiteY81" fmla="*/ 5540826 h 6335678"/>
                <a:gd name="connsiteX82" fmla="*/ 751569 w 5933139"/>
                <a:gd name="connsiteY82" fmla="*/ 5158015 h 6335678"/>
                <a:gd name="connsiteX83" fmla="*/ 663315 w 5933139"/>
                <a:gd name="connsiteY83" fmla="*/ 5052146 h 6335678"/>
                <a:gd name="connsiteX84" fmla="*/ 580869 w 5933139"/>
                <a:gd name="connsiteY84" fmla="*/ 4942718 h 6335678"/>
                <a:gd name="connsiteX85" fmla="*/ 432279 w 5933139"/>
                <a:gd name="connsiteY85" fmla="*/ 4713369 h 6335678"/>
                <a:gd name="connsiteX86" fmla="*/ 205553 w 5933139"/>
                <a:gd name="connsiteY86" fmla="*/ 4219443 h 6335678"/>
                <a:gd name="connsiteX87" fmla="*/ 79448 w 5933139"/>
                <a:gd name="connsiteY87" fmla="*/ 3693850 h 6335678"/>
                <a:gd name="connsiteX88" fmla="*/ 53590 w 5933139"/>
                <a:gd name="connsiteY88" fmla="*/ 3425339 h 6335678"/>
                <a:gd name="connsiteX89" fmla="*/ 49655 w 5933139"/>
                <a:gd name="connsiteY89" fmla="*/ 3155890 h 6335678"/>
                <a:gd name="connsiteX90" fmla="*/ 67830 w 5933139"/>
                <a:gd name="connsiteY90" fmla="*/ 2886817 h 6335678"/>
                <a:gd name="connsiteX91" fmla="*/ 108679 w 5933139"/>
                <a:gd name="connsiteY91" fmla="*/ 2619992 h 6335678"/>
                <a:gd name="connsiteX92" fmla="*/ 263077 w 5933139"/>
                <a:gd name="connsiteY92" fmla="*/ 2101520 h 6335678"/>
                <a:gd name="connsiteX93" fmla="*/ 837575 w 5933139"/>
                <a:gd name="connsiteY93" fmla="*/ 1186370 h 6335678"/>
                <a:gd name="connsiteX94" fmla="*/ 1031698 w 5933139"/>
                <a:gd name="connsiteY94" fmla="*/ 996932 h 6335678"/>
                <a:gd name="connsiteX95" fmla="*/ 1236688 w 5933139"/>
                <a:gd name="connsiteY95" fmla="*/ 819298 h 6335678"/>
                <a:gd name="connsiteX96" fmla="*/ 1687143 w 5933139"/>
                <a:gd name="connsiteY96" fmla="*/ 511438 h 6335678"/>
                <a:gd name="connsiteX97" fmla="*/ 2196246 w 5933139"/>
                <a:gd name="connsiteY97" fmla="*/ 300639 h 6335678"/>
                <a:gd name="connsiteX98" fmla="*/ 2745823 w 5933139"/>
                <a:gd name="connsiteY98" fmla="*/ 229248 h 6335678"/>
                <a:gd name="connsiteX99" fmla="*/ 3019206 w 5933139"/>
                <a:gd name="connsiteY99" fmla="*/ 252108 h 6335678"/>
                <a:gd name="connsiteX100" fmla="*/ 3288092 w 5933139"/>
                <a:gd name="connsiteY100" fmla="*/ 313006 h 6335678"/>
                <a:gd name="connsiteX101" fmla="*/ 3548172 w 5933139"/>
                <a:gd name="connsiteY101" fmla="*/ 407069 h 6335678"/>
                <a:gd name="connsiteX102" fmla="*/ 3611505 w 5933139"/>
                <a:gd name="connsiteY102" fmla="*/ 435176 h 6335678"/>
                <a:gd name="connsiteX103" fmla="*/ 3674089 w 5933139"/>
                <a:gd name="connsiteY103" fmla="*/ 464968 h 6335678"/>
                <a:gd name="connsiteX104" fmla="*/ 3735736 w 5933139"/>
                <a:gd name="connsiteY104" fmla="*/ 496823 h 6335678"/>
                <a:gd name="connsiteX105" fmla="*/ 3796634 w 5933139"/>
                <a:gd name="connsiteY105" fmla="*/ 530176 h 6335678"/>
                <a:gd name="connsiteX106" fmla="*/ 4251585 w 5933139"/>
                <a:gd name="connsiteY106" fmla="*/ 847405 h 6335678"/>
                <a:gd name="connsiteX107" fmla="*/ 4644515 w 5933139"/>
                <a:gd name="connsiteY107" fmla="*/ 1236775 h 6335678"/>
                <a:gd name="connsiteX108" fmla="*/ 4816527 w 5933139"/>
                <a:gd name="connsiteY108" fmla="*/ 1451883 h 6335678"/>
                <a:gd name="connsiteX109" fmla="*/ 4970738 w 5933139"/>
                <a:gd name="connsiteY109" fmla="*/ 1678610 h 6335678"/>
                <a:gd name="connsiteX110" fmla="*/ 5223885 w 5933139"/>
                <a:gd name="connsiteY110" fmla="*/ 2159232 h 6335678"/>
                <a:gd name="connsiteX111" fmla="*/ 5395709 w 5933139"/>
                <a:gd name="connsiteY111" fmla="*/ 2666087 h 6335678"/>
                <a:gd name="connsiteX112" fmla="*/ 5458855 w 5933139"/>
                <a:gd name="connsiteY112" fmla="*/ 2924292 h 6335678"/>
                <a:gd name="connsiteX113" fmla="*/ 5499142 w 5933139"/>
                <a:gd name="connsiteY113" fmla="*/ 3186995 h 6335678"/>
                <a:gd name="connsiteX114" fmla="*/ 5516755 w 5933139"/>
                <a:gd name="connsiteY114" fmla="*/ 3454007 h 6335678"/>
                <a:gd name="connsiteX115" fmla="*/ 5507386 w 5933139"/>
                <a:gd name="connsiteY115" fmla="*/ 3724580 h 6335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5933139" h="6335678">
                  <a:moveTo>
                    <a:pt x="5852909" y="2469528"/>
                  </a:moveTo>
                  <a:lnTo>
                    <a:pt x="5830799" y="2394015"/>
                  </a:lnTo>
                  <a:lnTo>
                    <a:pt x="5805878" y="2319439"/>
                  </a:lnTo>
                  <a:cubicBezTo>
                    <a:pt x="5797446" y="2294705"/>
                    <a:pt x="5787890" y="2270346"/>
                    <a:pt x="5778708" y="2245800"/>
                  </a:cubicBezTo>
                  <a:cubicBezTo>
                    <a:pt x="5740858" y="2148364"/>
                    <a:pt x="5699073" y="2052614"/>
                    <a:pt x="5652978" y="1959675"/>
                  </a:cubicBezTo>
                  <a:cubicBezTo>
                    <a:pt x="5559664" y="1773985"/>
                    <a:pt x="5450986" y="1597663"/>
                    <a:pt x="5327691" y="1432958"/>
                  </a:cubicBezTo>
                  <a:cubicBezTo>
                    <a:pt x="5204960" y="1268067"/>
                    <a:pt x="5068362" y="1114980"/>
                    <a:pt x="4921458" y="973322"/>
                  </a:cubicBezTo>
                  <a:cubicBezTo>
                    <a:pt x="4774742" y="831665"/>
                    <a:pt x="4616408" y="703125"/>
                    <a:pt x="4450018" y="586764"/>
                  </a:cubicBezTo>
                  <a:cubicBezTo>
                    <a:pt x="4366822" y="528489"/>
                    <a:pt x="4281003" y="474337"/>
                    <a:pt x="4193311" y="423558"/>
                  </a:cubicBezTo>
                  <a:cubicBezTo>
                    <a:pt x="4105806" y="372404"/>
                    <a:pt x="4015865" y="325560"/>
                    <a:pt x="3924237" y="281901"/>
                  </a:cubicBezTo>
                  <a:cubicBezTo>
                    <a:pt x="3740983" y="195333"/>
                    <a:pt x="3549483" y="125067"/>
                    <a:pt x="3352175" y="75786"/>
                  </a:cubicBezTo>
                  <a:cubicBezTo>
                    <a:pt x="3253428" y="51240"/>
                    <a:pt x="3153368" y="31565"/>
                    <a:pt x="3051997" y="19011"/>
                  </a:cubicBezTo>
                  <a:cubicBezTo>
                    <a:pt x="2950814" y="5895"/>
                    <a:pt x="2848506" y="-851"/>
                    <a:pt x="2745823" y="86"/>
                  </a:cubicBezTo>
                  <a:cubicBezTo>
                    <a:pt x="2543643" y="1585"/>
                    <a:pt x="2341838" y="20135"/>
                    <a:pt x="2141720" y="55550"/>
                  </a:cubicBezTo>
                  <a:cubicBezTo>
                    <a:pt x="1941976" y="91339"/>
                    <a:pt x="1743356" y="143055"/>
                    <a:pt x="1551295" y="216319"/>
                  </a:cubicBezTo>
                  <a:cubicBezTo>
                    <a:pt x="1359233" y="289396"/>
                    <a:pt x="1173917" y="383459"/>
                    <a:pt x="1001718" y="498134"/>
                  </a:cubicBezTo>
                  <a:cubicBezTo>
                    <a:pt x="915712" y="555659"/>
                    <a:pt x="832141" y="617119"/>
                    <a:pt x="754755" y="685886"/>
                  </a:cubicBezTo>
                  <a:cubicBezTo>
                    <a:pt x="677555" y="754841"/>
                    <a:pt x="604666" y="828293"/>
                    <a:pt x="533462" y="903056"/>
                  </a:cubicBezTo>
                  <a:cubicBezTo>
                    <a:pt x="323413" y="1125660"/>
                    <a:pt x="143906" y="1376370"/>
                    <a:pt x="0" y="1646568"/>
                  </a:cubicBezTo>
                  <a:lnTo>
                    <a:pt x="0" y="4709059"/>
                  </a:lnTo>
                  <a:cubicBezTo>
                    <a:pt x="37850" y="4776702"/>
                    <a:pt x="78136" y="4843033"/>
                    <a:pt x="120671" y="4907491"/>
                  </a:cubicBezTo>
                  <a:cubicBezTo>
                    <a:pt x="234034" y="5078941"/>
                    <a:pt x="365198" y="5239336"/>
                    <a:pt x="507979" y="5384178"/>
                  </a:cubicBezTo>
                  <a:cubicBezTo>
                    <a:pt x="650948" y="5529395"/>
                    <a:pt x="805909" y="5662059"/>
                    <a:pt x="972112" y="5778607"/>
                  </a:cubicBezTo>
                  <a:cubicBezTo>
                    <a:pt x="1055308" y="5836881"/>
                    <a:pt x="1141314" y="5890846"/>
                    <a:pt x="1229943" y="5939939"/>
                  </a:cubicBezTo>
                  <a:cubicBezTo>
                    <a:pt x="1318385" y="5989406"/>
                    <a:pt x="1409450" y="6033815"/>
                    <a:pt x="1502389" y="6073913"/>
                  </a:cubicBezTo>
                  <a:cubicBezTo>
                    <a:pt x="1874145" y="6233559"/>
                    <a:pt x="2272884" y="6320689"/>
                    <a:pt x="2673870" y="6333993"/>
                  </a:cubicBezTo>
                  <a:lnTo>
                    <a:pt x="2749196" y="6335679"/>
                  </a:lnTo>
                  <a:lnTo>
                    <a:pt x="2787983" y="6335492"/>
                  </a:lnTo>
                  <a:lnTo>
                    <a:pt x="2826770" y="6334368"/>
                  </a:lnTo>
                  <a:cubicBezTo>
                    <a:pt x="2878486" y="6332494"/>
                    <a:pt x="2930390" y="6327247"/>
                    <a:pt x="2981918" y="6319939"/>
                  </a:cubicBezTo>
                  <a:cubicBezTo>
                    <a:pt x="3085163" y="6304949"/>
                    <a:pt x="3187096" y="6278529"/>
                    <a:pt x="3285282" y="6241803"/>
                  </a:cubicBezTo>
                  <a:cubicBezTo>
                    <a:pt x="3383467" y="6205265"/>
                    <a:pt x="3477530" y="6158608"/>
                    <a:pt x="3566347" y="6104831"/>
                  </a:cubicBezTo>
                  <a:cubicBezTo>
                    <a:pt x="3655164" y="6051053"/>
                    <a:pt x="3739109" y="5990905"/>
                    <a:pt x="3818369" y="5926823"/>
                  </a:cubicBezTo>
                  <a:cubicBezTo>
                    <a:pt x="3897630" y="5862739"/>
                    <a:pt x="3973143" y="5795471"/>
                    <a:pt x="4044908" y="5726329"/>
                  </a:cubicBezTo>
                  <a:cubicBezTo>
                    <a:pt x="4080884" y="5691852"/>
                    <a:pt x="4116299" y="5656999"/>
                    <a:pt x="4151151" y="5622147"/>
                  </a:cubicBezTo>
                  <a:cubicBezTo>
                    <a:pt x="4185816" y="5586920"/>
                    <a:pt x="4220106" y="5552068"/>
                    <a:pt x="4253834" y="5516841"/>
                  </a:cubicBezTo>
                  <a:cubicBezTo>
                    <a:pt x="4321289" y="5446388"/>
                    <a:pt x="4387808" y="5376871"/>
                    <a:pt x="4452453" y="5306979"/>
                  </a:cubicBezTo>
                  <a:lnTo>
                    <a:pt x="4548578" y="5202797"/>
                  </a:lnTo>
                  <a:lnTo>
                    <a:pt x="4596546" y="5151456"/>
                  </a:lnTo>
                  <a:cubicBezTo>
                    <a:pt x="4612661" y="5134592"/>
                    <a:pt x="4627276" y="5119040"/>
                    <a:pt x="4643016" y="5103300"/>
                  </a:cubicBezTo>
                  <a:cubicBezTo>
                    <a:pt x="4674308" y="5072196"/>
                    <a:pt x="4706162" y="5041841"/>
                    <a:pt x="4739515" y="5013172"/>
                  </a:cubicBezTo>
                  <a:cubicBezTo>
                    <a:pt x="4772493" y="4984128"/>
                    <a:pt x="4806596" y="4956397"/>
                    <a:pt x="4842198" y="4930164"/>
                  </a:cubicBezTo>
                  <a:cubicBezTo>
                    <a:pt x="4913026" y="4876949"/>
                    <a:pt x="4988914" y="4828980"/>
                    <a:pt x="5071360" y="4780449"/>
                  </a:cubicBezTo>
                  <a:cubicBezTo>
                    <a:pt x="5153243" y="4731544"/>
                    <a:pt x="5243372" y="4682076"/>
                    <a:pt x="5332001" y="4615932"/>
                  </a:cubicBezTo>
                  <a:cubicBezTo>
                    <a:pt x="5354111" y="4599443"/>
                    <a:pt x="5376035" y="4582205"/>
                    <a:pt x="5397396" y="4563655"/>
                  </a:cubicBezTo>
                  <a:cubicBezTo>
                    <a:pt x="5418757" y="4545104"/>
                    <a:pt x="5439368" y="4525617"/>
                    <a:pt x="5459417" y="4505380"/>
                  </a:cubicBezTo>
                  <a:cubicBezTo>
                    <a:pt x="5499329" y="4464719"/>
                    <a:pt x="5535493" y="4420311"/>
                    <a:pt x="5567159" y="4374029"/>
                  </a:cubicBezTo>
                  <a:cubicBezTo>
                    <a:pt x="5599388" y="4328121"/>
                    <a:pt x="5626558" y="4279965"/>
                    <a:pt x="5651292" y="4231810"/>
                  </a:cubicBezTo>
                  <a:cubicBezTo>
                    <a:pt x="5675651" y="4183466"/>
                    <a:pt x="5697012" y="4134561"/>
                    <a:pt x="5716686" y="4085655"/>
                  </a:cubicBezTo>
                  <a:cubicBezTo>
                    <a:pt x="5756223" y="3987845"/>
                    <a:pt x="5789576" y="3891158"/>
                    <a:pt x="5820681" y="3791848"/>
                  </a:cubicBezTo>
                  <a:cubicBezTo>
                    <a:pt x="5851972" y="3692726"/>
                    <a:pt x="5878955" y="3591167"/>
                    <a:pt x="5898629" y="3487922"/>
                  </a:cubicBezTo>
                  <a:cubicBezTo>
                    <a:pt x="5918116" y="3384490"/>
                    <a:pt x="5929172" y="3279372"/>
                    <a:pt x="5932170" y="3174066"/>
                  </a:cubicBezTo>
                  <a:cubicBezTo>
                    <a:pt x="5937604" y="2963454"/>
                    <a:pt x="5920552" y="2750968"/>
                    <a:pt x="5872209" y="2545978"/>
                  </a:cubicBezTo>
                  <a:cubicBezTo>
                    <a:pt x="5865838" y="2520307"/>
                    <a:pt x="5860029" y="2494637"/>
                    <a:pt x="5852909" y="2469528"/>
                  </a:cubicBezTo>
                  <a:close/>
                  <a:moveTo>
                    <a:pt x="5507386" y="3724580"/>
                  </a:moveTo>
                  <a:cubicBezTo>
                    <a:pt x="5497830" y="3814521"/>
                    <a:pt x="5480591" y="3905586"/>
                    <a:pt x="5453609" y="3989906"/>
                  </a:cubicBezTo>
                  <a:cubicBezTo>
                    <a:pt x="5426439" y="4074413"/>
                    <a:pt x="5390088" y="4152924"/>
                    <a:pt x="5344181" y="4220380"/>
                  </a:cubicBezTo>
                  <a:cubicBezTo>
                    <a:pt x="5297898" y="4287835"/>
                    <a:pt x="5241311" y="4342549"/>
                    <a:pt x="5171419" y="4388644"/>
                  </a:cubicBezTo>
                  <a:cubicBezTo>
                    <a:pt x="5136755" y="4411879"/>
                    <a:pt x="5098342" y="4433052"/>
                    <a:pt x="5057868" y="4453851"/>
                  </a:cubicBezTo>
                  <a:cubicBezTo>
                    <a:pt x="5017395" y="4474837"/>
                    <a:pt x="4974298" y="4495449"/>
                    <a:pt x="4930265" y="4516810"/>
                  </a:cubicBezTo>
                  <a:cubicBezTo>
                    <a:pt x="4841823" y="4559719"/>
                    <a:pt x="4748696" y="4607126"/>
                    <a:pt x="4660067" y="4664276"/>
                  </a:cubicBezTo>
                  <a:cubicBezTo>
                    <a:pt x="4571251" y="4721238"/>
                    <a:pt x="4486181" y="4786071"/>
                    <a:pt x="4408794" y="4857836"/>
                  </a:cubicBezTo>
                  <a:cubicBezTo>
                    <a:pt x="4389682" y="4875637"/>
                    <a:pt x="4370008" y="4894375"/>
                    <a:pt x="4352207" y="4911988"/>
                  </a:cubicBezTo>
                  <a:lnTo>
                    <a:pt x="4299366" y="4965390"/>
                  </a:lnTo>
                  <a:cubicBezTo>
                    <a:pt x="4264514" y="5001179"/>
                    <a:pt x="4230599" y="5037531"/>
                    <a:pt x="4197621" y="5074257"/>
                  </a:cubicBezTo>
                  <a:cubicBezTo>
                    <a:pt x="4131664" y="5147896"/>
                    <a:pt x="4070204" y="5223784"/>
                    <a:pt x="4008744" y="5297985"/>
                  </a:cubicBezTo>
                  <a:lnTo>
                    <a:pt x="3917304" y="5409100"/>
                  </a:lnTo>
                  <a:cubicBezTo>
                    <a:pt x="3886949" y="5446013"/>
                    <a:pt x="3856782" y="5482364"/>
                    <a:pt x="3826052" y="5518153"/>
                  </a:cubicBezTo>
                  <a:cubicBezTo>
                    <a:pt x="3764592" y="5589544"/>
                    <a:pt x="3702758" y="5659435"/>
                    <a:pt x="3637925" y="5725017"/>
                  </a:cubicBezTo>
                  <a:cubicBezTo>
                    <a:pt x="3573093" y="5790412"/>
                    <a:pt x="3505637" y="5852059"/>
                    <a:pt x="3433497" y="5906586"/>
                  </a:cubicBezTo>
                  <a:cubicBezTo>
                    <a:pt x="3361544" y="5961112"/>
                    <a:pt x="3285469" y="6009268"/>
                    <a:pt x="3204522" y="6046744"/>
                  </a:cubicBezTo>
                  <a:cubicBezTo>
                    <a:pt x="3123763" y="6084594"/>
                    <a:pt x="3038506" y="6112513"/>
                    <a:pt x="2950439" y="6129190"/>
                  </a:cubicBezTo>
                  <a:cubicBezTo>
                    <a:pt x="2906405" y="6137809"/>
                    <a:pt x="2861810" y="6143055"/>
                    <a:pt x="2816839" y="6146428"/>
                  </a:cubicBezTo>
                  <a:cubicBezTo>
                    <a:pt x="2794354" y="6147927"/>
                    <a:pt x="2771681" y="6148677"/>
                    <a:pt x="2749009" y="6149051"/>
                  </a:cubicBezTo>
                  <a:lnTo>
                    <a:pt x="2678930" y="6148677"/>
                  </a:lnTo>
                  <a:cubicBezTo>
                    <a:pt x="2491927" y="6144367"/>
                    <a:pt x="2305675" y="6116260"/>
                    <a:pt x="2125793" y="6065481"/>
                  </a:cubicBezTo>
                  <a:cubicBezTo>
                    <a:pt x="1945911" y="6014515"/>
                    <a:pt x="1773524" y="5940501"/>
                    <a:pt x="1610506" y="5851310"/>
                  </a:cubicBezTo>
                  <a:cubicBezTo>
                    <a:pt x="1528997" y="5806714"/>
                    <a:pt x="1449924" y="5757808"/>
                    <a:pt x="1373099" y="5706279"/>
                  </a:cubicBezTo>
                  <a:lnTo>
                    <a:pt x="1315949" y="5666743"/>
                  </a:lnTo>
                  <a:lnTo>
                    <a:pt x="1259923" y="5625894"/>
                  </a:lnTo>
                  <a:lnTo>
                    <a:pt x="1204647" y="5583922"/>
                  </a:lnTo>
                  <a:cubicBezTo>
                    <a:pt x="1186284" y="5569869"/>
                    <a:pt x="1168483" y="5555066"/>
                    <a:pt x="1150308" y="5540826"/>
                  </a:cubicBezTo>
                  <a:cubicBezTo>
                    <a:pt x="1006402" y="5424839"/>
                    <a:pt x="872615" y="5296860"/>
                    <a:pt x="751569" y="5158015"/>
                  </a:cubicBezTo>
                  <a:cubicBezTo>
                    <a:pt x="721214" y="5123350"/>
                    <a:pt x="691983" y="5087935"/>
                    <a:pt x="663315" y="5052146"/>
                  </a:cubicBezTo>
                  <a:cubicBezTo>
                    <a:pt x="635021" y="5016170"/>
                    <a:pt x="607289" y="4980006"/>
                    <a:pt x="580869" y="4942718"/>
                  </a:cubicBezTo>
                  <a:cubicBezTo>
                    <a:pt x="527654" y="4868517"/>
                    <a:pt x="478186" y="4791880"/>
                    <a:pt x="432279" y="4713369"/>
                  </a:cubicBezTo>
                  <a:cubicBezTo>
                    <a:pt x="340651" y="4556159"/>
                    <a:pt x="264764" y="4390330"/>
                    <a:pt x="205553" y="4219443"/>
                  </a:cubicBezTo>
                  <a:cubicBezTo>
                    <a:pt x="146154" y="4048555"/>
                    <a:pt x="104369" y="3872045"/>
                    <a:pt x="79448" y="3693850"/>
                  </a:cubicBezTo>
                  <a:cubicBezTo>
                    <a:pt x="67268" y="3604659"/>
                    <a:pt x="58087" y="3515092"/>
                    <a:pt x="53590" y="3425339"/>
                  </a:cubicBezTo>
                  <a:cubicBezTo>
                    <a:pt x="47969" y="3335585"/>
                    <a:pt x="47406" y="3245644"/>
                    <a:pt x="49655" y="3155890"/>
                  </a:cubicBezTo>
                  <a:cubicBezTo>
                    <a:pt x="52278" y="3066137"/>
                    <a:pt x="58274" y="2976383"/>
                    <a:pt x="67830" y="2886817"/>
                  </a:cubicBezTo>
                  <a:cubicBezTo>
                    <a:pt x="77761" y="2797438"/>
                    <a:pt x="91253" y="2708246"/>
                    <a:pt x="108679" y="2619992"/>
                  </a:cubicBezTo>
                  <a:cubicBezTo>
                    <a:pt x="143906" y="2443108"/>
                    <a:pt x="195809" y="2269409"/>
                    <a:pt x="263077" y="2101520"/>
                  </a:cubicBezTo>
                  <a:cubicBezTo>
                    <a:pt x="397614" y="1765740"/>
                    <a:pt x="593048" y="1453382"/>
                    <a:pt x="837575" y="1186370"/>
                  </a:cubicBezTo>
                  <a:cubicBezTo>
                    <a:pt x="898473" y="1119289"/>
                    <a:pt x="964242" y="1056893"/>
                    <a:pt x="1031698" y="996932"/>
                  </a:cubicBezTo>
                  <a:cubicBezTo>
                    <a:pt x="1099154" y="936784"/>
                    <a:pt x="1166235" y="876261"/>
                    <a:pt x="1236688" y="819298"/>
                  </a:cubicBezTo>
                  <a:cubicBezTo>
                    <a:pt x="1377221" y="704999"/>
                    <a:pt x="1526935" y="600442"/>
                    <a:pt x="1687143" y="511438"/>
                  </a:cubicBezTo>
                  <a:cubicBezTo>
                    <a:pt x="1847163" y="422621"/>
                    <a:pt x="2017676" y="348795"/>
                    <a:pt x="2196246" y="300639"/>
                  </a:cubicBezTo>
                  <a:cubicBezTo>
                    <a:pt x="2374629" y="251921"/>
                    <a:pt x="2560320" y="227749"/>
                    <a:pt x="2745823" y="229248"/>
                  </a:cubicBezTo>
                  <a:cubicBezTo>
                    <a:pt x="2837076" y="230372"/>
                    <a:pt x="2928516" y="238055"/>
                    <a:pt x="3019206" y="252108"/>
                  </a:cubicBezTo>
                  <a:cubicBezTo>
                    <a:pt x="3109710" y="266724"/>
                    <a:pt x="3199650" y="286773"/>
                    <a:pt x="3288092" y="313006"/>
                  </a:cubicBezTo>
                  <a:cubicBezTo>
                    <a:pt x="3376347" y="339426"/>
                    <a:pt x="3463477" y="370343"/>
                    <a:pt x="3548172" y="407069"/>
                  </a:cubicBezTo>
                  <a:cubicBezTo>
                    <a:pt x="3569345" y="416438"/>
                    <a:pt x="3590519" y="425432"/>
                    <a:pt x="3611505" y="435176"/>
                  </a:cubicBezTo>
                  <a:lnTo>
                    <a:pt x="3674089" y="464968"/>
                  </a:lnTo>
                  <a:lnTo>
                    <a:pt x="3735736" y="496823"/>
                  </a:lnTo>
                  <a:cubicBezTo>
                    <a:pt x="3756160" y="507690"/>
                    <a:pt x="3776397" y="519120"/>
                    <a:pt x="3796634" y="530176"/>
                  </a:cubicBezTo>
                  <a:cubicBezTo>
                    <a:pt x="3957965" y="621054"/>
                    <a:pt x="4110303" y="728046"/>
                    <a:pt x="4251585" y="847405"/>
                  </a:cubicBezTo>
                  <a:cubicBezTo>
                    <a:pt x="4393242" y="966390"/>
                    <a:pt x="4524781" y="1096991"/>
                    <a:pt x="4644515" y="1236775"/>
                  </a:cubicBezTo>
                  <a:cubicBezTo>
                    <a:pt x="4704663" y="1306479"/>
                    <a:pt x="4762375" y="1378057"/>
                    <a:pt x="4816527" y="1451883"/>
                  </a:cubicBezTo>
                  <a:cubicBezTo>
                    <a:pt x="4870679" y="1525897"/>
                    <a:pt x="4922020" y="1601598"/>
                    <a:pt x="4970738" y="1678610"/>
                  </a:cubicBezTo>
                  <a:cubicBezTo>
                    <a:pt x="5067799" y="1833008"/>
                    <a:pt x="5152494" y="1993965"/>
                    <a:pt x="5223885" y="2159232"/>
                  </a:cubicBezTo>
                  <a:cubicBezTo>
                    <a:pt x="5295275" y="2324686"/>
                    <a:pt x="5349615" y="2495199"/>
                    <a:pt x="5395709" y="2666087"/>
                  </a:cubicBezTo>
                  <a:cubicBezTo>
                    <a:pt x="5418757" y="2751718"/>
                    <a:pt x="5440680" y="2837537"/>
                    <a:pt x="5458855" y="2924292"/>
                  </a:cubicBezTo>
                  <a:cubicBezTo>
                    <a:pt x="5477406" y="3011048"/>
                    <a:pt x="5490522" y="3098740"/>
                    <a:pt x="5499142" y="3186995"/>
                  </a:cubicBezTo>
                  <a:cubicBezTo>
                    <a:pt x="5507761" y="3275250"/>
                    <a:pt x="5513944" y="3364254"/>
                    <a:pt x="5516755" y="3454007"/>
                  </a:cubicBezTo>
                  <a:cubicBezTo>
                    <a:pt x="5518629" y="3543761"/>
                    <a:pt x="5516755" y="3634264"/>
                    <a:pt x="5507386" y="372458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7E50BFD-51AC-4ACE-820C-A285E6672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41478"/>
              <a:ext cx="5953893" cy="6434152"/>
            </a:xfrm>
            <a:custGeom>
              <a:avLst/>
              <a:gdLst>
                <a:gd name="connsiteX0" fmla="*/ 2739452 w 5953893"/>
                <a:gd name="connsiteY0" fmla="*/ 0 h 6434152"/>
                <a:gd name="connsiteX1" fmla="*/ 0 w 5953893"/>
                <a:gd name="connsiteY1" fmla="*/ 1610693 h 6434152"/>
                <a:gd name="connsiteX2" fmla="*/ 0 w 5953893"/>
                <a:gd name="connsiteY2" fmla="*/ 4823273 h 6434152"/>
                <a:gd name="connsiteX3" fmla="*/ 352456 w 5953893"/>
                <a:gd name="connsiteY3" fmla="*/ 5326193 h 6434152"/>
                <a:gd name="connsiteX4" fmla="*/ 2739452 w 5953893"/>
                <a:gd name="connsiteY4" fmla="*/ 6434153 h 6434152"/>
                <a:gd name="connsiteX5" fmla="*/ 4618282 w 5953893"/>
                <a:gd name="connsiteY5" fmla="*/ 5167859 h 6434152"/>
                <a:gd name="connsiteX6" fmla="*/ 5860029 w 5953893"/>
                <a:gd name="connsiteY6" fmla="*/ 3948409 h 6434152"/>
                <a:gd name="connsiteX7" fmla="*/ 2739452 w 5953893"/>
                <a:gd name="connsiteY7" fmla="*/ 0 h 6434152"/>
                <a:gd name="connsiteX8" fmla="*/ 5317011 w 5953893"/>
                <a:gd name="connsiteY8" fmla="*/ 3797009 h 6434152"/>
                <a:gd name="connsiteX9" fmla="*/ 5176478 w 5953893"/>
                <a:gd name="connsiteY9" fmla="*/ 4100747 h 6434152"/>
                <a:gd name="connsiteX10" fmla="*/ 4942257 w 5953893"/>
                <a:gd name="connsiteY10" fmla="*/ 4250274 h 6434152"/>
                <a:gd name="connsiteX11" fmla="*/ 4216171 w 5953893"/>
                <a:gd name="connsiteY11" fmla="*/ 4773243 h 6434152"/>
                <a:gd name="connsiteX12" fmla="*/ 3905125 w 5953893"/>
                <a:gd name="connsiteY12" fmla="*/ 5105837 h 6434152"/>
                <a:gd name="connsiteX13" fmla="*/ 3308329 w 5953893"/>
                <a:gd name="connsiteY13" fmla="*/ 5682022 h 6434152"/>
                <a:gd name="connsiteX14" fmla="*/ 2739452 w 5953893"/>
                <a:gd name="connsiteY14" fmla="*/ 5870898 h 6434152"/>
                <a:gd name="connsiteX15" fmla="*/ 1647419 w 5953893"/>
                <a:gd name="connsiteY15" fmla="*/ 5625809 h 6434152"/>
                <a:gd name="connsiteX16" fmla="*/ 781175 w 5953893"/>
                <a:gd name="connsiteY16" fmla="*/ 4960620 h 6434152"/>
                <a:gd name="connsiteX17" fmla="*/ 312545 w 5953893"/>
                <a:gd name="connsiteY17" fmla="*/ 4165205 h 6434152"/>
                <a:gd name="connsiteX18" fmla="*/ 142032 w 5953893"/>
                <a:gd name="connsiteY18" fmla="*/ 3217451 h 6434152"/>
                <a:gd name="connsiteX19" fmla="*/ 347210 w 5953893"/>
                <a:gd name="connsiteY19" fmla="*/ 2181444 h 6434152"/>
                <a:gd name="connsiteX20" fmla="*/ 906155 w 5953893"/>
                <a:gd name="connsiteY20" fmla="*/ 1337497 h 6434152"/>
                <a:gd name="connsiteX21" fmla="*/ 2739265 w 5953893"/>
                <a:gd name="connsiteY21" fmla="*/ 563818 h 6434152"/>
                <a:gd name="connsiteX22" fmla="*/ 3849849 w 5953893"/>
                <a:gd name="connsiteY22" fmla="*/ 881796 h 6434152"/>
                <a:gd name="connsiteX23" fmla="*/ 4834515 w 5953893"/>
                <a:gd name="connsiteY23" fmla="*/ 1742419 h 6434152"/>
                <a:gd name="connsiteX24" fmla="*/ 5325256 w 5953893"/>
                <a:gd name="connsiteY24" fmla="*/ 2742076 h 6434152"/>
                <a:gd name="connsiteX25" fmla="*/ 5317011 w 5953893"/>
                <a:gd name="connsiteY25" fmla="*/ 3797009 h 643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53893" h="6434152">
                  <a:moveTo>
                    <a:pt x="2739452" y="0"/>
                  </a:moveTo>
                  <a:cubicBezTo>
                    <a:pt x="1568346" y="0"/>
                    <a:pt x="546204" y="647950"/>
                    <a:pt x="0" y="1610693"/>
                  </a:cubicBezTo>
                  <a:lnTo>
                    <a:pt x="0" y="4823273"/>
                  </a:lnTo>
                  <a:cubicBezTo>
                    <a:pt x="101746" y="5002593"/>
                    <a:pt x="219793" y="5171045"/>
                    <a:pt x="352456" y="5326193"/>
                  </a:cubicBezTo>
                  <a:cubicBezTo>
                    <a:pt x="932013" y="6005060"/>
                    <a:pt x="1786453" y="6434153"/>
                    <a:pt x="2739452" y="6434153"/>
                  </a:cubicBezTo>
                  <a:cubicBezTo>
                    <a:pt x="3612442" y="6434153"/>
                    <a:pt x="4046220" y="5750227"/>
                    <a:pt x="4618282" y="5167859"/>
                  </a:cubicBezTo>
                  <a:cubicBezTo>
                    <a:pt x="5190344" y="4585679"/>
                    <a:pt x="5621311" y="4803036"/>
                    <a:pt x="5860029" y="3948409"/>
                  </a:cubicBezTo>
                  <a:cubicBezTo>
                    <a:pt x="6403423" y="2003810"/>
                    <a:pt x="4485244" y="0"/>
                    <a:pt x="2739452" y="0"/>
                  </a:cubicBezTo>
                  <a:close/>
                  <a:moveTo>
                    <a:pt x="5317011" y="3797009"/>
                  </a:moveTo>
                  <a:cubicBezTo>
                    <a:pt x="5275976" y="3943538"/>
                    <a:pt x="5228756" y="4045658"/>
                    <a:pt x="5176478" y="4100747"/>
                  </a:cubicBezTo>
                  <a:cubicBezTo>
                    <a:pt x="5131883" y="4147591"/>
                    <a:pt x="5061991" y="4186004"/>
                    <a:pt x="4942257" y="4250274"/>
                  </a:cubicBezTo>
                  <a:cubicBezTo>
                    <a:pt x="4753381" y="4351458"/>
                    <a:pt x="4494613" y="4489929"/>
                    <a:pt x="4216171" y="4773243"/>
                  </a:cubicBezTo>
                  <a:cubicBezTo>
                    <a:pt x="4106555" y="4884733"/>
                    <a:pt x="4004247" y="4997159"/>
                    <a:pt x="3905125" y="5105837"/>
                  </a:cubicBezTo>
                  <a:cubicBezTo>
                    <a:pt x="3701071" y="5329753"/>
                    <a:pt x="3508260" y="5541302"/>
                    <a:pt x="3308329" y="5682022"/>
                  </a:cubicBezTo>
                  <a:cubicBezTo>
                    <a:pt x="3122826" y="5812624"/>
                    <a:pt x="2947441" y="5870898"/>
                    <a:pt x="2739452" y="5870898"/>
                  </a:cubicBezTo>
                  <a:cubicBezTo>
                    <a:pt x="2357765" y="5870898"/>
                    <a:pt x="1990319" y="5788452"/>
                    <a:pt x="1647419" y="5625809"/>
                  </a:cubicBezTo>
                  <a:cubicBezTo>
                    <a:pt x="1319509" y="5470286"/>
                    <a:pt x="1019893" y="5240187"/>
                    <a:pt x="781175" y="4960620"/>
                  </a:cubicBezTo>
                  <a:cubicBezTo>
                    <a:pt x="579370" y="4724151"/>
                    <a:pt x="421598" y="4456576"/>
                    <a:pt x="312545" y="4165205"/>
                  </a:cubicBezTo>
                  <a:cubicBezTo>
                    <a:pt x="199369" y="3863153"/>
                    <a:pt x="142032" y="3544237"/>
                    <a:pt x="142032" y="3217451"/>
                  </a:cubicBezTo>
                  <a:cubicBezTo>
                    <a:pt x="142032" y="2857688"/>
                    <a:pt x="211174" y="2509166"/>
                    <a:pt x="347210" y="2181444"/>
                  </a:cubicBezTo>
                  <a:cubicBezTo>
                    <a:pt x="478561" y="1865339"/>
                    <a:pt x="666688" y="1581275"/>
                    <a:pt x="906155" y="1337497"/>
                  </a:cubicBezTo>
                  <a:cubicBezTo>
                    <a:pt x="1396334" y="838512"/>
                    <a:pt x="2047469" y="563818"/>
                    <a:pt x="2739265" y="563818"/>
                  </a:cubicBezTo>
                  <a:cubicBezTo>
                    <a:pt x="3094157" y="563818"/>
                    <a:pt x="3478280" y="673808"/>
                    <a:pt x="3849849" y="881796"/>
                  </a:cubicBezTo>
                  <a:cubicBezTo>
                    <a:pt x="4226851" y="1092783"/>
                    <a:pt x="4567316" y="1390338"/>
                    <a:pt x="4834515" y="1742419"/>
                  </a:cubicBezTo>
                  <a:cubicBezTo>
                    <a:pt x="5070798" y="2053653"/>
                    <a:pt x="5240374" y="2399363"/>
                    <a:pt x="5325256" y="2742076"/>
                  </a:cubicBezTo>
                  <a:cubicBezTo>
                    <a:pt x="5414634" y="3102964"/>
                    <a:pt x="5411824" y="3458044"/>
                    <a:pt x="5317011" y="3797009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0394888-C50F-41C1-92D4-0E2B4315A8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31462"/>
              <a:ext cx="5953893" cy="6444167"/>
            </a:xfrm>
            <a:custGeom>
              <a:avLst/>
              <a:gdLst>
                <a:gd name="connsiteX0" fmla="*/ 2739452 w 5953893"/>
                <a:gd name="connsiteY0" fmla="*/ 0 h 6434152"/>
                <a:gd name="connsiteX1" fmla="*/ 0 w 5953893"/>
                <a:gd name="connsiteY1" fmla="*/ 1610693 h 6434152"/>
                <a:gd name="connsiteX2" fmla="*/ 0 w 5953893"/>
                <a:gd name="connsiteY2" fmla="*/ 4823273 h 6434152"/>
                <a:gd name="connsiteX3" fmla="*/ 352456 w 5953893"/>
                <a:gd name="connsiteY3" fmla="*/ 5326193 h 6434152"/>
                <a:gd name="connsiteX4" fmla="*/ 2739452 w 5953893"/>
                <a:gd name="connsiteY4" fmla="*/ 6434153 h 6434152"/>
                <a:gd name="connsiteX5" fmla="*/ 4618282 w 5953893"/>
                <a:gd name="connsiteY5" fmla="*/ 5167859 h 6434152"/>
                <a:gd name="connsiteX6" fmla="*/ 5860029 w 5953893"/>
                <a:gd name="connsiteY6" fmla="*/ 3948409 h 6434152"/>
                <a:gd name="connsiteX7" fmla="*/ 2739452 w 5953893"/>
                <a:gd name="connsiteY7" fmla="*/ 0 h 6434152"/>
                <a:gd name="connsiteX8" fmla="*/ 5208520 w 5953893"/>
                <a:gd name="connsiteY8" fmla="*/ 3766654 h 6434152"/>
                <a:gd name="connsiteX9" fmla="*/ 5094782 w 5953893"/>
                <a:gd name="connsiteY9" fmla="*/ 4022985 h 6434152"/>
                <a:gd name="connsiteX10" fmla="*/ 4888855 w 5953893"/>
                <a:gd name="connsiteY10" fmla="*/ 4150777 h 6434152"/>
                <a:gd name="connsiteX11" fmla="*/ 4135411 w 5953893"/>
                <a:gd name="connsiteY11" fmla="*/ 4694170 h 6434152"/>
                <a:gd name="connsiteX12" fmla="*/ 3821555 w 5953893"/>
                <a:gd name="connsiteY12" fmla="*/ 5029762 h 6434152"/>
                <a:gd name="connsiteX13" fmla="*/ 2739265 w 5953893"/>
                <a:gd name="connsiteY13" fmla="*/ 5758097 h 6434152"/>
                <a:gd name="connsiteX14" fmla="*/ 1695575 w 5953893"/>
                <a:gd name="connsiteY14" fmla="*/ 5523876 h 6434152"/>
                <a:gd name="connsiteX15" fmla="*/ 866619 w 5953893"/>
                <a:gd name="connsiteY15" fmla="*/ 4887356 h 6434152"/>
                <a:gd name="connsiteX16" fmla="*/ 417851 w 5953893"/>
                <a:gd name="connsiteY16" fmla="*/ 4125481 h 6434152"/>
                <a:gd name="connsiteX17" fmla="*/ 254645 w 5953893"/>
                <a:gd name="connsiteY17" fmla="*/ 3217264 h 6434152"/>
                <a:gd name="connsiteX18" fmla="*/ 451204 w 5953893"/>
                <a:gd name="connsiteY18" fmla="*/ 2224540 h 6434152"/>
                <a:gd name="connsiteX19" fmla="*/ 986540 w 5953893"/>
                <a:gd name="connsiteY19" fmla="*/ 1416383 h 6434152"/>
                <a:gd name="connsiteX20" fmla="*/ 2739452 w 5953893"/>
                <a:gd name="connsiteY20" fmla="*/ 676244 h 6434152"/>
                <a:gd name="connsiteX21" fmla="*/ 3794947 w 5953893"/>
                <a:gd name="connsiteY21" fmla="*/ 979795 h 6434152"/>
                <a:gd name="connsiteX22" fmla="*/ 4744762 w 5953893"/>
                <a:gd name="connsiteY22" fmla="*/ 1810250 h 6434152"/>
                <a:gd name="connsiteX23" fmla="*/ 5215827 w 5953893"/>
                <a:gd name="connsiteY23" fmla="*/ 2768871 h 6434152"/>
                <a:gd name="connsiteX24" fmla="*/ 5208520 w 5953893"/>
                <a:gd name="connsiteY24" fmla="*/ 3766654 h 643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953893" h="6434152">
                  <a:moveTo>
                    <a:pt x="2739452" y="0"/>
                  </a:moveTo>
                  <a:cubicBezTo>
                    <a:pt x="1568346" y="0"/>
                    <a:pt x="546204" y="647950"/>
                    <a:pt x="0" y="1610693"/>
                  </a:cubicBezTo>
                  <a:lnTo>
                    <a:pt x="0" y="4823273"/>
                  </a:lnTo>
                  <a:cubicBezTo>
                    <a:pt x="101746" y="5002593"/>
                    <a:pt x="219793" y="5171045"/>
                    <a:pt x="352456" y="5326193"/>
                  </a:cubicBezTo>
                  <a:cubicBezTo>
                    <a:pt x="932013" y="6005060"/>
                    <a:pt x="1786453" y="6434153"/>
                    <a:pt x="2739452" y="6434153"/>
                  </a:cubicBezTo>
                  <a:cubicBezTo>
                    <a:pt x="3612442" y="6434153"/>
                    <a:pt x="4046220" y="5750227"/>
                    <a:pt x="4618282" y="5167859"/>
                  </a:cubicBezTo>
                  <a:cubicBezTo>
                    <a:pt x="5190344" y="4585679"/>
                    <a:pt x="5621311" y="4803036"/>
                    <a:pt x="5860029" y="3948409"/>
                  </a:cubicBezTo>
                  <a:cubicBezTo>
                    <a:pt x="6403423" y="2003810"/>
                    <a:pt x="4485244" y="0"/>
                    <a:pt x="2739452" y="0"/>
                  </a:cubicBezTo>
                  <a:close/>
                  <a:moveTo>
                    <a:pt x="5208520" y="3766654"/>
                  </a:moveTo>
                  <a:cubicBezTo>
                    <a:pt x="5173667" y="3891634"/>
                    <a:pt x="5133194" y="3982699"/>
                    <a:pt x="5094782" y="4022985"/>
                  </a:cubicBezTo>
                  <a:cubicBezTo>
                    <a:pt x="5060492" y="4058962"/>
                    <a:pt x="4984792" y="4099435"/>
                    <a:pt x="4888855" y="4150777"/>
                  </a:cubicBezTo>
                  <a:cubicBezTo>
                    <a:pt x="4693420" y="4255333"/>
                    <a:pt x="4426033" y="4398489"/>
                    <a:pt x="4135411" y="4694170"/>
                  </a:cubicBezTo>
                  <a:cubicBezTo>
                    <a:pt x="4024297" y="4807158"/>
                    <a:pt x="3921239" y="4920334"/>
                    <a:pt x="3821555" y="5029762"/>
                  </a:cubicBezTo>
                  <a:cubicBezTo>
                    <a:pt x="3385341" y="5508324"/>
                    <a:pt x="3138940" y="5758097"/>
                    <a:pt x="2739265" y="5758097"/>
                  </a:cubicBezTo>
                  <a:cubicBezTo>
                    <a:pt x="2374442" y="5758097"/>
                    <a:pt x="2023297" y="5679211"/>
                    <a:pt x="1695575" y="5523876"/>
                  </a:cubicBezTo>
                  <a:cubicBezTo>
                    <a:pt x="1381906" y="5375098"/>
                    <a:pt x="1095219" y="5154930"/>
                    <a:pt x="866619" y="4887356"/>
                  </a:cubicBezTo>
                  <a:cubicBezTo>
                    <a:pt x="673246" y="4661005"/>
                    <a:pt x="522220" y="4404673"/>
                    <a:pt x="417851" y="4125481"/>
                  </a:cubicBezTo>
                  <a:cubicBezTo>
                    <a:pt x="309547" y="3836171"/>
                    <a:pt x="254645" y="3530558"/>
                    <a:pt x="254645" y="3217264"/>
                  </a:cubicBezTo>
                  <a:cubicBezTo>
                    <a:pt x="254645" y="2872490"/>
                    <a:pt x="320790" y="2538585"/>
                    <a:pt x="451204" y="2224540"/>
                  </a:cubicBezTo>
                  <a:cubicBezTo>
                    <a:pt x="577121" y="1921739"/>
                    <a:pt x="757191" y="1649855"/>
                    <a:pt x="986540" y="1416383"/>
                  </a:cubicBezTo>
                  <a:cubicBezTo>
                    <a:pt x="1455357" y="939134"/>
                    <a:pt x="2078011" y="676244"/>
                    <a:pt x="2739452" y="676244"/>
                  </a:cubicBezTo>
                  <a:cubicBezTo>
                    <a:pt x="3075232" y="676244"/>
                    <a:pt x="3440243" y="781175"/>
                    <a:pt x="3794947" y="979795"/>
                  </a:cubicBezTo>
                  <a:cubicBezTo>
                    <a:pt x="4158459" y="1183286"/>
                    <a:pt x="4486931" y="1470348"/>
                    <a:pt x="4744762" y="1810250"/>
                  </a:cubicBezTo>
                  <a:cubicBezTo>
                    <a:pt x="4971862" y="2109491"/>
                    <a:pt x="5134693" y="2440961"/>
                    <a:pt x="5215827" y="2768871"/>
                  </a:cubicBezTo>
                  <a:cubicBezTo>
                    <a:pt x="5300334" y="3110834"/>
                    <a:pt x="5297898" y="3446614"/>
                    <a:pt x="5208520" y="376665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F22C906F-48B7-4ABF-B36E-0C0A056A5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3725"/>
              <a:ext cx="5855313" cy="6880645"/>
            </a:xfrm>
            <a:custGeom>
              <a:avLst/>
              <a:gdLst>
                <a:gd name="connsiteX0" fmla="*/ 5855313 w 5855313"/>
                <a:gd name="connsiteY0" fmla="*/ 4717843 h 6880645"/>
                <a:gd name="connsiteX1" fmla="*/ 5855313 w 5855313"/>
                <a:gd name="connsiteY1" fmla="*/ 6880645 h 6880645"/>
                <a:gd name="connsiteX2" fmla="*/ 0 w 5855313"/>
                <a:gd name="connsiteY2" fmla="*/ 6880645 h 6880645"/>
                <a:gd name="connsiteX3" fmla="*/ 0 w 5855313"/>
                <a:gd name="connsiteY3" fmla="*/ 5268859 h 6880645"/>
                <a:gd name="connsiteX4" fmla="*/ 36130 w 5855313"/>
                <a:gd name="connsiteY4" fmla="*/ 5327430 h 6880645"/>
                <a:gd name="connsiteX5" fmla="*/ 2782721 w 5855313"/>
                <a:gd name="connsiteY5" fmla="*/ 6765687 h 6880645"/>
                <a:gd name="connsiteX6" fmla="*/ 5834702 w 5855313"/>
                <a:gd name="connsiteY6" fmla="*/ 4773305 h 6880645"/>
                <a:gd name="connsiteX7" fmla="*/ 9148 w 5855313"/>
                <a:gd name="connsiteY7" fmla="*/ 0 h 6880645"/>
                <a:gd name="connsiteX8" fmla="*/ 5855312 w 5855313"/>
                <a:gd name="connsiteY8" fmla="*/ 0 h 6880645"/>
                <a:gd name="connsiteX9" fmla="*/ 5855312 w 5855313"/>
                <a:gd name="connsiteY9" fmla="*/ 96759 h 6880645"/>
                <a:gd name="connsiteX10" fmla="*/ 5855313 w 5855313"/>
                <a:gd name="connsiteY10" fmla="*/ 96759 h 6880645"/>
                <a:gd name="connsiteX11" fmla="*/ 5855313 w 5855313"/>
                <a:gd name="connsiteY11" fmla="*/ 2289203 h 6880645"/>
                <a:gd name="connsiteX12" fmla="*/ 5834702 w 5855313"/>
                <a:gd name="connsiteY12" fmla="*/ 2233742 h 6880645"/>
                <a:gd name="connsiteX13" fmla="*/ 2782721 w 5855313"/>
                <a:gd name="connsiteY13" fmla="*/ 241359 h 6880645"/>
                <a:gd name="connsiteX14" fmla="*/ 36130 w 5855313"/>
                <a:gd name="connsiteY14" fmla="*/ 1679616 h 6880645"/>
                <a:gd name="connsiteX15" fmla="*/ 0 w 5855313"/>
                <a:gd name="connsiteY15" fmla="*/ 1738187 h 6880645"/>
                <a:gd name="connsiteX16" fmla="*/ 0 w 5855313"/>
                <a:gd name="connsiteY16" fmla="*/ 96759 h 6880645"/>
                <a:gd name="connsiteX17" fmla="*/ 9148 w 5855313"/>
                <a:gd name="connsiteY17" fmla="*/ 96759 h 688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55313" h="6880645">
                  <a:moveTo>
                    <a:pt x="5855313" y="4717843"/>
                  </a:moveTo>
                  <a:lnTo>
                    <a:pt x="5855313" y="6880645"/>
                  </a:lnTo>
                  <a:lnTo>
                    <a:pt x="0" y="6880645"/>
                  </a:lnTo>
                  <a:lnTo>
                    <a:pt x="0" y="5268859"/>
                  </a:lnTo>
                  <a:lnTo>
                    <a:pt x="36130" y="5327430"/>
                  </a:lnTo>
                  <a:cubicBezTo>
                    <a:pt x="631370" y="6195172"/>
                    <a:pt x="1639396" y="6765687"/>
                    <a:pt x="2782721" y="6765687"/>
                  </a:cubicBezTo>
                  <a:cubicBezTo>
                    <a:pt x="4154711" y="6765687"/>
                    <a:pt x="5331871" y="5944145"/>
                    <a:pt x="5834702" y="4773305"/>
                  </a:cubicBezTo>
                  <a:close/>
                  <a:moveTo>
                    <a:pt x="9148" y="0"/>
                  </a:moveTo>
                  <a:lnTo>
                    <a:pt x="5855312" y="0"/>
                  </a:lnTo>
                  <a:lnTo>
                    <a:pt x="5855312" y="96759"/>
                  </a:lnTo>
                  <a:lnTo>
                    <a:pt x="5855313" y="96759"/>
                  </a:lnTo>
                  <a:lnTo>
                    <a:pt x="5855313" y="2289203"/>
                  </a:lnTo>
                  <a:lnTo>
                    <a:pt x="5834702" y="2233742"/>
                  </a:lnTo>
                  <a:cubicBezTo>
                    <a:pt x="5331871" y="1062902"/>
                    <a:pt x="4154711" y="241359"/>
                    <a:pt x="2782721" y="241359"/>
                  </a:cubicBezTo>
                  <a:cubicBezTo>
                    <a:pt x="1639396" y="241359"/>
                    <a:pt x="631370" y="811875"/>
                    <a:pt x="36130" y="1679616"/>
                  </a:cubicBezTo>
                  <a:lnTo>
                    <a:pt x="0" y="1738187"/>
                  </a:lnTo>
                  <a:lnTo>
                    <a:pt x="0" y="96759"/>
                  </a:lnTo>
                  <a:lnTo>
                    <a:pt x="9148" y="96759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ABE2AA-A788-450F-94A8-AED4B698F3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6370"/>
              <a:ext cx="6254832" cy="6864558"/>
            </a:xfrm>
            <a:custGeom>
              <a:avLst/>
              <a:gdLst>
                <a:gd name="connsiteX0" fmla="*/ 2766060 w 6254832"/>
                <a:gd name="connsiteY0" fmla="*/ 0 h 6864558"/>
                <a:gd name="connsiteX1" fmla="*/ 0 w 6254832"/>
                <a:gd name="connsiteY1" fmla="*/ 1340683 h 6864558"/>
                <a:gd name="connsiteX2" fmla="*/ 0 w 6254832"/>
                <a:gd name="connsiteY2" fmla="*/ 2201306 h 6864558"/>
                <a:gd name="connsiteX3" fmla="*/ 1312 w 6254832"/>
                <a:gd name="connsiteY3" fmla="*/ 2197746 h 6864558"/>
                <a:gd name="connsiteX4" fmla="*/ 612723 w 6254832"/>
                <a:gd name="connsiteY4" fmla="*/ 1201649 h 6864558"/>
                <a:gd name="connsiteX5" fmla="*/ 1571344 w 6254832"/>
                <a:gd name="connsiteY5" fmla="*/ 483245 h 6864558"/>
                <a:gd name="connsiteX6" fmla="*/ 1641235 w 6254832"/>
                <a:gd name="connsiteY6" fmla="*/ 452328 h 6864558"/>
                <a:gd name="connsiteX7" fmla="*/ 1711502 w 6254832"/>
                <a:gd name="connsiteY7" fmla="*/ 422348 h 6864558"/>
                <a:gd name="connsiteX8" fmla="*/ 1783080 w 6254832"/>
                <a:gd name="connsiteY8" fmla="*/ 395178 h 6864558"/>
                <a:gd name="connsiteX9" fmla="*/ 1855220 w 6254832"/>
                <a:gd name="connsiteY9" fmla="*/ 369133 h 6864558"/>
                <a:gd name="connsiteX10" fmla="*/ 1928297 w 6254832"/>
                <a:gd name="connsiteY10" fmla="*/ 345711 h 6864558"/>
                <a:gd name="connsiteX11" fmla="*/ 2001749 w 6254832"/>
                <a:gd name="connsiteY11" fmla="*/ 323600 h 6864558"/>
                <a:gd name="connsiteX12" fmla="*/ 2076138 w 6254832"/>
                <a:gd name="connsiteY12" fmla="*/ 304300 h 6864558"/>
                <a:gd name="connsiteX13" fmla="*/ 2113426 w 6254832"/>
                <a:gd name="connsiteY13" fmla="*/ 294744 h 6864558"/>
                <a:gd name="connsiteX14" fmla="*/ 2132163 w 6254832"/>
                <a:gd name="connsiteY14" fmla="*/ 290060 h 6864558"/>
                <a:gd name="connsiteX15" fmla="*/ 2151089 w 6254832"/>
                <a:gd name="connsiteY15" fmla="*/ 286312 h 6864558"/>
                <a:gd name="connsiteX16" fmla="*/ 2763249 w 6254832"/>
                <a:gd name="connsiteY16" fmla="*/ 218482 h 6864558"/>
                <a:gd name="connsiteX17" fmla="*/ 3372225 w 6254832"/>
                <a:gd name="connsiteY17" fmla="*/ 301302 h 6864558"/>
                <a:gd name="connsiteX18" fmla="*/ 3663596 w 6254832"/>
                <a:gd name="connsiteY18" fmla="*/ 398364 h 6864558"/>
                <a:gd name="connsiteX19" fmla="*/ 3941663 w 6254832"/>
                <a:gd name="connsiteY19" fmla="*/ 526717 h 6864558"/>
                <a:gd name="connsiteX20" fmla="*/ 4204366 w 6254832"/>
                <a:gd name="connsiteY20" fmla="*/ 681678 h 6864558"/>
                <a:gd name="connsiteX21" fmla="*/ 4450018 w 6254832"/>
                <a:gd name="connsiteY21" fmla="*/ 860061 h 6864558"/>
                <a:gd name="connsiteX22" fmla="*/ 4678992 w 6254832"/>
                <a:gd name="connsiteY22" fmla="*/ 1057181 h 6864558"/>
                <a:gd name="connsiteX23" fmla="*/ 4889791 w 6254832"/>
                <a:gd name="connsiteY23" fmla="*/ 1271166 h 6864558"/>
                <a:gd name="connsiteX24" fmla="*/ 5083164 w 6254832"/>
                <a:gd name="connsiteY24" fmla="*/ 1498642 h 6864558"/>
                <a:gd name="connsiteX25" fmla="*/ 5257987 w 6254832"/>
                <a:gd name="connsiteY25" fmla="*/ 1738484 h 6864558"/>
                <a:gd name="connsiteX26" fmla="*/ 5413510 w 6254832"/>
                <a:gd name="connsiteY26" fmla="*/ 1989195 h 6864558"/>
                <a:gd name="connsiteX27" fmla="*/ 5548609 w 6254832"/>
                <a:gd name="connsiteY27" fmla="*/ 2249462 h 6864558"/>
                <a:gd name="connsiteX28" fmla="*/ 5747791 w 6254832"/>
                <a:gd name="connsiteY28" fmla="*/ 2795666 h 6864558"/>
                <a:gd name="connsiteX29" fmla="*/ 5806814 w 6254832"/>
                <a:gd name="connsiteY29" fmla="*/ 3078980 h 6864558"/>
                <a:gd name="connsiteX30" fmla="*/ 5816933 w 6254832"/>
                <a:gd name="connsiteY30" fmla="*/ 3150558 h 6864558"/>
                <a:gd name="connsiteX31" fmla="*/ 5825178 w 6254832"/>
                <a:gd name="connsiteY31" fmla="*/ 3222323 h 6864558"/>
                <a:gd name="connsiteX32" fmla="*/ 5831923 w 6254832"/>
                <a:gd name="connsiteY32" fmla="*/ 3294276 h 6864558"/>
                <a:gd name="connsiteX33" fmla="*/ 5836233 w 6254832"/>
                <a:gd name="connsiteY33" fmla="*/ 3366416 h 6864558"/>
                <a:gd name="connsiteX34" fmla="*/ 5833047 w 6254832"/>
                <a:gd name="connsiteY34" fmla="*/ 3655726 h 6864558"/>
                <a:gd name="connsiteX35" fmla="*/ 5827426 w 6254832"/>
                <a:gd name="connsiteY35" fmla="*/ 3728054 h 6864558"/>
                <a:gd name="connsiteX36" fmla="*/ 5819556 w 6254832"/>
                <a:gd name="connsiteY36" fmla="*/ 3800194 h 6864558"/>
                <a:gd name="connsiteX37" fmla="*/ 5809063 w 6254832"/>
                <a:gd name="connsiteY37" fmla="*/ 3872147 h 6864558"/>
                <a:gd name="connsiteX38" fmla="*/ 5796696 w 6254832"/>
                <a:gd name="connsiteY38" fmla="*/ 3943912 h 6864558"/>
                <a:gd name="connsiteX39" fmla="*/ 5725305 w 6254832"/>
                <a:gd name="connsiteY39" fmla="*/ 4225165 h 6864558"/>
                <a:gd name="connsiteX40" fmla="*/ 5605384 w 6254832"/>
                <a:gd name="connsiteY40" fmla="*/ 4478312 h 6864558"/>
                <a:gd name="connsiteX41" fmla="*/ 5412573 w 6254832"/>
                <a:gd name="connsiteY41" fmla="*/ 4677306 h 6864558"/>
                <a:gd name="connsiteX42" fmla="*/ 5155867 w 6254832"/>
                <a:gd name="connsiteY42" fmla="*/ 4834703 h 6864558"/>
                <a:gd name="connsiteX43" fmla="*/ 4645452 w 6254832"/>
                <a:gd name="connsiteY43" fmla="*/ 5207396 h 6864558"/>
                <a:gd name="connsiteX44" fmla="*/ 4536211 w 6254832"/>
                <a:gd name="connsiteY44" fmla="*/ 5319072 h 6864558"/>
                <a:gd name="connsiteX45" fmla="*/ 4430343 w 6254832"/>
                <a:gd name="connsiteY45" fmla="*/ 5432061 h 6864558"/>
                <a:gd name="connsiteX46" fmla="*/ 4220668 w 6254832"/>
                <a:gd name="connsiteY46" fmla="*/ 5657663 h 6864558"/>
                <a:gd name="connsiteX47" fmla="*/ 4115174 w 6254832"/>
                <a:gd name="connsiteY47" fmla="*/ 5768777 h 6864558"/>
                <a:gd name="connsiteX48" fmla="*/ 4007245 w 6254832"/>
                <a:gd name="connsiteY48" fmla="*/ 5876707 h 6864558"/>
                <a:gd name="connsiteX49" fmla="*/ 3781081 w 6254832"/>
                <a:gd name="connsiteY49" fmla="*/ 6078887 h 6864558"/>
                <a:gd name="connsiteX50" fmla="*/ 3534493 w 6254832"/>
                <a:gd name="connsiteY50" fmla="*/ 6249775 h 6864558"/>
                <a:gd name="connsiteX51" fmla="*/ 3265232 w 6254832"/>
                <a:gd name="connsiteY51" fmla="*/ 6373068 h 6864558"/>
                <a:gd name="connsiteX52" fmla="*/ 3194779 w 6254832"/>
                <a:gd name="connsiteY52" fmla="*/ 6394804 h 6864558"/>
                <a:gd name="connsiteX53" fmla="*/ 3123575 w 6254832"/>
                <a:gd name="connsiteY53" fmla="*/ 6412792 h 6864558"/>
                <a:gd name="connsiteX54" fmla="*/ 3051435 w 6254832"/>
                <a:gd name="connsiteY54" fmla="*/ 6426471 h 6864558"/>
                <a:gd name="connsiteX55" fmla="*/ 2978733 w 6254832"/>
                <a:gd name="connsiteY55" fmla="*/ 6436214 h 6864558"/>
                <a:gd name="connsiteX56" fmla="*/ 2905656 w 6254832"/>
                <a:gd name="connsiteY56" fmla="*/ 6442211 h 6864558"/>
                <a:gd name="connsiteX57" fmla="*/ 2832204 w 6254832"/>
                <a:gd name="connsiteY57" fmla="*/ 6444459 h 6864558"/>
                <a:gd name="connsiteX58" fmla="*/ 2758565 w 6254832"/>
                <a:gd name="connsiteY58" fmla="*/ 6443335 h 6864558"/>
                <a:gd name="connsiteX59" fmla="*/ 2683239 w 6254832"/>
                <a:gd name="connsiteY59" fmla="*/ 6438463 h 6864558"/>
                <a:gd name="connsiteX60" fmla="*/ 2091503 w 6254832"/>
                <a:gd name="connsiteY60" fmla="*/ 6343275 h 6864558"/>
                <a:gd name="connsiteX61" fmla="*/ 1948347 w 6254832"/>
                <a:gd name="connsiteY61" fmla="*/ 6301490 h 6864558"/>
                <a:gd name="connsiteX62" fmla="*/ 1807626 w 6254832"/>
                <a:gd name="connsiteY62" fmla="*/ 6252585 h 6864558"/>
                <a:gd name="connsiteX63" fmla="*/ 1738297 w 6254832"/>
                <a:gd name="connsiteY63" fmla="*/ 6225790 h 6864558"/>
                <a:gd name="connsiteX64" fmla="*/ 1669529 w 6254832"/>
                <a:gd name="connsiteY64" fmla="*/ 6197684 h 6864558"/>
                <a:gd name="connsiteX65" fmla="*/ 1635239 w 6254832"/>
                <a:gd name="connsiteY65" fmla="*/ 6183630 h 6864558"/>
                <a:gd name="connsiteX66" fmla="*/ 1601699 w 6254832"/>
                <a:gd name="connsiteY66" fmla="*/ 6167891 h 6864558"/>
                <a:gd name="connsiteX67" fmla="*/ 1534618 w 6254832"/>
                <a:gd name="connsiteY67" fmla="*/ 6136411 h 6864558"/>
                <a:gd name="connsiteX68" fmla="*/ 592299 w 6254832"/>
                <a:gd name="connsiteY68" fmla="*/ 5443116 h 6864558"/>
                <a:gd name="connsiteX69" fmla="*/ 0 w 6254832"/>
                <a:gd name="connsiteY69" fmla="*/ 4496675 h 6864558"/>
                <a:gd name="connsiteX70" fmla="*/ 0 w 6254832"/>
                <a:gd name="connsiteY70" fmla="*/ 5523875 h 6864558"/>
                <a:gd name="connsiteX71" fmla="*/ 2766060 w 6254832"/>
                <a:gd name="connsiteY71" fmla="*/ 6864559 h 6864558"/>
                <a:gd name="connsiteX72" fmla="*/ 6254833 w 6254832"/>
                <a:gd name="connsiteY72" fmla="*/ 3432373 h 6864558"/>
                <a:gd name="connsiteX73" fmla="*/ 2766060 w 6254832"/>
                <a:gd name="connsiteY73" fmla="*/ 0 h 6864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6254832" h="6864558">
                  <a:moveTo>
                    <a:pt x="2766060" y="0"/>
                  </a:moveTo>
                  <a:cubicBezTo>
                    <a:pt x="1639549" y="0"/>
                    <a:pt x="637831" y="525405"/>
                    <a:pt x="0" y="1340683"/>
                  </a:cubicBezTo>
                  <a:lnTo>
                    <a:pt x="0" y="2201306"/>
                  </a:lnTo>
                  <a:cubicBezTo>
                    <a:pt x="375" y="2200181"/>
                    <a:pt x="937" y="2198870"/>
                    <a:pt x="1312" y="2197746"/>
                  </a:cubicBezTo>
                  <a:cubicBezTo>
                    <a:pt x="142969" y="1837045"/>
                    <a:pt x="347959" y="1497143"/>
                    <a:pt x="612723" y="1201649"/>
                  </a:cubicBezTo>
                  <a:cubicBezTo>
                    <a:pt x="876550" y="906155"/>
                    <a:pt x="1201836" y="655258"/>
                    <a:pt x="1571344" y="483245"/>
                  </a:cubicBezTo>
                  <a:lnTo>
                    <a:pt x="1641235" y="452328"/>
                  </a:lnTo>
                  <a:cubicBezTo>
                    <a:pt x="1664658" y="442210"/>
                    <a:pt x="1687518" y="430967"/>
                    <a:pt x="1711502" y="422348"/>
                  </a:cubicBezTo>
                  <a:lnTo>
                    <a:pt x="1783080" y="395178"/>
                  </a:lnTo>
                  <a:cubicBezTo>
                    <a:pt x="1807064" y="386372"/>
                    <a:pt x="1830674" y="376441"/>
                    <a:pt x="1855220" y="369133"/>
                  </a:cubicBezTo>
                  <a:lnTo>
                    <a:pt x="1928297" y="345711"/>
                  </a:lnTo>
                  <a:cubicBezTo>
                    <a:pt x="1952656" y="338028"/>
                    <a:pt x="1976828" y="329409"/>
                    <a:pt x="2001749" y="323600"/>
                  </a:cubicBezTo>
                  <a:lnTo>
                    <a:pt x="2076138" y="304300"/>
                  </a:lnTo>
                  <a:lnTo>
                    <a:pt x="2113426" y="294744"/>
                  </a:lnTo>
                  <a:lnTo>
                    <a:pt x="2132163" y="290060"/>
                  </a:lnTo>
                  <a:lnTo>
                    <a:pt x="2151089" y="286312"/>
                  </a:lnTo>
                  <a:cubicBezTo>
                    <a:pt x="2351395" y="241716"/>
                    <a:pt x="2557322" y="219044"/>
                    <a:pt x="2763249" y="218482"/>
                  </a:cubicBezTo>
                  <a:cubicBezTo>
                    <a:pt x="2968802" y="218294"/>
                    <a:pt x="3174167" y="247900"/>
                    <a:pt x="3372225" y="301302"/>
                  </a:cubicBezTo>
                  <a:cubicBezTo>
                    <a:pt x="3471347" y="327910"/>
                    <a:pt x="3568596" y="360513"/>
                    <a:pt x="3663596" y="398364"/>
                  </a:cubicBezTo>
                  <a:cubicBezTo>
                    <a:pt x="3758784" y="435652"/>
                    <a:pt x="3851348" y="479311"/>
                    <a:pt x="3941663" y="526717"/>
                  </a:cubicBezTo>
                  <a:cubicBezTo>
                    <a:pt x="4031979" y="573936"/>
                    <a:pt x="4119297" y="626402"/>
                    <a:pt x="4204366" y="681678"/>
                  </a:cubicBezTo>
                  <a:cubicBezTo>
                    <a:pt x="4289060" y="737516"/>
                    <a:pt x="4370944" y="797289"/>
                    <a:pt x="4450018" y="860061"/>
                  </a:cubicBezTo>
                  <a:cubicBezTo>
                    <a:pt x="4529091" y="922832"/>
                    <a:pt x="4605540" y="988601"/>
                    <a:pt x="4678992" y="1057181"/>
                  </a:cubicBezTo>
                  <a:cubicBezTo>
                    <a:pt x="4752444" y="1125574"/>
                    <a:pt x="4822335" y="1197527"/>
                    <a:pt x="4889791" y="1271166"/>
                  </a:cubicBezTo>
                  <a:cubicBezTo>
                    <a:pt x="4957247" y="1344805"/>
                    <a:pt x="5021705" y="1420693"/>
                    <a:pt x="5083164" y="1498642"/>
                  </a:cubicBezTo>
                  <a:cubicBezTo>
                    <a:pt x="5144062" y="1576965"/>
                    <a:pt x="5202899" y="1656601"/>
                    <a:pt x="5257987" y="1738484"/>
                  </a:cubicBezTo>
                  <a:cubicBezTo>
                    <a:pt x="5313076" y="1820368"/>
                    <a:pt x="5365354" y="1903751"/>
                    <a:pt x="5413510" y="1989195"/>
                  </a:cubicBezTo>
                  <a:cubicBezTo>
                    <a:pt x="5462041" y="2074451"/>
                    <a:pt x="5507011" y="2161207"/>
                    <a:pt x="5548609" y="2249462"/>
                  </a:cubicBezTo>
                  <a:cubicBezTo>
                    <a:pt x="5631430" y="2426158"/>
                    <a:pt x="5698323" y="2608851"/>
                    <a:pt x="5747791" y="2795666"/>
                  </a:cubicBezTo>
                  <a:cubicBezTo>
                    <a:pt x="5771963" y="2889167"/>
                    <a:pt x="5791825" y="2983792"/>
                    <a:pt x="5806814" y="3078980"/>
                  </a:cubicBezTo>
                  <a:cubicBezTo>
                    <a:pt x="5810562" y="3102777"/>
                    <a:pt x="5814497" y="3126574"/>
                    <a:pt x="5816933" y="3150558"/>
                  </a:cubicBezTo>
                  <a:cubicBezTo>
                    <a:pt x="5819556" y="3174542"/>
                    <a:pt x="5823304" y="3198339"/>
                    <a:pt x="5825178" y="3222323"/>
                  </a:cubicBezTo>
                  <a:cubicBezTo>
                    <a:pt x="5827426" y="3246308"/>
                    <a:pt x="5830050" y="3270292"/>
                    <a:pt x="5831923" y="3294276"/>
                  </a:cubicBezTo>
                  <a:lnTo>
                    <a:pt x="5836233" y="3366416"/>
                  </a:lnTo>
                  <a:cubicBezTo>
                    <a:pt x="5839981" y="3462728"/>
                    <a:pt x="5839981" y="3559227"/>
                    <a:pt x="5833047" y="3655726"/>
                  </a:cubicBezTo>
                  <a:cubicBezTo>
                    <a:pt x="5830986" y="3679711"/>
                    <a:pt x="5830237" y="3704069"/>
                    <a:pt x="5827426" y="3728054"/>
                  </a:cubicBezTo>
                  <a:lnTo>
                    <a:pt x="5819556" y="3800194"/>
                  </a:lnTo>
                  <a:lnTo>
                    <a:pt x="5809063" y="3872147"/>
                  </a:lnTo>
                  <a:cubicBezTo>
                    <a:pt x="5805690" y="3896131"/>
                    <a:pt x="5800818" y="3919928"/>
                    <a:pt x="5796696" y="3943912"/>
                  </a:cubicBezTo>
                  <a:cubicBezTo>
                    <a:pt x="5778708" y="4039287"/>
                    <a:pt x="5755848" y="4134662"/>
                    <a:pt x="5725305" y="4225165"/>
                  </a:cubicBezTo>
                  <a:cubicBezTo>
                    <a:pt x="5694763" y="4315669"/>
                    <a:pt x="5656726" y="4402237"/>
                    <a:pt x="5605384" y="4478312"/>
                  </a:cubicBezTo>
                  <a:cubicBezTo>
                    <a:pt x="5554980" y="4555324"/>
                    <a:pt x="5489960" y="4620718"/>
                    <a:pt x="5412573" y="4677306"/>
                  </a:cubicBezTo>
                  <a:cubicBezTo>
                    <a:pt x="5335374" y="4734269"/>
                    <a:pt x="5245995" y="4782987"/>
                    <a:pt x="5155867" y="4834703"/>
                  </a:cubicBezTo>
                  <a:cubicBezTo>
                    <a:pt x="4973924" y="4936261"/>
                    <a:pt x="4794791" y="5058806"/>
                    <a:pt x="4645452" y="5207396"/>
                  </a:cubicBezTo>
                  <a:cubicBezTo>
                    <a:pt x="4607414" y="5244497"/>
                    <a:pt x="4571813" y="5281597"/>
                    <a:pt x="4536211" y="5319072"/>
                  </a:cubicBezTo>
                  <a:lnTo>
                    <a:pt x="4430343" y="5432061"/>
                  </a:lnTo>
                  <a:cubicBezTo>
                    <a:pt x="4360264" y="5507574"/>
                    <a:pt x="4290934" y="5583087"/>
                    <a:pt x="4220668" y="5657663"/>
                  </a:cubicBezTo>
                  <a:cubicBezTo>
                    <a:pt x="4185628" y="5694951"/>
                    <a:pt x="4150589" y="5732052"/>
                    <a:pt x="4115174" y="5768777"/>
                  </a:cubicBezTo>
                  <a:cubicBezTo>
                    <a:pt x="4079573" y="5805316"/>
                    <a:pt x="4043597" y="5841292"/>
                    <a:pt x="4007245" y="5876707"/>
                  </a:cubicBezTo>
                  <a:cubicBezTo>
                    <a:pt x="3934543" y="5947723"/>
                    <a:pt x="3859405" y="6015740"/>
                    <a:pt x="3781081" y="6078887"/>
                  </a:cubicBezTo>
                  <a:cubicBezTo>
                    <a:pt x="3702945" y="6142220"/>
                    <a:pt x="3620312" y="6199557"/>
                    <a:pt x="3534493" y="6249775"/>
                  </a:cubicBezTo>
                  <a:cubicBezTo>
                    <a:pt x="3448300" y="6299429"/>
                    <a:pt x="3358359" y="6341589"/>
                    <a:pt x="3265232" y="6373068"/>
                  </a:cubicBezTo>
                  <a:cubicBezTo>
                    <a:pt x="3241998" y="6381313"/>
                    <a:pt x="3218201" y="6387497"/>
                    <a:pt x="3194779" y="6394804"/>
                  </a:cubicBezTo>
                  <a:cubicBezTo>
                    <a:pt x="3171169" y="6401175"/>
                    <a:pt x="3147185" y="6406797"/>
                    <a:pt x="3123575" y="6412792"/>
                  </a:cubicBezTo>
                  <a:cubicBezTo>
                    <a:pt x="3099404" y="6417477"/>
                    <a:pt x="3075420" y="6422161"/>
                    <a:pt x="3051435" y="6426471"/>
                  </a:cubicBezTo>
                  <a:cubicBezTo>
                    <a:pt x="3027076" y="6429657"/>
                    <a:pt x="3002904" y="6433591"/>
                    <a:pt x="2978733" y="6436214"/>
                  </a:cubicBezTo>
                  <a:cubicBezTo>
                    <a:pt x="2954374" y="6438088"/>
                    <a:pt x="2930015" y="6440899"/>
                    <a:pt x="2905656" y="6442211"/>
                  </a:cubicBezTo>
                  <a:cubicBezTo>
                    <a:pt x="2881109" y="6442960"/>
                    <a:pt x="2856751" y="6444272"/>
                    <a:pt x="2832204" y="6444459"/>
                  </a:cubicBezTo>
                  <a:cubicBezTo>
                    <a:pt x="2807658" y="6444084"/>
                    <a:pt x="2783298" y="6444084"/>
                    <a:pt x="2758565" y="6443335"/>
                  </a:cubicBezTo>
                  <a:lnTo>
                    <a:pt x="2683239" y="6438463"/>
                  </a:lnTo>
                  <a:cubicBezTo>
                    <a:pt x="2482559" y="6425909"/>
                    <a:pt x="2284126" y="6393492"/>
                    <a:pt x="2091503" y="6343275"/>
                  </a:cubicBezTo>
                  <a:lnTo>
                    <a:pt x="1948347" y="6301490"/>
                  </a:lnTo>
                  <a:cubicBezTo>
                    <a:pt x="1901127" y="6286126"/>
                    <a:pt x="1854658" y="6268699"/>
                    <a:pt x="1807626" y="6252585"/>
                  </a:cubicBezTo>
                  <a:cubicBezTo>
                    <a:pt x="1784017" y="6245090"/>
                    <a:pt x="1761344" y="6234972"/>
                    <a:pt x="1738297" y="6225790"/>
                  </a:cubicBezTo>
                  <a:lnTo>
                    <a:pt x="1669529" y="6197684"/>
                  </a:lnTo>
                  <a:lnTo>
                    <a:pt x="1635239" y="6183630"/>
                  </a:lnTo>
                  <a:lnTo>
                    <a:pt x="1601699" y="6167891"/>
                  </a:lnTo>
                  <a:lnTo>
                    <a:pt x="1534618" y="6136411"/>
                  </a:lnTo>
                  <a:cubicBezTo>
                    <a:pt x="1179164" y="5964961"/>
                    <a:pt x="857250" y="5729616"/>
                    <a:pt x="592299" y="5443116"/>
                  </a:cubicBezTo>
                  <a:cubicBezTo>
                    <a:pt x="336904" y="5166173"/>
                    <a:pt x="137160" y="4842573"/>
                    <a:pt x="0" y="4496675"/>
                  </a:cubicBezTo>
                  <a:lnTo>
                    <a:pt x="0" y="5523875"/>
                  </a:lnTo>
                  <a:cubicBezTo>
                    <a:pt x="637831" y="6338966"/>
                    <a:pt x="1639549" y="6864559"/>
                    <a:pt x="2766060" y="6864559"/>
                  </a:cubicBezTo>
                  <a:cubicBezTo>
                    <a:pt x="4692858" y="6864559"/>
                    <a:pt x="6254833" y="5327879"/>
                    <a:pt x="6254833" y="3432373"/>
                  </a:cubicBezTo>
                  <a:cubicBezTo>
                    <a:pt x="6254833" y="1536679"/>
                    <a:pt x="4692858" y="0"/>
                    <a:pt x="2766060" y="0"/>
                  </a:cubicBezTo>
                  <a:close/>
                </a:path>
              </a:pathLst>
            </a:custGeom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0578" y="802955"/>
            <a:ext cx="3733482" cy="145405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defRPr sz="2800"/>
            </a:pPr>
            <a:r>
              <a:rPr lang="en-US" sz="3200" dirty="0">
                <a:solidFill>
                  <a:schemeClr val="tx2"/>
                </a:solidFill>
              </a:rPr>
              <a:t>30. MULTIPLE CHOICE</a:t>
            </a:r>
            <a:br>
              <a:rPr lang="en-US" sz="3200" dirty="0">
                <a:solidFill>
                  <a:schemeClr val="tx2"/>
                </a:solidFill>
              </a:rPr>
            </a:br>
            <a:r>
              <a:rPr lang="en-US" sz="3200" dirty="0">
                <a:solidFill>
                  <a:schemeClr val="tx2"/>
                </a:solidFill>
              </a:rPr>
              <a:t>Which is NOT a security control?</a:t>
            </a:r>
            <a:endParaRPr lang="en-US" sz="3100" dirty="0">
              <a:solidFill>
                <a:schemeClr val="tx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821578" y="2599151"/>
            <a:ext cx="3733184" cy="2059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tx2"/>
                </a:solidFill>
              </a:rPr>
              <a:t>A. Logging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tx2"/>
                </a:solidFill>
              </a:rPr>
              <a:t>B. Monitoring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tx2"/>
                </a:solidFill>
              </a:rPr>
              <a:t>C. Backups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tx2"/>
                </a:solidFill>
              </a:rPr>
              <a:t>D. Encryption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050" y="1128094"/>
            <a:ext cx="2575635" cy="141527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defRPr sz="2800"/>
            </a:pPr>
            <a:r>
              <a:rPr lang="en-US" sz="2800" dirty="0"/>
              <a:t>31. MULTIPLE CHOICE</a:t>
            </a:r>
            <a:br>
              <a:rPr lang="en-US" sz="2800" dirty="0"/>
            </a:br>
            <a:r>
              <a:rPr lang="en-US" sz="2800" dirty="0"/>
              <a:t>Which principle says systems should fail safely?</a:t>
            </a:r>
            <a:br>
              <a:rPr lang="en-US" sz="2800" dirty="0"/>
            </a:br>
            <a:endParaRPr lang="en-US" sz="2800" dirty="0"/>
          </a:p>
        </p:txBody>
      </p:sp>
      <p:pic>
        <p:nvPicPr>
          <p:cNvPr id="19" name="Picture 18" descr="A 3D pattern of ring shapes connected by lines">
            <a:extLst>
              <a:ext uri="{FF2B5EF4-FFF2-40B4-BE49-F238E27FC236}">
                <a16:creationId xmlns:a16="http://schemas.microsoft.com/office/drawing/2014/main" id="{2D29568F-0C00-3801-4359-B9D760F3B0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47" r="43070"/>
          <a:stretch>
            <a:fillRect/>
          </a:stretch>
        </p:blipFill>
        <p:spPr>
          <a:xfrm>
            <a:off x="-7414" y="10"/>
            <a:ext cx="5679453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49EDD1B-F94D-B4E6-ACAA-566B9A26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49542" y="87114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115050" y="3169085"/>
            <a:ext cx="2575635" cy="29732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A. Defense in depth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B. Secure by default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C. Fail-open design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D. Least privilege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254D376-7060-4491-9779-FC35E62F3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186423"/>
            <a:ext cx="7886700" cy="1114382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500" dirty="0"/>
              <a:t>32. Scenario: Login says </a:t>
            </a:r>
            <a:br>
              <a:rPr lang="en-US" sz="3500" dirty="0"/>
            </a:br>
            <a:r>
              <a:rPr lang="en-US" sz="3500" dirty="0"/>
              <a:t>“Username does not exist”</a:t>
            </a:r>
            <a:endParaRPr lang="en-US" sz="35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8147CC-2D45-B25A-2C53-387493289A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4"/>
          <a:stretch>
            <a:fillRect/>
          </a:stretch>
        </p:blipFill>
        <p:spPr>
          <a:xfrm>
            <a:off x="20" y="10"/>
            <a:ext cx="9143980" cy="5014697"/>
          </a:xfrm>
          <a:prstGeom prst="rect">
            <a:avLst/>
          </a:prstGeom>
        </p:spPr>
      </p:pic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8A611F41-F9EA-8A3E-EDB1-08384B2769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0010978"/>
              </p:ext>
            </p:extLst>
          </p:nvPr>
        </p:nvGraphicFramePr>
        <p:xfrm>
          <a:off x="5539976" y="1849440"/>
          <a:ext cx="2975374" cy="42703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42D62ADD-A0EE-8330-94DC-1D1E27723E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9144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9144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9144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extBox 2">
            <a:extLst>
              <a:ext uri="{FF2B5EF4-FFF2-40B4-BE49-F238E27FC236}">
                <a16:creationId xmlns:a16="http://schemas.microsoft.com/office/drawing/2014/main" id="{CF71D948-9416-CAAC-4165-27438E1D37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1415676"/>
              </p:ext>
            </p:extLst>
          </p:nvPr>
        </p:nvGraphicFramePr>
        <p:xfrm>
          <a:off x="555590" y="1373253"/>
          <a:ext cx="3886131" cy="37224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213" y="575361"/>
            <a:ext cx="428045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748452"/>
            <a:ext cx="3731078" cy="358778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defRPr sz="2800"/>
            </a:pPr>
            <a:r>
              <a:rPr lang="en-US" dirty="0">
                <a:solidFill>
                  <a:schemeClr val="bg1"/>
                </a:solidFill>
              </a:rPr>
              <a:t>34. MULTIPLE CHOICE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Which metric BEST shows maturity?</a:t>
            </a:r>
            <a:endParaRPr lang="en-US" sz="4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2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9836" y="1193254"/>
            <a:ext cx="968730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98295" y="421588"/>
            <a:ext cx="968601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98295" y="421588"/>
            <a:ext cx="968601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10689" y="4748271"/>
            <a:ext cx="997902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10689" y="4748271"/>
            <a:ext cx="997902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4857952" y="2104372"/>
            <a:ext cx="3731078" cy="3377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defRPr sz="2800"/>
            </a:pPr>
            <a:endParaRPr lang="en-US" sz="2400" dirty="0">
              <a:solidFill>
                <a:schemeClr val="bg1"/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</a:rPr>
              <a:t>A. Tools count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</a:rPr>
              <a:t>B. Bug count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</a:rPr>
              <a:t>C. Time to detect incidents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</a:rPr>
              <a:t>D. Lines of code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1976" y="1250575"/>
            <a:ext cx="3453205" cy="41632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defRPr sz="2800"/>
            </a:pPr>
            <a:r>
              <a:rPr lang="en-US" sz="4000" dirty="0">
                <a:solidFill>
                  <a:schemeClr val="bg1"/>
                </a:solidFill>
              </a:rPr>
              <a:t>35. SCENARIO</a:t>
            </a: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bg1"/>
                </a:solidFill>
              </a:rPr>
              <a:t>TLS certificate validation disabled temporarily.</a:t>
            </a:r>
            <a:endParaRPr lang="en-US" sz="4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C57604-0CFD-4023-B9BD-107166A25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4857" y="1100949"/>
            <a:ext cx="3747444" cy="4462463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719918" y="860612"/>
            <a:ext cx="3598431" cy="50238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defRPr sz="2800"/>
            </a:pPr>
            <a:endParaRPr lang="en-US" sz="3600" dirty="0">
              <a:solidFill>
                <a:schemeClr val="bg1"/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3600" dirty="0">
                <a:solidFill>
                  <a:schemeClr val="bg1"/>
                </a:solidFill>
              </a:rPr>
              <a:t>What’s the risk?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42640490-B3C0-74F5-7E56-63FBEA70F0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07430516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59983" y="741391"/>
            <a:ext cx="2526926" cy="161620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defRPr sz="2800"/>
            </a:pPr>
            <a:r>
              <a:rPr lang="en-US" sz="2800" dirty="0"/>
              <a:t>37. MULTIPLE CHOICE</a:t>
            </a:r>
            <a:br>
              <a:rPr lang="en-US" sz="2800" dirty="0"/>
            </a:br>
            <a:r>
              <a:rPr lang="en-US" sz="2800" dirty="0"/>
              <a:t>Best argument for secure coding standards?</a:t>
            </a: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4B74571C-14D6-1D50-65CD-148AC0C750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40" r="42912" b="-1"/>
          <a:stretch>
            <a:fillRect/>
          </a:stretch>
        </p:blipFill>
        <p:spPr>
          <a:xfrm>
            <a:off x="20" y="10"/>
            <a:ext cx="5542677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955894" y="3271199"/>
            <a:ext cx="1630908" cy="5542697"/>
          </a:xfrm>
          <a:prstGeom prst="rect">
            <a:avLst/>
          </a:prstGeom>
          <a:gradFill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 flipV="1">
            <a:off x="-2296081" y="2296080"/>
            <a:ext cx="6854280" cy="226211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346242" y="4425055"/>
            <a:ext cx="2196454" cy="243294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059983" y="2787040"/>
            <a:ext cx="2526926" cy="31942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A. Compliance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B. Performance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C. Predictability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D. Risk reduction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tacked white boxes">
            <a:extLst>
              <a:ext uri="{FF2B5EF4-FFF2-40B4-BE49-F238E27FC236}">
                <a16:creationId xmlns:a16="http://schemas.microsoft.com/office/drawing/2014/main" id="{10C6E091-DC77-5870-FE93-9B6F15A034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488" r="40012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defRPr sz="2800"/>
            </a:pPr>
            <a:r>
              <a:rPr lang="en-US" sz="3600" dirty="0"/>
              <a:t>38. SCENARIO</a:t>
            </a:r>
            <a:br>
              <a:rPr lang="en-US" sz="3600" dirty="0"/>
            </a:br>
            <a:r>
              <a:rPr lang="en-US" sz="3600" dirty="0"/>
              <a:t>A feature works as designed but is exploited.</a:t>
            </a:r>
            <a:endParaRPr lang="en-US" sz="3500" dirty="0"/>
          </a:p>
        </p:txBody>
      </p:sp>
      <p:sp>
        <p:nvSpPr>
          <p:cNvPr id="3" name="TextBox 2"/>
          <p:cNvSpPr txBox="1"/>
          <p:nvPr/>
        </p:nvSpPr>
        <p:spPr>
          <a:xfrm>
            <a:off x="5306733" y="2578244"/>
            <a:ext cx="3935505" cy="18497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800"/>
            </a:pPr>
            <a:endParaRPr lang="en-US" sz="28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800" dirty="0"/>
              <a:t>What issue type?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C34C49FD-318D-49AE-BAC7-5634695CCE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444DC2E-9E72-4669-878E-AF93DF3077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E56A799-9BBA-4BC7-8D47-C6251FDDF8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9EA9C1F-2B28-4DEA-8EF8-4D0A06E28C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2AD021B0-C307-4067-887D-35DF45447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3148" y="549275"/>
            <a:ext cx="8316514" cy="57579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23CC9DA-C742-47CF-8965-06B4D836A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87502" y="549273"/>
            <a:ext cx="3943153" cy="5757924"/>
            <a:chOff x="4656138" y="0"/>
            <a:chExt cx="6983409" cy="6308725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27219E4-2868-4D53-9258-78813DDFD8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4656138" y="0"/>
              <a:ext cx="6982794" cy="63087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7272C0A-7EBF-4D41-9851-D1B8A23DF3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4656138" y="0"/>
              <a:ext cx="6983409" cy="6308725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4AD8EFA-1927-489C-803F-6F7684B61D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4656138" y="0"/>
              <a:ext cx="6983409" cy="6308725"/>
            </a:xfrm>
            <a:prstGeom prst="rect">
              <a:avLst/>
            </a:prstGeom>
            <a:solidFill>
              <a:schemeClr val="bg1">
                <a:alpha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1172B2F8-EEAC-97E0-D8BE-1FB9DB5CBF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198" r="17344" b="-2"/>
          <a:stretch>
            <a:fillRect/>
          </a:stretch>
        </p:blipFill>
        <p:spPr>
          <a:xfrm>
            <a:off x="4798254" y="549273"/>
            <a:ext cx="3920139" cy="575640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647A9C9C-679D-702F-807E-9358219440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83241934"/>
              </p:ext>
            </p:extLst>
          </p:nvPr>
        </p:nvGraphicFramePr>
        <p:xfrm>
          <a:off x="717751" y="1167691"/>
          <a:ext cx="3993357" cy="39195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0E9A6ED-B880-44EA-8D60-C9D3C82CCB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6" y="557190"/>
            <a:ext cx="3878139" cy="16715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dirty="0"/>
              <a:t>40. Multiple Choice. Which gives MOST value early?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D2524D-F1E0-1CAC-AC18-2C39E8BAE1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997" r="27545" b="2"/>
          <a:stretch>
            <a:fillRect/>
          </a:stretch>
        </p:blipFill>
        <p:spPr>
          <a:xfrm>
            <a:off x="4637208" y="557189"/>
            <a:ext cx="3878139" cy="5571898"/>
          </a:xfrm>
          <a:prstGeom prst="rect">
            <a:avLst/>
          </a:prstGeom>
          <a:effectLst/>
        </p:spPr>
      </p:pic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CDDFD74F-6C5F-FEF1-F562-5EA21B06BB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9514337"/>
              </p:ext>
            </p:extLst>
          </p:nvPr>
        </p:nvGraphicFramePr>
        <p:xfrm>
          <a:off x="486697" y="2398030"/>
          <a:ext cx="3885184" cy="37310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17908" y="741391"/>
            <a:ext cx="3368866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800" dirty="0"/>
              <a:t>41. TRICK. Which system is MOST secure?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B1F1F5-03A4-9A70-2C1B-19DC4565F0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077" r="31423"/>
          <a:stretch>
            <a:fillRect/>
          </a:stretch>
        </p:blipFill>
        <p:spPr>
          <a:xfrm>
            <a:off x="20" y="10"/>
            <a:ext cx="4571980" cy="68579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EFBDE31-BB3E-6CFC-23CD-B5976DA3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2521" cy="68580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80A60EC-72BB-121F-556A-E2837FD99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91A2FAE-D41C-FF5D-B0A0-7808248ED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5837130" y="2827837"/>
            <a:ext cx="2649644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A. Zero users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B. No network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C. Never updated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D. None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605" y="1450655"/>
            <a:ext cx="2949023" cy="395669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42. MULTIPLE CHOICE.</a:t>
            </a:r>
            <a:br>
              <a:rPr lang="en-US" sz="2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2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What does assume breach mean?</a:t>
            </a:r>
            <a:br>
              <a:rPr lang="en-US" sz="2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endParaRPr lang="en-US" sz="2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60605" y="1450655"/>
            <a:ext cx="29490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60605" y="5408571"/>
            <a:ext cx="29490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572000" y="1108061"/>
            <a:ext cx="3756675" cy="45719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</a:rPr>
              <a:t>A. Expect failure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</a:rPr>
              <a:t>B. Ignore prevention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</a:rPr>
              <a:t>C. Focus on detection &amp; recovery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</a:rPr>
              <a:t>D. Turn off alerts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A4816777-E64F-462C-BEC1-3579F53C19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79347786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1138036"/>
            <a:ext cx="3064248" cy="14024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defRPr sz="2800"/>
            </a:pPr>
            <a:r>
              <a:rPr lang="en-US" sz="2800" dirty="0"/>
              <a:t>44. SCENARIO</a:t>
            </a:r>
            <a:br>
              <a:rPr lang="en-US" sz="2800" dirty="0"/>
            </a:br>
            <a:r>
              <a:rPr lang="en-US" sz="2800" dirty="0"/>
              <a:t>Only fixing critical vulnerabilities.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8855" y="87114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09495" y="2551176"/>
            <a:ext cx="3064248" cy="35912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800"/>
            </a:pPr>
            <a:endParaRPr lang="en-US" sz="20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What’s the hidden risk?</a:t>
            </a:r>
          </a:p>
        </p:txBody>
      </p:sp>
      <p:pic>
        <p:nvPicPr>
          <p:cNvPr id="5" name="Picture 4" descr="3D black question marks with one yellow question mark">
            <a:extLst>
              <a:ext uri="{FF2B5EF4-FFF2-40B4-BE49-F238E27FC236}">
                <a16:creationId xmlns:a16="http://schemas.microsoft.com/office/drawing/2014/main" id="{F6A3F503-A0E6-1D50-6E5F-88DDB6A8D8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379" r="25512" b="1"/>
          <a:stretch>
            <a:fillRect/>
          </a:stretch>
        </p:blipFill>
        <p:spPr>
          <a:xfrm>
            <a:off x="4238244" y="10"/>
            <a:ext cx="4905756" cy="685799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605" y="1450655"/>
            <a:ext cx="2949023" cy="395669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 defTabSz="914400">
              <a:lnSpc>
                <a:spcPct val="90000"/>
              </a:lnSpc>
              <a:spcAft>
                <a:spcPts val="600"/>
              </a:spcAft>
              <a:defRPr sz="2800"/>
            </a:pPr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45. FINAL</a:t>
            </a:r>
            <a:b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Which BEST describes real software security?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60605" y="1450655"/>
            <a:ext cx="29490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60605" y="5408571"/>
            <a:ext cx="29490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572000" y="1108061"/>
            <a:ext cx="3756675" cy="45719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defRPr sz="2800"/>
            </a:pPr>
            <a:endParaRPr lang="en-US" sz="2000" dirty="0">
              <a:solidFill>
                <a:schemeClr val="bg1"/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</a:rPr>
              <a:t>A. Feature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</a:rPr>
              <a:t>B. Checklist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</a:rPr>
              <a:t>C. Continuous risk management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</a:rPr>
              <a:t>D. Compliance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1021</Words>
  <Application>Microsoft Office PowerPoint</Application>
  <PresentationFormat>On-screen Show (4:3)</PresentationFormat>
  <Paragraphs>180</Paragraphs>
  <Slides>45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9" baseType="lpstr">
      <vt:lpstr>Aptos</vt:lpstr>
      <vt:lpstr>Arial</vt:lpstr>
      <vt:lpstr>Calibri</vt:lpstr>
      <vt:lpstr>Office Theme</vt:lpstr>
      <vt:lpstr>PowerPoint Presentation</vt:lpstr>
      <vt:lpstr>2. Multiple Choice Which statement about passwords is MOST accurate? </vt:lpstr>
      <vt:lpstr>PowerPoint Presentation</vt:lpstr>
      <vt:lpstr>4. MULTIPLE CHOICE Which is the BIGGEST risk when developers roll their own encryption?</vt:lpstr>
      <vt:lpstr>5. SCENARIO</vt:lpstr>
      <vt:lpstr>PowerPoint Presentation</vt:lpstr>
      <vt:lpstr>7. MULTIPLE CHOICE Which vulnerability is MOST likely to exist even in well-tested software?</vt:lpstr>
      <vt:lpstr>8. MULTIPLE CHOICE Which statement about software updates is TRUE? </vt:lpstr>
      <vt:lpstr>PowerPoint Presentation</vt:lpstr>
      <vt:lpstr>10. MULTIPLE CHOICE What does security through obscurity mean?</vt:lpstr>
      <vt:lpstr>11. SCENARIO</vt:lpstr>
      <vt:lpstr>PowerPoint Presentation</vt:lpstr>
      <vt:lpstr>13. MULTIPLE CHOICE Which is the MOST dangerous assumption?</vt:lpstr>
      <vt:lpstr>14. MULTIPLE CHOICE Which MOST influences real-world security?</vt:lpstr>
      <vt:lpstr>15. SCENARIO An app encrypts data but uses a hard-coded key.</vt:lpstr>
      <vt:lpstr>PowerPoint Presentation</vt:lpstr>
      <vt:lpstr>17. MULTIPLE CHOICE What is the PRIMARY goal of authentication?</vt:lpstr>
      <vt:lpstr>18. Multiple Choice  Which threat model is MOST underestimated? </vt:lpstr>
      <vt:lpstr>PowerPoint Presentation</vt:lpstr>
      <vt:lpstr>20. SCENARIO A system logs everything including passwords.</vt:lpstr>
      <vt:lpstr>21. MULTIPLE CHOICE Which practice MOST reduces impact?</vt:lpstr>
      <vt:lpstr>PowerPoint Presentation</vt:lpstr>
      <vt:lpstr>23. MULTIPLE CHOICE Which statement about firewalls is TRUE?</vt:lpstr>
      <vt:lpstr>24. SCENARIO A dependency update introduces a vulnerability.</vt:lpstr>
      <vt:lpstr>25. MULTIPLE CHOICE Which failure is hardest to detect?</vt:lpstr>
      <vt:lpstr>26. YES / NO</vt:lpstr>
      <vt:lpstr>27. MULTIPLE CHOICE What is the MOST common root cause of breaches?</vt:lpstr>
      <vt:lpstr>28. SCENARIO An API trusts requests from a specific IP range.</vt:lpstr>
      <vt:lpstr>29 “Pen testing guarantees security.” </vt:lpstr>
      <vt:lpstr>30. MULTIPLE CHOICE Which is NOT a security control?</vt:lpstr>
      <vt:lpstr>31. MULTIPLE CHOICE Which principle says systems should fail safely? </vt:lpstr>
      <vt:lpstr>32. Scenario: Login says  “Username does not exist”</vt:lpstr>
      <vt:lpstr>PowerPoint Presentation</vt:lpstr>
      <vt:lpstr>34. MULTIPLE CHOICE Which metric BEST shows maturity?</vt:lpstr>
      <vt:lpstr>35. SCENARIO TLS certificate validation disabled temporarily.</vt:lpstr>
      <vt:lpstr>PowerPoint Presentation</vt:lpstr>
      <vt:lpstr>37. MULTIPLE CHOICE Best argument for secure coding standards?</vt:lpstr>
      <vt:lpstr>38. SCENARIO A feature works as designed but is exploited.</vt:lpstr>
      <vt:lpstr>PowerPoint Presentation</vt:lpstr>
      <vt:lpstr>40. Multiple Choice. Which gives MOST value early?</vt:lpstr>
      <vt:lpstr>41. TRICK. Which system is MOST secure?</vt:lpstr>
      <vt:lpstr>42. MULTIPLE CHOICE. What does assume breach mean? </vt:lpstr>
      <vt:lpstr>PowerPoint Presentation</vt:lpstr>
      <vt:lpstr>44. SCENARIO Only fixing critical vulnerabilities.</vt:lpstr>
      <vt:lpstr>45. FINAL Which BEST describes real software security?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Lorraine Skelton</dc:creator>
  <cp:keywords/>
  <dc:description>generated using python-pptx</dc:description>
  <cp:lastModifiedBy>Lorraine Skelton</cp:lastModifiedBy>
  <cp:revision>3</cp:revision>
  <dcterms:created xsi:type="dcterms:W3CDTF">2013-01-27T09:14:16Z</dcterms:created>
  <dcterms:modified xsi:type="dcterms:W3CDTF">2026-01-29T03:13:48Z</dcterms:modified>
  <cp:category/>
</cp:coreProperties>
</file>