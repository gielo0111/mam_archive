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raine Skelton" userId="ec6c841dfec92b78" providerId="LiveId" clId="{807816C0-84A9-4B32-9731-E95A4916DECD}"/>
    <pc:docChg chg="undo custSel modSld">
      <pc:chgData name="Lorraine Skelton" userId="ec6c841dfec92b78" providerId="LiveId" clId="{807816C0-84A9-4B32-9731-E95A4916DECD}" dt="2026-02-16T08:11:02.296" v="8" actId="26606"/>
      <pc:docMkLst>
        <pc:docMk/>
      </pc:docMkLst>
      <pc:sldChg chg="addSp delSp modSp mod setBg addAnim">
        <pc:chgData name="Lorraine Skelton" userId="ec6c841dfec92b78" providerId="LiveId" clId="{807816C0-84A9-4B32-9731-E95A4916DECD}" dt="2026-02-16T08:10:37.406" v="6" actId="26606"/>
        <pc:sldMkLst>
          <pc:docMk/>
          <pc:sldMk cId="1474698035" sldId="256"/>
        </pc:sldMkLst>
        <pc:spChg chg="mod">
          <ac:chgData name="Lorraine Skelton" userId="ec6c841dfec92b78" providerId="LiveId" clId="{807816C0-84A9-4B32-9731-E95A4916DECD}" dt="2026-02-16T08:10:37.385" v="5" actId="26606"/>
          <ac:spMkLst>
            <pc:docMk/>
            <pc:sldMk cId="1474698035" sldId="256"/>
            <ac:spMk id="2" creationId="{3FF52E7A-FF86-A3A4-5CA9-1A05EEE74106}"/>
          </ac:spMkLst>
        </pc:spChg>
        <pc:spChg chg="del mod">
          <ac:chgData name="Lorraine Skelton" userId="ec6c841dfec92b78" providerId="LiveId" clId="{807816C0-84A9-4B32-9731-E95A4916DECD}" dt="2026-02-16T08:10:28.771" v="3" actId="478"/>
          <ac:spMkLst>
            <pc:docMk/>
            <pc:sldMk cId="1474698035" sldId="256"/>
            <ac:spMk id="3" creationId="{9D755BD4-DC96-1AD5-2DCB-6D13FD33A59C}"/>
          </ac:spMkLst>
        </pc:spChg>
        <pc:spChg chg="add del">
          <ac:chgData name="Lorraine Skelton" userId="ec6c841dfec92b78" providerId="LiveId" clId="{807816C0-84A9-4B32-9731-E95A4916DECD}" dt="2026-02-16T08:10:37.406" v="6" actId="26606"/>
          <ac:spMkLst>
            <pc:docMk/>
            <pc:sldMk cId="1474698035" sldId="256"/>
            <ac:spMk id="10" creationId="{A3363022-C969-41E9-8EB2-E4C94908C1FA}"/>
          </ac:spMkLst>
        </pc:spChg>
        <pc:spChg chg="add del">
          <ac:chgData name="Lorraine Skelton" userId="ec6c841dfec92b78" providerId="LiveId" clId="{807816C0-84A9-4B32-9731-E95A4916DECD}" dt="2026-02-16T08:10:37.406" v="6" actId="26606"/>
          <ac:spMkLst>
            <pc:docMk/>
            <pc:sldMk cId="1474698035" sldId="256"/>
            <ac:spMk id="12" creationId="{8D1AD6B3-BE88-4CEB-BA17-790657CC4729}"/>
          </ac:spMkLst>
        </pc:spChg>
        <pc:spChg chg="add del">
          <ac:chgData name="Lorraine Skelton" userId="ec6c841dfec92b78" providerId="LiveId" clId="{807816C0-84A9-4B32-9731-E95A4916DECD}" dt="2026-02-16T08:10:37.385" v="5" actId="26606"/>
          <ac:spMkLst>
            <pc:docMk/>
            <pc:sldMk cId="1474698035" sldId="256"/>
            <ac:spMk id="22" creationId="{47942995-B07F-4636-9A06-C6A104B260A8}"/>
          </ac:spMkLst>
        </pc:spChg>
        <pc:spChg chg="add del">
          <ac:chgData name="Lorraine Skelton" userId="ec6c841dfec92b78" providerId="LiveId" clId="{807816C0-84A9-4B32-9731-E95A4916DECD}" dt="2026-02-16T08:10:37.385" v="5" actId="26606"/>
          <ac:spMkLst>
            <pc:docMk/>
            <pc:sldMk cId="1474698035" sldId="256"/>
            <ac:spMk id="29" creationId="{B81933D1-5615-42C7-9C0B-4EB7105CCE2D}"/>
          </ac:spMkLst>
        </pc:spChg>
        <pc:spChg chg="add del">
          <ac:chgData name="Lorraine Skelton" userId="ec6c841dfec92b78" providerId="LiveId" clId="{807816C0-84A9-4B32-9731-E95A4916DECD}" dt="2026-02-16T08:10:37.385" v="5" actId="26606"/>
          <ac:spMkLst>
            <pc:docMk/>
            <pc:sldMk cId="1474698035" sldId="256"/>
            <ac:spMk id="31" creationId="{19C9EAEA-39D0-4B0E-A0EB-51E7B26740B1}"/>
          </ac:spMkLst>
        </pc:spChg>
        <pc:spChg chg="add">
          <ac:chgData name="Lorraine Skelton" userId="ec6c841dfec92b78" providerId="LiveId" clId="{807816C0-84A9-4B32-9731-E95A4916DECD}" dt="2026-02-16T08:10:37.406" v="6" actId="26606"/>
          <ac:spMkLst>
            <pc:docMk/>
            <pc:sldMk cId="1474698035" sldId="256"/>
            <ac:spMk id="33" creationId="{A3363022-C969-41E9-8EB2-E4C94908C1FA}"/>
          </ac:spMkLst>
        </pc:spChg>
        <pc:spChg chg="add">
          <ac:chgData name="Lorraine Skelton" userId="ec6c841dfec92b78" providerId="LiveId" clId="{807816C0-84A9-4B32-9731-E95A4916DECD}" dt="2026-02-16T08:10:37.406" v="6" actId="26606"/>
          <ac:spMkLst>
            <pc:docMk/>
            <pc:sldMk cId="1474698035" sldId="256"/>
            <ac:spMk id="34" creationId="{8D1AD6B3-BE88-4CEB-BA17-790657CC4729}"/>
          </ac:spMkLst>
        </pc:spChg>
        <pc:grpChg chg="add del">
          <ac:chgData name="Lorraine Skelton" userId="ec6c841dfec92b78" providerId="LiveId" clId="{807816C0-84A9-4B32-9731-E95A4916DECD}" dt="2026-02-16T08:10:37.406" v="6" actId="26606"/>
          <ac:grpSpMkLst>
            <pc:docMk/>
            <pc:sldMk cId="1474698035" sldId="256"/>
            <ac:grpSpMk id="14" creationId="{89D1390B-7E13-4B4F-9CB2-391063412E54}"/>
          </ac:grpSpMkLst>
        </pc:grpChg>
        <pc:grpChg chg="add del">
          <ac:chgData name="Lorraine Skelton" userId="ec6c841dfec92b78" providerId="LiveId" clId="{807816C0-84A9-4B32-9731-E95A4916DECD}" dt="2026-02-16T08:10:37.385" v="5" actId="26606"/>
          <ac:grpSpMkLst>
            <pc:docMk/>
            <pc:sldMk cId="1474698035" sldId="256"/>
            <ac:grpSpMk id="24" creationId="{032D8612-31EB-44CF-A1D0-14FD4C705424}"/>
          </ac:grpSpMkLst>
        </pc:grpChg>
        <pc:grpChg chg="add">
          <ac:chgData name="Lorraine Skelton" userId="ec6c841dfec92b78" providerId="LiveId" clId="{807816C0-84A9-4B32-9731-E95A4916DECD}" dt="2026-02-16T08:10:37.406" v="6" actId="26606"/>
          <ac:grpSpMkLst>
            <pc:docMk/>
            <pc:sldMk cId="1474698035" sldId="256"/>
            <ac:grpSpMk id="35" creationId="{89D1390B-7E13-4B4F-9CB2-391063412E54}"/>
          </ac:grpSpMkLst>
        </pc:grpChg>
        <pc:picChg chg="add mod">
          <ac:chgData name="Lorraine Skelton" userId="ec6c841dfec92b78" providerId="LiveId" clId="{807816C0-84A9-4B32-9731-E95A4916DECD}" dt="2026-02-16T08:10:37.385" v="5" actId="26606"/>
          <ac:picMkLst>
            <pc:docMk/>
            <pc:sldMk cId="1474698035" sldId="256"/>
            <ac:picMk id="7" creationId="{E9C5F3EE-E457-6132-E1F4-32501E88293A}"/>
          </ac:picMkLst>
        </pc:picChg>
      </pc:sldChg>
      <pc:sldChg chg="addSp modSp mod setBg">
        <pc:chgData name="Lorraine Skelton" userId="ec6c841dfec92b78" providerId="LiveId" clId="{807816C0-84A9-4B32-9731-E95A4916DECD}" dt="2026-02-16T08:10:51.157" v="7" actId="26606"/>
        <pc:sldMkLst>
          <pc:docMk/>
          <pc:sldMk cId="3643321154" sldId="257"/>
        </pc:sldMkLst>
        <pc:spChg chg="mod">
          <ac:chgData name="Lorraine Skelton" userId="ec6c841dfec92b78" providerId="LiveId" clId="{807816C0-84A9-4B32-9731-E95A4916DECD}" dt="2026-02-16T08:10:51.157" v="7" actId="26606"/>
          <ac:spMkLst>
            <pc:docMk/>
            <pc:sldMk cId="3643321154" sldId="257"/>
            <ac:spMk id="2" creationId="{8D6EFEDB-D338-6B98-F313-91D4D573B0F0}"/>
          </ac:spMkLst>
        </pc:spChg>
        <pc:spChg chg="add">
          <ac:chgData name="Lorraine Skelton" userId="ec6c841dfec92b78" providerId="LiveId" clId="{807816C0-84A9-4B32-9731-E95A4916DECD}" dt="2026-02-16T08:10:51.157" v="7" actId="26606"/>
          <ac:spMkLst>
            <pc:docMk/>
            <pc:sldMk cId="3643321154" sldId="257"/>
            <ac:spMk id="11" creationId="{5D11FD0E-2D27-4A5A-949D-222E61ECBCC3}"/>
          </ac:spMkLst>
        </pc:spChg>
        <pc:spChg chg="add">
          <ac:chgData name="Lorraine Skelton" userId="ec6c841dfec92b78" providerId="LiveId" clId="{807816C0-84A9-4B32-9731-E95A4916DECD}" dt="2026-02-16T08:10:51.157" v="7" actId="26606"/>
          <ac:spMkLst>
            <pc:docMk/>
            <pc:sldMk cId="3643321154" sldId="257"/>
            <ac:spMk id="13" creationId="{1BC8109F-B452-45EE-8BB3-65433C039601}"/>
          </ac:spMkLst>
        </pc:spChg>
        <pc:graphicFrameChg chg="mod modGraphic">
          <ac:chgData name="Lorraine Skelton" userId="ec6c841dfec92b78" providerId="LiveId" clId="{807816C0-84A9-4B32-9731-E95A4916DECD}" dt="2026-02-16T08:10:51.157" v="7" actId="26606"/>
          <ac:graphicFrameMkLst>
            <pc:docMk/>
            <pc:sldMk cId="3643321154" sldId="257"/>
            <ac:graphicFrameMk id="6" creationId="{F9CBD3D3-74FD-902E-C15F-A3C3B3D3F34E}"/>
          </ac:graphicFrameMkLst>
        </pc:graphicFrameChg>
      </pc:sldChg>
      <pc:sldChg chg="addSp modSp mod setBg">
        <pc:chgData name="Lorraine Skelton" userId="ec6c841dfec92b78" providerId="LiveId" clId="{807816C0-84A9-4B32-9731-E95A4916DECD}" dt="2026-02-16T08:11:02.296" v="8" actId="26606"/>
        <pc:sldMkLst>
          <pc:docMk/>
          <pc:sldMk cId="1358149102" sldId="259"/>
        </pc:sldMkLst>
        <pc:spChg chg="mod">
          <ac:chgData name="Lorraine Skelton" userId="ec6c841dfec92b78" providerId="LiveId" clId="{807816C0-84A9-4B32-9731-E95A4916DECD}" dt="2026-02-16T08:11:02.296" v="8" actId="26606"/>
          <ac:spMkLst>
            <pc:docMk/>
            <pc:sldMk cId="1358149102" sldId="259"/>
            <ac:spMk id="2" creationId="{A851AA78-4A45-0137-0B6E-1C64C834E021}"/>
          </ac:spMkLst>
        </pc:spChg>
        <pc:spChg chg="add">
          <ac:chgData name="Lorraine Skelton" userId="ec6c841dfec92b78" providerId="LiveId" clId="{807816C0-84A9-4B32-9731-E95A4916DECD}" dt="2026-02-16T08:11:02.296" v="8" actId="26606"/>
          <ac:spMkLst>
            <pc:docMk/>
            <pc:sldMk cId="1358149102" sldId="259"/>
            <ac:spMk id="9" creationId="{5D11FD0E-2D27-4A5A-949D-222E61ECBCC3}"/>
          </ac:spMkLst>
        </pc:spChg>
        <pc:spChg chg="add">
          <ac:chgData name="Lorraine Skelton" userId="ec6c841dfec92b78" providerId="LiveId" clId="{807816C0-84A9-4B32-9731-E95A4916DECD}" dt="2026-02-16T08:11:02.296" v="8" actId="26606"/>
          <ac:spMkLst>
            <pc:docMk/>
            <pc:sldMk cId="1358149102" sldId="259"/>
            <ac:spMk id="11" creationId="{1BC8109F-B452-45EE-8BB3-65433C039601}"/>
          </ac:spMkLst>
        </pc:spChg>
        <pc:graphicFrameChg chg="mod modGraphic">
          <ac:chgData name="Lorraine Skelton" userId="ec6c841dfec92b78" providerId="LiveId" clId="{807816C0-84A9-4B32-9731-E95A4916DECD}" dt="2026-02-16T08:11:02.296" v="8" actId="26606"/>
          <ac:graphicFrameMkLst>
            <pc:docMk/>
            <pc:sldMk cId="1358149102" sldId="259"/>
            <ac:graphicFrameMk id="4" creationId="{5A18AB11-B971-21E3-F051-CE17A7FEAEC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85F7-456A-203F-E650-FD8699F07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832BF-2821-3D48-F404-8B7402D3D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296C9-94FB-223F-14F5-934E08DC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CF50-FF71-913B-35DF-22198707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FE043-8F3F-6F69-0C37-D6F2CA21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07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E785-C7CE-7828-8D4A-601CE16B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03408-B8C5-2EB3-1CC5-74E8F327E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1A12-E1C4-F519-CE85-B0A5743D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E9138-B756-910F-B908-DD9B8EE2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8521-14E4-3A1D-1774-165AD507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4199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564F-C63B-ECA4-7D6C-4E27CA2E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5AAC6-4ABF-4CE5-D5FB-5E1F17F9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49D6-1B4B-BE20-3908-1711889C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8EEF-95B6-9E04-3FFD-34CF1C5E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209B-E0FF-EF35-2224-47B4D0A8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2269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CBD-8CDC-88EB-7628-3B5AE56A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8B67-A4A8-29E5-ABC3-C09653A6E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63C46-572E-EF6E-682A-02066D246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59166-8780-45FD-A798-0C2150FD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8B3E5-9842-AB3E-DC40-408E063D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A78DC-BC8D-C847-9E56-E6BF4B81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209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140B-6312-BD9B-3EC9-9252DD8A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D25FE-DA15-6F7A-0775-25BF2D8E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6C7D9-E142-E2F7-023C-E1666096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A4395-212E-4A20-5297-4D6F54826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38EA1-AB79-2499-FF30-67B92608D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6ED3D-2246-3ED7-19EB-F63A07E1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1E45B-BEC5-7A01-749B-A6A3495D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65D8E-D508-3F10-022E-F61955D4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478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AA91-81E8-52A2-9ADA-767A44E1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37326-64B4-A0B7-6CB6-76B445A7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7A4A0-984C-B9E6-DCD8-23EF36E2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E38AF-A0C3-7492-9C63-0C995772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3416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518D3-2560-9B70-244A-F917FBE2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08159-6738-CE62-9667-7BFB934E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D806C-1EAD-5E83-413A-90936524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0202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A521-78DF-DC37-BB79-C3AC7CCC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19B3C-7EDC-DD33-1EB0-1720586EC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CEED0-E193-75F8-793B-61FBDCD8C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37FCE-20EE-FD96-9981-1115EE9E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E722A-DAC1-E6B0-4911-29685D70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9B8EA-67DF-38E8-8656-A0B3B86B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9328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3110-A311-4C81-4997-8BF07260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D72D1-1BB9-A4E4-DFB0-4400AEC31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ED74D-4BF0-B7FE-82FA-840D399F7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8CE3C-1606-B1D8-450B-C3975E75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2CCF-0B1A-B1E6-44E8-C0D6B18D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EEB0B-481F-F064-9268-95E3B3AB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836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7FF9-0F20-65B3-2281-40A650B1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6D05C-29F1-5153-069F-EB4D3A141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CC1F-B46B-0214-0FDB-996EE259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5608-677A-2B47-1042-903E7684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5EE99-E17E-F05A-9EBA-4D09550A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2467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D3681-F8CE-AF84-9CAB-8E643CC79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54F68-61F3-2F82-2944-314F39302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359B-E909-34ED-8B9D-85558681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8789A-93EF-959F-8924-9A1326E0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D322-99AF-F6E6-309B-64F88A69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5928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B85E8-9DE1-A711-4369-D9E15454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EA422-8611-DE42-741D-406E2D299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E0733-9CD4-A3F9-C24E-1D460B773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27810-CD1F-4174-B5B3-CCE506FEA4B2}" type="datetimeFigureOut">
              <a:rPr lang="en-NZ" smtClean="0"/>
              <a:t>16/02/2026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BDC08-B699-51FC-D0CE-A7DC0CF1B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4CCDE-A061-D490-C835-9948A43F1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15DBF-B48D-46D9-AD44-F2D7AA89E69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3669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52E7A-FF86-A3A4-5CA9-1A05EEE74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NZ" sz="4000">
                <a:solidFill>
                  <a:schemeClr val="tx2"/>
                </a:solidFill>
              </a:rPr>
              <a:t>Threat landsape</a:t>
            </a:r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E9C5F3EE-E457-6132-E1F4-32501E882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2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469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EFEDB-D338-6B98-F313-91D4D573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5" y="279400"/>
            <a:ext cx="5362576" cy="1892300"/>
          </a:xfrm>
        </p:spPr>
        <p:txBody>
          <a:bodyPr>
            <a:normAutofit/>
          </a:bodyPr>
          <a:lstStyle/>
          <a:p>
            <a:r>
              <a:rPr lang="en-NZ" dirty="0"/>
              <a:t>12 categories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9CBD3D3-74FD-902E-C15F-A3C3B3D3F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481424"/>
              </p:ext>
            </p:extLst>
          </p:nvPr>
        </p:nvGraphicFramePr>
        <p:xfrm>
          <a:off x="1805146" y="2028825"/>
          <a:ext cx="8581707" cy="4148144"/>
        </p:xfrm>
        <a:graphic>
          <a:graphicData uri="http://schemas.openxmlformats.org/drawingml/2006/table">
            <a:tbl>
              <a:tblPr firstRow="1" bandRow="1" bandCol="1"/>
              <a:tblGrid>
                <a:gridCol w="3667189">
                  <a:extLst>
                    <a:ext uri="{9D8B030D-6E8A-4147-A177-3AD203B41FA5}">
                      <a16:colId xmlns:a16="http://schemas.microsoft.com/office/drawing/2014/main" val="3918379266"/>
                    </a:ext>
                  </a:extLst>
                </a:gridCol>
                <a:gridCol w="4914518">
                  <a:extLst>
                    <a:ext uri="{9D8B030D-6E8A-4147-A177-3AD203B41FA5}">
                      <a16:colId xmlns:a16="http://schemas.microsoft.com/office/drawing/2014/main" val="1837858957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4102" marR="6410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Top 3 controls (plain language)</a:t>
                      </a:r>
                    </a:p>
                  </a:txBody>
                  <a:tcPr marL="64102" marR="6410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75811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Compromises to IP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20589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QoS deviations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672048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Espionage/trespass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38859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Forces of nature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71802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Human error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16824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Extortion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351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Sabotage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9607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Software attacks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62884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Hardware failure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54748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Software failure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22392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Obsolescence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3697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9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Theft</a:t>
                      </a: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9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102" marR="6410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46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32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16D1-5017-6BC5-12E2-AA1773CE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NZ" dirty="0"/>
              <a:t>12 threats with top 3 controls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DE4172-05E0-4E67-D2C7-3024588F0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1577"/>
              </p:ext>
            </p:extLst>
          </p:nvPr>
        </p:nvGraphicFramePr>
        <p:xfrm>
          <a:off x="905933" y="982132"/>
          <a:ext cx="10515600" cy="5676185"/>
        </p:xfrm>
        <a:graphic>
          <a:graphicData uri="http://schemas.openxmlformats.org/drawingml/2006/table">
            <a:tbl>
              <a:tblPr firstRow="1" bandRow="1" bandCol="1"/>
              <a:tblGrid>
                <a:gridCol w="5257800">
                  <a:extLst>
                    <a:ext uri="{9D8B030D-6E8A-4147-A177-3AD203B41FA5}">
                      <a16:colId xmlns:a16="http://schemas.microsoft.com/office/drawing/2014/main" val="13031599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98053462"/>
                    </a:ext>
                  </a:extLst>
                </a:gridCol>
              </a:tblGrid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Top 3 controls (plain language)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973723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Compromises to IP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 who can access; label and log sharing; ban secrets into public AI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451768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QoS deviations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Have offline fallback; keep backups; keep a simple comms plan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93245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Espionage/trespass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MFA everywhere; remove old accounts; verify unusual requests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044511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Forces of nature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Offsite backups; practise restore; protect equipment (fire/flood)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655984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Human error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Safe defaults; two‑person check for high‑risk actions; no‑blame reporting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22048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Extortion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Offline/immutable backups; incident plan; practise first‑hour checklist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638406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Sabotage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 admin rights; log actions; ability to rebuild/restore fast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89861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Software attacks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Update promptly; email/attachment caution; report quickly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023736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Hardware failure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Backups + spares; monitoring; clear asset ownership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335347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Software failure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Test and stage changes; rollback plan; change records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531020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Obsolescence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Asset inventory; isolate legacy; funded upgrade plan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272558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Theft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Encrypt devices; remote wipe; report immediately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274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20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1AA78-4A45-0137-0B6E-1C64C834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5" y="279400"/>
            <a:ext cx="5362576" cy="1892300"/>
          </a:xfrm>
        </p:spPr>
        <p:txBody>
          <a:bodyPr>
            <a:normAutofit/>
          </a:bodyPr>
          <a:lstStyle/>
          <a:p>
            <a:r>
              <a:rPr lang="en-NZ" dirty="0"/>
              <a:t>Threat standards/frameworks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18AB11-B971-21E3-F051-CE17A7FEA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07209"/>
              </p:ext>
            </p:extLst>
          </p:nvPr>
        </p:nvGraphicFramePr>
        <p:xfrm>
          <a:off x="1112328" y="2028825"/>
          <a:ext cx="9967346" cy="4148147"/>
        </p:xfrm>
        <a:graphic>
          <a:graphicData uri="http://schemas.openxmlformats.org/drawingml/2006/table">
            <a:tbl>
              <a:tblPr firstRow="1" bandRow="1" bandCol="1">
                <a:tableStyleId>{8EC20E35-A176-4012-BC5E-935CFFF8708E}</a:tableStyleId>
              </a:tblPr>
              <a:tblGrid>
                <a:gridCol w="2193778">
                  <a:extLst>
                    <a:ext uri="{9D8B030D-6E8A-4147-A177-3AD203B41FA5}">
                      <a16:colId xmlns:a16="http://schemas.microsoft.com/office/drawing/2014/main" val="2498809379"/>
                    </a:ext>
                  </a:extLst>
                </a:gridCol>
                <a:gridCol w="3120035">
                  <a:extLst>
                    <a:ext uri="{9D8B030D-6E8A-4147-A177-3AD203B41FA5}">
                      <a16:colId xmlns:a16="http://schemas.microsoft.com/office/drawing/2014/main" val="697271177"/>
                    </a:ext>
                  </a:extLst>
                </a:gridCol>
                <a:gridCol w="3309019">
                  <a:extLst>
                    <a:ext uri="{9D8B030D-6E8A-4147-A177-3AD203B41FA5}">
                      <a16:colId xmlns:a16="http://schemas.microsoft.com/office/drawing/2014/main" val="415746393"/>
                    </a:ext>
                  </a:extLst>
                </a:gridCol>
                <a:gridCol w="1344514">
                  <a:extLst>
                    <a:ext uri="{9D8B030D-6E8A-4147-A177-3AD203B41FA5}">
                      <a16:colId xmlns:a16="http://schemas.microsoft.com/office/drawing/2014/main" val="2288633746"/>
                    </a:ext>
                  </a:extLst>
                </a:gridCol>
              </a:tblGrid>
              <a:tr h="54651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Threat category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Primary standards/frameworks (typical)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Example plain‑language controls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Complexity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b"/>
                </a:tc>
                <a:extLst>
                  <a:ext uri="{0D108BD9-81ED-4DB2-BD59-A6C34878D82A}">
                    <a16:rowId xmlns:a16="http://schemas.microsoft.com/office/drawing/2014/main" val="2496081177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Compromises to IP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479771018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QoS deviations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994827161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Espionage/trespass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2499827754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Forces of nature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404364528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Human error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1721059805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Information extortion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2642262531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Sabotage/vandalism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956165756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Software attacks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1064351736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Hardware failures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945848575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Software failures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668617360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Obsolescence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796797290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600">
                          <a:effectLst/>
                        </a:rPr>
                        <a:t>Theft</a:t>
                      </a: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NZ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/>
                </a:tc>
                <a:extLst>
                  <a:ext uri="{0D108BD9-81ED-4DB2-BD59-A6C34878D82A}">
                    <a16:rowId xmlns:a16="http://schemas.microsoft.com/office/drawing/2014/main" val="358217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14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1B70-AD5C-93EC-C12D-E173796D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D711-1C08-B54D-B44A-14CF517A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Threat standards/frameworks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8B1D8-0B59-8C63-1A04-CF5D688C2E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2132" y="1456267"/>
          <a:ext cx="10447868" cy="503660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611967">
                  <a:extLst>
                    <a:ext uri="{9D8B030D-6E8A-4147-A177-3AD203B41FA5}">
                      <a16:colId xmlns:a16="http://schemas.microsoft.com/office/drawing/2014/main" val="2498809379"/>
                    </a:ext>
                  </a:extLst>
                </a:gridCol>
                <a:gridCol w="2611967">
                  <a:extLst>
                    <a:ext uri="{9D8B030D-6E8A-4147-A177-3AD203B41FA5}">
                      <a16:colId xmlns:a16="http://schemas.microsoft.com/office/drawing/2014/main" val="697271177"/>
                    </a:ext>
                  </a:extLst>
                </a:gridCol>
                <a:gridCol w="2611967">
                  <a:extLst>
                    <a:ext uri="{9D8B030D-6E8A-4147-A177-3AD203B41FA5}">
                      <a16:colId xmlns:a16="http://schemas.microsoft.com/office/drawing/2014/main" val="415746393"/>
                    </a:ext>
                  </a:extLst>
                </a:gridCol>
                <a:gridCol w="2611967">
                  <a:extLst>
                    <a:ext uri="{9D8B030D-6E8A-4147-A177-3AD203B41FA5}">
                      <a16:colId xmlns:a16="http://schemas.microsoft.com/office/drawing/2014/main" val="2288633746"/>
                    </a:ext>
                  </a:extLst>
                </a:gridCol>
              </a:tblGrid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Threat category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Primary standards/frameworks (typical)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Example plain‑language controls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Complexity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b"/>
                </a:tc>
                <a:extLst>
                  <a:ext uri="{0D108BD9-81ED-4DB2-BD59-A6C34878D82A}">
                    <a16:rowId xmlns:a16="http://schemas.microsoft.com/office/drawing/2014/main" val="2496081177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Compromises to IP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ISO/IEC 27001/27002; NIST CSF/SP 800‑53; CIS Controls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“Need‑to‑know” access; sharing approvals; activity logging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479771018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QoS deviations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SP 800‑34; ISO/NIST governance baselines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Offline fallback; backups; supplier expectations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Medium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994827161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Espionage/trespass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ISO/IEC 27001; NIST SP 800‑53; CIS Controls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MFA; remove old accounts; access reviews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2499827754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Forces of nature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SP 800‑34; GDPR security principle (if personal data)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Offsite backups; restore practice; building protections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Medium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404364528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Human error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SP 800‑53; CIS Controls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Safe defaults; two‑person checks; simple reporting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Medium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1721059805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Information extortion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CISA #StopRansomware; NIST SP 800‑61; (GDPR if personal data)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Immutable backups; first‑hour plan; comms templates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2642262531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Sabotage/vandalism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SP 800‑53; ISO/IEC 27001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Limit privileges; log actions; rebuild/restore capability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956165756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Software attacks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CIS Controls; ENISA threat landscape context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Patch quickly; cautious attachments; report early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Medium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1064351736"/>
                  </a:ext>
                </a:extLst>
              </a:tr>
              <a:tr h="19371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Hardware failures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SP 800‑34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Backups; spares; monitoring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Medium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945848575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Software failures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NIST SSDF; NIST SP 800‑53 (general control catalogue)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Test changes; rollback plans; change records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668617360"/>
                  </a:ext>
                </a:extLst>
              </a:tr>
              <a:tr h="38743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Obsolescence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ISO/IEC 27001; NIST CSF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Inventory; isolate legacy; funded upgrade plan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High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796797290"/>
                  </a:ext>
                </a:extLst>
              </a:tr>
              <a:tr h="58114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Theft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GDPR Art. 32/ICO security guidance (if personal data); ISO/NIST/CIS baselines 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>
                          <a:effectLst/>
                        </a:rPr>
                        <a:t>Encrypt; remote wipe; rapid reporting</a:t>
                      </a:r>
                      <a:endParaRPr lang="en-NZ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NZ" sz="1100" dirty="0">
                          <a:effectLst/>
                        </a:rPr>
                        <a:t>Low</a:t>
                      </a:r>
                      <a:endParaRPr lang="en-NZ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/>
                </a:tc>
                <a:extLst>
                  <a:ext uri="{0D108BD9-81ED-4DB2-BD59-A6C34878D82A}">
                    <a16:rowId xmlns:a16="http://schemas.microsoft.com/office/drawing/2014/main" val="358217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162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536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Threat landsape</vt:lpstr>
      <vt:lpstr>12 categories</vt:lpstr>
      <vt:lpstr>12 threats with top 3 controls</vt:lpstr>
      <vt:lpstr>Threat standards/frameworks</vt:lpstr>
      <vt:lpstr>Threat standards/frameworks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Lorraine Skelton</dc:creator>
  <cp:lastModifiedBy>Lorraine Skelton</cp:lastModifiedBy>
  <cp:revision>1</cp:revision>
  <dcterms:created xsi:type="dcterms:W3CDTF">2026-02-16T08:01:45Z</dcterms:created>
  <dcterms:modified xsi:type="dcterms:W3CDTF">2026-02-16T08:11:09Z</dcterms:modified>
</cp:coreProperties>
</file>