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0" r:id="rId4"/>
  </p:sldMasterIdLst>
  <p:notesMasterIdLst>
    <p:notesMasterId r:id="rId13"/>
  </p:notesMasterIdLst>
  <p:sldIdLst>
    <p:sldId id="256" r:id="rId5"/>
    <p:sldId id="257" r:id="rId6"/>
    <p:sldId id="469" r:id="rId7"/>
    <p:sldId id="300" r:id="rId8"/>
    <p:sldId id="467" r:id="rId9"/>
    <p:sldId id="370" r:id="rId10"/>
    <p:sldId id="466" r:id="rId11"/>
    <p:sldId id="4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ho Jeong (737215750)" userId="S::kjeo397@futureskills.co.nz::9f6ff514-0058-4867-93e3-de94f18249b0" providerId="AD" clId="Web-{10763FE4-0E0B-FBB6-8D1D-17A68E2EF7B9}"/>
    <pc:docChg chg="modSld">
      <pc:chgData name="Kangho Jeong (737215750)" userId="S::kjeo397@futureskills.co.nz::9f6ff514-0058-4867-93e3-de94f18249b0" providerId="AD" clId="Web-{10763FE4-0E0B-FBB6-8D1D-17A68E2EF7B9}" dt="2025-02-18T20:45:18.651" v="1" actId="1076"/>
      <pc:docMkLst>
        <pc:docMk/>
      </pc:docMkLst>
      <pc:sldChg chg="modSp">
        <pc:chgData name="Kangho Jeong (737215750)" userId="S::kjeo397@futureskills.co.nz::9f6ff514-0058-4867-93e3-de94f18249b0" providerId="AD" clId="Web-{10763FE4-0E0B-FBB6-8D1D-17A68E2EF7B9}" dt="2025-02-18T20:45:18.651" v="1" actId="1076"/>
        <pc:sldMkLst>
          <pc:docMk/>
          <pc:sldMk cId="784121959" sldId="300"/>
        </pc:sldMkLst>
        <pc:picChg chg="mod">
          <ac:chgData name="Kangho Jeong (737215750)" userId="S::kjeo397@futureskills.co.nz::9f6ff514-0058-4867-93e3-de94f18249b0" providerId="AD" clId="Web-{10763FE4-0E0B-FBB6-8D1D-17A68E2EF7B9}" dt="2025-02-18T20:45:18.651" v="1" actId="1076"/>
          <ac:picMkLst>
            <pc:docMk/>
            <pc:sldMk cId="784121959" sldId="300"/>
            <ac:picMk id="4" creationId="{9A19CC9F-C8D5-BD1F-99F6-78A82A72FC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4D690-4374-C247-A0E8-AF66082E0C44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9537B-D83B-914F-8020-FB860BBD1A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60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69537B-D83B-914F-8020-FB860BBD1AD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990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2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645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07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00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7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79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02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94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89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264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51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677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384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617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452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806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59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zh-CN" sz="4600" b="1" dirty="0">
                <a:latin typeface="Arial" panose="020B0604020202020204" pitchFamily="34" charset="0"/>
                <a:cs typeface="Arial" panose="020B0604020202020204" pitchFamily="34" charset="0"/>
              </a:rPr>
              <a:t>MAMC01803</a:t>
            </a:r>
            <a:r>
              <a:rPr lang="zh-CN" alt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600" b="1" dirty="0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6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600" b="1" dirty="0"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endParaRPr lang="en-AU" sz="4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1):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3867" y="1638125"/>
            <a:ext cx="3864266" cy="217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Home - Future Skills">
            <a:extLst>
              <a:ext uri="{FF2B5EF4-FFF2-40B4-BE49-F238E27FC236}">
                <a16:creationId xmlns:a16="http://schemas.microsoft.com/office/drawing/2014/main" id="{B8DD4FC0-4B6E-AE74-AA45-AE99A3F6ED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221" y="637711"/>
            <a:ext cx="4558131" cy="9409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025" y="643160"/>
            <a:ext cx="8911687" cy="1280890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782" y="1924050"/>
            <a:ext cx="9950459" cy="3777622"/>
          </a:xfrm>
        </p:spPr>
        <p:txBody>
          <a:bodyPr>
            <a:normAutofit/>
          </a:bodyPr>
          <a:lstStyle/>
          <a:p>
            <a:r>
              <a:rPr lang="en-US" altLang="zh-CN" sz="2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2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Framing</a:t>
            </a:r>
            <a:r>
              <a:rPr lang="zh-CN" alt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 </a:t>
            </a:r>
          </a:p>
          <a:p>
            <a:r>
              <a:rPr lang="en-US" altLang="zh-CN" sz="2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2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(conducted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next session or </a:t>
            </a:r>
            <a:r>
              <a:rPr lang="en-US" altLang="zh-CN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Tuesday,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Moodle):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 3" charset="2"/>
              <a:buAutoNum type="arabicPeriod"/>
            </a:pP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Power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users)</a:t>
            </a:r>
            <a:endParaRPr lang="en-US" altLang="zh-CN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 3" charset="2"/>
              <a:buAutoNum type="arabicPeriod"/>
            </a:pP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Power BI on Teams (for other users)</a:t>
            </a:r>
            <a:endParaRPr lang="en-US" altLang="zh-CN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LOOK FORWARD TO: qual é o significado e a tradução desse phrasal verb?">
            <a:extLst>
              <a:ext uri="{FF2B5EF4-FFF2-40B4-BE49-F238E27FC236}">
                <a16:creationId xmlns:a16="http://schemas.microsoft.com/office/drawing/2014/main" id="{BE72503C-9D70-2F61-8F63-88EBCDCEB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712" y="4495801"/>
            <a:ext cx="3701143" cy="222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81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511" y="614987"/>
            <a:ext cx="9601196" cy="1010613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endParaRPr lang="en-A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1A7E4-F024-38C1-DC35-32B091CF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409" y="1625600"/>
            <a:ext cx="8915400" cy="4302776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NZ" altLang="zh-CN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Below are the questions for you to focus on data and data analytics in Assignment 1: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is it important to solve this business problem? (provid</a:t>
            </a:r>
            <a:r>
              <a:rPr lang="en-NZ" altLang="zh-CN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specific 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information/background to justify the significance of the problem)</a:t>
            </a:r>
            <a:endParaRPr lang="en-NZ" altLang="zh-CN" b="1" i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NZ" altLang="zh-CN" b="1" i="0">
                <a:solidFill>
                  <a:srgbClr val="FF0000"/>
                </a:solidFill>
                <a:effectLst/>
                <a:latin typeface="Arial"/>
                <a:cs typeface="Arial"/>
              </a:rPr>
              <a:t>What data/</a:t>
            </a:r>
            <a:r>
              <a:rPr lang="en-NZ" altLang="zh-CN" b="1">
                <a:solidFill>
                  <a:srgbClr val="FF0000"/>
                </a:solidFill>
                <a:latin typeface="Arial"/>
                <a:cs typeface="Arial"/>
              </a:rPr>
              <a:t>variables are required </a:t>
            </a:r>
            <a:r>
              <a:rPr lang="en-NZ" altLang="zh-CN" b="1" i="0">
                <a:solidFill>
                  <a:srgbClr val="FF0000"/>
                </a:solidFill>
                <a:effectLst/>
                <a:latin typeface="Arial"/>
                <a:cs typeface="Arial"/>
              </a:rPr>
              <a:t>for solving your identified applied management problem?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NZ" altLang="zh-CN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 are</a:t>
            </a:r>
            <a:r>
              <a:rPr lang="en-NZ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there? (nominal, ordinal, interval/ratio)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analysis techniques and methods are appropriate for analysing the data?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will the results help with solving the applied management problem?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NZ" altLang="zh-CN" b="1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data problem identified in each different business context, you need to answer the above questions.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NZ" altLang="zh-CN" b="1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answers to the above questions must be context-relevant.</a:t>
            </a:r>
          </a:p>
          <a:p>
            <a:pPr marL="0" indent="0" algn="l">
              <a:lnSpc>
                <a:spcPct val="120000"/>
              </a:lnSpc>
              <a:buNone/>
            </a:pPr>
            <a:br>
              <a:rPr lang="en-NZ" altLang="zh-CN" b="1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NZ" altLang="zh-CN" b="1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assignment will expect a brief introduction and conclusion.</a:t>
            </a:r>
          </a:p>
        </p:txBody>
      </p:sp>
    </p:spTree>
    <p:extLst>
      <p:ext uri="{BB962C8B-B14F-4D97-AF65-F5344CB8AC3E}">
        <p14:creationId xmlns:p14="http://schemas.microsoft.com/office/powerpoint/2010/main" val="19309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339" y="505625"/>
            <a:ext cx="9305033" cy="1280890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discussion: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</a:t>
            </a:r>
            <a:r>
              <a:rPr lang="en-US" altLang="zh-CN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NZ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roblem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NZ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611" y="1540189"/>
            <a:ext cx="9850050" cy="3777622"/>
          </a:xfrm>
        </p:spPr>
        <p:txBody>
          <a:bodyPr>
            <a:normAutofit fontScale="92500" lnSpcReduction="10000"/>
          </a:bodyPr>
          <a:lstStyle/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ideas)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lecturer</a:t>
            </a:r>
          </a:p>
          <a:p>
            <a:pPr marL="379800">
              <a:buFont typeface="Arial"/>
              <a:buAutoNum type="arabicPeriod"/>
            </a:pPr>
            <a:r>
              <a:rPr lang="en-NZ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problem?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some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readings on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Moodle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help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frame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problems.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group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members.</a:t>
            </a:r>
            <a:endParaRPr lang="en-NZ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2650" indent="-285750"/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Criteria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Two: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  <a:endParaRPr lang="en-NZ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19CC9F-C8D5-BD1F-99F6-78A82A72F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4" y="4944206"/>
            <a:ext cx="6942957" cy="16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2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01133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discussion: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1905000"/>
            <a:ext cx="8915400" cy="377762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Please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following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altLang="zh-CN" b="1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NZ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Exercise One - </a:t>
            </a:r>
            <a:r>
              <a:rPr lang="en-NZ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Festival Expenditure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Mean,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deviation,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NZ" altLang="zh-CN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Tutorial Exercise Two- </a:t>
            </a:r>
            <a:r>
              <a:rPr lang="en-NZ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Bulbs</a:t>
            </a:r>
            <a:r>
              <a:rPr lang="zh-CN" altLang="en-US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NZ" altLang="zh-CN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Please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sheet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b="1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respective folders </a:t>
            </a:r>
            <a:r>
              <a:rPr lang="en-US" altLang="zh-CN" b="1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Teams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Files-&gt; class activities-&gt; week 2 session 1.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altLang="zh-CN" b="1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In/Out-of-class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activities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1A7E4-F024-38C1-DC35-32B091CF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 3" charset="2"/>
              <a:buAutoNum type="arabicPeriod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Power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 app 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users) or Power BI on teams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variety of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with your lecturer;</a:t>
            </a:r>
          </a:p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columns)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relating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one of your data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Kaggle/other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Moodle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‘Assessments’).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Two;</a:t>
            </a:r>
          </a:p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dataset.</a:t>
            </a:r>
          </a:p>
          <a:p>
            <a:pPr>
              <a:buAutoNum type="arabicPeriod"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49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83131" y="773979"/>
            <a:ext cx="9601196" cy="940521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Compulsory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readings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endParaRPr lang="en-NZ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1" y="1845129"/>
            <a:ext cx="9813467" cy="4065814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NZ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following research articles investigate the uses and applications of data analytics in specific management contexts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(see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  <a:r>
              <a:rPr lang="zh-CN" altLang="en-US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D21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Moodle</a:t>
            </a:r>
            <a:r>
              <a:rPr lang="en-US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NZ" altLang="zh-CN" b="1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  <a:p>
            <a:pPr marL="0" indent="0" algn="l">
              <a:buNone/>
            </a:pPr>
            <a:br>
              <a:rPr lang="en-NZ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NZ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en-NZ" altLang="zh-CN" dirty="0">
              <a:solidFill>
                <a:srgbClr val="216E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en-NZ" altLang="zh-CN" dirty="0">
              <a:solidFill>
                <a:srgbClr val="216E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Important: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relating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</a:p>
          <a:p>
            <a:pPr marL="0" indent="0" algn="l">
              <a:buNone/>
            </a:pPr>
            <a:endParaRPr lang="en-NZ" altLang="zh-CN" b="0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3275A3-CDCA-C2CB-1C5C-C27D565F86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4674" t="-2360" r="55202" b="2360"/>
          <a:stretch/>
        </p:blipFill>
        <p:spPr>
          <a:xfrm>
            <a:off x="-3859898" y="2902627"/>
            <a:ext cx="14863776" cy="205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0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0A1EF-74D9-F210-B1E8-7E5770BD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275" y="963660"/>
            <a:ext cx="9601196" cy="911322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147F65-11EF-A8DA-2793-1AAC3A903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Written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Feedback:</a:t>
            </a:r>
          </a:p>
          <a:p>
            <a:pPr marL="5715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If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would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like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obtain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written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draft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Assessment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One,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please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upload</a:t>
            </a:r>
            <a:r>
              <a:rPr lang="zh-CN" altLang="en-US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draft</a:t>
            </a:r>
            <a:r>
              <a:rPr lang="zh-CN" altLang="en-US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via</a:t>
            </a:r>
            <a:r>
              <a:rPr lang="zh-CN" altLang="en-US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Teams</a:t>
            </a:r>
            <a:r>
              <a:rPr lang="zh-CN" altLang="en-US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Assignments</a:t>
            </a:r>
            <a:r>
              <a:rPr lang="zh-CN" altLang="en-US" sz="18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before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Monday</a:t>
            </a:r>
            <a:r>
              <a:rPr lang="zh-CN" altLang="en-US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morning</a:t>
            </a:r>
            <a:r>
              <a:rPr lang="zh-CN" altLang="en-US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(24</a:t>
            </a:r>
            <a:r>
              <a:rPr lang="zh-CN" altLang="en-US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February</a:t>
            </a:r>
            <a:r>
              <a:rPr lang="en-US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,</a:t>
            </a:r>
            <a:r>
              <a:rPr lang="zh-CN" altLang="en-US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3),</a:t>
            </a:r>
            <a:r>
              <a:rPr lang="zh-CN" altLang="en-US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9</a:t>
            </a:r>
            <a:r>
              <a:rPr lang="zh-CN" altLang="en-US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AM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.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will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released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before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Friday’s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class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(28</a:t>
            </a:r>
            <a:r>
              <a:rPr lang="en-US" altLang="zh-CN" sz="1800" b="1" baseline="30000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February,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3)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.</a:t>
            </a:r>
          </a:p>
          <a:p>
            <a:pPr marL="5715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5715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Oral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feedback: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5715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will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also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provide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oral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Assessment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One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draft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in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the </a:t>
            </a:r>
            <a:r>
              <a:rPr lang="en-NZ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second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class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of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.</a:t>
            </a:r>
          </a:p>
          <a:p>
            <a:pPr marL="5715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8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5715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Any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questions?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Feel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free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to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contact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me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Teams!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6195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E1C4C7BA5ED4094D04BB904A5E7AB" ma:contentTypeVersion="4" ma:contentTypeDescription="Create a new document." ma:contentTypeScope="" ma:versionID="149470d6a2e38a69316f2096364dac83">
  <xsd:schema xmlns:xsd="http://www.w3.org/2001/XMLSchema" xmlns:xs="http://www.w3.org/2001/XMLSchema" xmlns:p="http://schemas.microsoft.com/office/2006/metadata/properties" xmlns:ns2="2e870598-80c1-4ed7-a5cf-d50e51ea1f44" targetNamespace="http://schemas.microsoft.com/office/2006/metadata/properties" ma:root="true" ma:fieldsID="a107eb985a642ca95cbe6c890a64103e" ns2:_="">
    <xsd:import namespace="2e870598-80c1-4ed7-a5cf-d50e51ea1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70598-80c1-4ed7-a5cf-d50e51ea1f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9C293F-4D7D-4DC9-82CE-D2DCD3F8ED79}">
  <ds:schemaRefs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bb0f1b5c-7cc7-4cf0-876f-ee0bbde77cda"/>
    <ds:schemaRef ds:uri="22af72f0-df75-4851-a469-3e8a66795582"/>
  </ds:schemaRefs>
</ds:datastoreItem>
</file>

<file path=customXml/itemProps2.xml><?xml version="1.0" encoding="utf-8"?>
<ds:datastoreItem xmlns:ds="http://schemas.openxmlformats.org/officeDocument/2006/customXml" ds:itemID="{DAC10CCB-CCA8-4AEF-B949-C470C88D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74FD4D-CB2A-41D1-A86E-A1D753E7BA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870598-80c1-4ed7-a5cf-d50e51ea1f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532</TotalTime>
  <Words>602</Words>
  <Application>Microsoft Office PowerPoint</Application>
  <PresentationFormat>Widescreen</PresentationFormat>
  <Paragraphs>55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Organic</vt:lpstr>
      <vt:lpstr>MAMC01803 Analytics for Managers</vt:lpstr>
      <vt:lpstr>In this lecture:</vt:lpstr>
      <vt:lpstr>Key points for Assessment One</vt:lpstr>
      <vt:lpstr>Group discussion: Framing data problems</vt:lpstr>
      <vt:lpstr>Individual activity &amp; Group discussion: Exercises of descriptive analytics </vt:lpstr>
      <vt:lpstr>In/Out-of-class activities</vt:lpstr>
      <vt:lpstr>Compulsory readings for Assessment One</vt:lpstr>
      <vt:lpstr>Feedback for Assessment 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Jishuo Sun</dc:creator>
  <cp:lastModifiedBy>Sunil Shethia</cp:lastModifiedBy>
  <cp:revision>21</cp:revision>
  <dcterms:created xsi:type="dcterms:W3CDTF">2021-09-12T02:15:48Z</dcterms:created>
  <dcterms:modified xsi:type="dcterms:W3CDTF">2025-03-07T04:33:35Z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0x010100503E1C4C7BA5ED4094D04BB904A5E7AB</vt:lpwstr>
  </property>
</Properties>
</file>